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handoutMasterIdLst>
    <p:handoutMasterId r:id="rId87"/>
  </p:handoutMasterIdLst>
  <p:sldIdLst>
    <p:sldId id="256" r:id="rId2"/>
    <p:sldId id="347" r:id="rId3"/>
    <p:sldId id="352" r:id="rId4"/>
    <p:sldId id="353" r:id="rId5"/>
    <p:sldId id="257" r:id="rId6"/>
    <p:sldId id="332" r:id="rId7"/>
    <p:sldId id="333" r:id="rId8"/>
    <p:sldId id="354" r:id="rId9"/>
    <p:sldId id="355" r:id="rId10"/>
    <p:sldId id="260" r:id="rId11"/>
    <p:sldId id="348" r:id="rId12"/>
    <p:sldId id="262" r:id="rId13"/>
    <p:sldId id="263" r:id="rId14"/>
    <p:sldId id="264" r:id="rId15"/>
    <p:sldId id="265" r:id="rId16"/>
    <p:sldId id="267" r:id="rId17"/>
    <p:sldId id="268" r:id="rId18"/>
    <p:sldId id="328" r:id="rId19"/>
    <p:sldId id="356" r:id="rId20"/>
    <p:sldId id="276" r:id="rId21"/>
    <p:sldId id="277" r:id="rId22"/>
    <p:sldId id="275" r:id="rId23"/>
    <p:sldId id="278" r:id="rId24"/>
    <p:sldId id="279" r:id="rId25"/>
    <p:sldId id="349" r:id="rId26"/>
    <p:sldId id="269" r:id="rId27"/>
    <p:sldId id="327" r:id="rId28"/>
    <p:sldId id="357" r:id="rId29"/>
    <p:sldId id="305" r:id="rId30"/>
    <p:sldId id="306" r:id="rId31"/>
    <p:sldId id="307" r:id="rId32"/>
    <p:sldId id="309" r:id="rId33"/>
    <p:sldId id="310" r:id="rId34"/>
    <p:sldId id="311" r:id="rId35"/>
    <p:sldId id="312" r:id="rId36"/>
    <p:sldId id="343" r:id="rId37"/>
    <p:sldId id="315" r:id="rId38"/>
    <p:sldId id="316" r:id="rId39"/>
    <p:sldId id="318" r:id="rId40"/>
    <p:sldId id="319" r:id="rId41"/>
    <p:sldId id="320" r:id="rId42"/>
    <p:sldId id="321" r:id="rId43"/>
    <p:sldId id="323" r:id="rId44"/>
    <p:sldId id="325" r:id="rId45"/>
    <p:sldId id="344" r:id="rId46"/>
    <p:sldId id="345" r:id="rId47"/>
    <p:sldId id="342" r:id="rId48"/>
    <p:sldId id="271" r:id="rId49"/>
    <p:sldId id="273" r:id="rId50"/>
    <p:sldId id="274" r:id="rId51"/>
    <p:sldId id="358" r:id="rId52"/>
    <p:sldId id="346" r:id="rId53"/>
    <p:sldId id="350" r:id="rId54"/>
    <p:sldId id="280" r:id="rId55"/>
    <p:sldId id="281" r:id="rId56"/>
    <p:sldId id="359" r:id="rId57"/>
    <p:sldId id="284" r:id="rId58"/>
    <p:sldId id="282" r:id="rId59"/>
    <p:sldId id="285" r:id="rId60"/>
    <p:sldId id="360" r:id="rId61"/>
    <p:sldId id="361" r:id="rId62"/>
    <p:sldId id="290" r:id="rId63"/>
    <p:sldId id="362" r:id="rId64"/>
    <p:sldId id="293" r:id="rId65"/>
    <p:sldId id="298" r:id="rId66"/>
    <p:sldId id="295" r:id="rId67"/>
    <p:sldId id="299" r:id="rId68"/>
    <p:sldId id="300" r:id="rId69"/>
    <p:sldId id="334" r:id="rId70"/>
    <p:sldId id="341" r:id="rId71"/>
    <p:sldId id="335" r:id="rId72"/>
    <p:sldId id="336" r:id="rId73"/>
    <p:sldId id="339" r:id="rId74"/>
    <p:sldId id="340" r:id="rId75"/>
    <p:sldId id="364" r:id="rId76"/>
    <p:sldId id="365" r:id="rId77"/>
    <p:sldId id="366" r:id="rId78"/>
    <p:sldId id="351" r:id="rId79"/>
    <p:sldId id="367" r:id="rId80"/>
    <p:sldId id="363" r:id="rId81"/>
    <p:sldId id="368" r:id="rId82"/>
    <p:sldId id="369" r:id="rId83"/>
    <p:sldId id="370" r:id="rId84"/>
    <p:sldId id="371" r:id="rId85"/>
  </p:sldIdLst>
  <p:sldSz cx="9144000" cy="6858000" type="screen4x3"/>
  <p:notesSz cx="9144000" cy="6858000"/>
  <p:defaultTextStyle>
    <a:defPPr>
      <a:defRPr lang="tr-TR"/>
    </a:defPPr>
    <a:lvl1pPr algn="l" rtl="0" fontAlgn="base">
      <a:spcBef>
        <a:spcPct val="0"/>
      </a:spcBef>
      <a:spcAft>
        <a:spcPct val="0"/>
      </a:spcAft>
      <a:defRPr b="1" i="1"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b="1" i="1"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b="1" i="1"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b="1" i="1"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b="1" i="1" kern="1200">
        <a:solidFill>
          <a:schemeClr val="tx1"/>
        </a:solidFill>
        <a:latin typeface="Arial" panose="020B0604020202020204" pitchFamily="34" charset="0"/>
        <a:ea typeface="+mn-ea"/>
        <a:cs typeface="+mn-cs"/>
      </a:defRPr>
    </a:lvl5pPr>
    <a:lvl6pPr marL="2286000" algn="l" defTabSz="914400" rtl="0" eaLnBrk="1" latinLnBrk="0" hangingPunct="1">
      <a:defRPr b="1" i="1" kern="1200">
        <a:solidFill>
          <a:schemeClr val="tx1"/>
        </a:solidFill>
        <a:latin typeface="Arial" panose="020B0604020202020204" pitchFamily="34" charset="0"/>
        <a:ea typeface="+mn-ea"/>
        <a:cs typeface="+mn-cs"/>
      </a:defRPr>
    </a:lvl6pPr>
    <a:lvl7pPr marL="2743200" algn="l" defTabSz="914400" rtl="0" eaLnBrk="1" latinLnBrk="0" hangingPunct="1">
      <a:defRPr b="1" i="1" kern="1200">
        <a:solidFill>
          <a:schemeClr val="tx1"/>
        </a:solidFill>
        <a:latin typeface="Arial" panose="020B0604020202020204" pitchFamily="34" charset="0"/>
        <a:ea typeface="+mn-ea"/>
        <a:cs typeface="+mn-cs"/>
      </a:defRPr>
    </a:lvl7pPr>
    <a:lvl8pPr marL="3200400" algn="l" defTabSz="914400" rtl="0" eaLnBrk="1" latinLnBrk="0" hangingPunct="1">
      <a:defRPr b="1" i="1" kern="1200">
        <a:solidFill>
          <a:schemeClr val="tx1"/>
        </a:solidFill>
        <a:latin typeface="Arial" panose="020B0604020202020204" pitchFamily="34" charset="0"/>
        <a:ea typeface="+mn-ea"/>
        <a:cs typeface="+mn-cs"/>
      </a:defRPr>
    </a:lvl8pPr>
    <a:lvl9pPr marL="3657600" algn="l" defTabSz="914400" rtl="0" eaLnBrk="1" latinLnBrk="0" hangingPunct="1">
      <a:defRPr b="1" i="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179" autoAdjust="0"/>
    <p:restoredTop sz="94660"/>
  </p:normalViewPr>
  <p:slideViewPr>
    <p:cSldViewPr>
      <p:cViewPr varScale="1">
        <p:scale>
          <a:sx n="97" d="100"/>
          <a:sy n="97" d="100"/>
        </p:scale>
        <p:origin x="6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notesMaster" Target="notesMasters/notesMaster1.xml"/><Relationship Id="rId87" Type="http://schemas.openxmlformats.org/officeDocument/2006/relationships/handoutMaster" Target="handoutMasters/handout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 Id="rId9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ifi Van" userId="1503bccdb6adf262" providerId="LiveId" clId="{62275FDA-243D-52F1-B858-0960C2E17221}"/>
    <pc:docChg chg="modSld">
      <pc:chgData name="Hanifi Van" userId="1503bccdb6adf262" providerId="LiveId" clId="{62275FDA-243D-52F1-B858-0960C2E17221}" dt="2026-09-29T09:16:24.485" v="11" actId="12"/>
      <pc:docMkLst>
        <pc:docMk/>
      </pc:docMkLst>
      <pc:sldChg chg="modSp mod">
        <pc:chgData name="Hanifi Van" userId="1503bccdb6adf262" providerId="LiveId" clId="{62275FDA-243D-52F1-B858-0960C2E17221}" dt="2026-09-29T09:15:00.714" v="0" actId="20577"/>
        <pc:sldMkLst>
          <pc:docMk/>
          <pc:sldMk cId="0" sldId="262"/>
        </pc:sldMkLst>
        <pc:spChg chg="mod">
          <ac:chgData name="Hanifi Van" userId="1503bccdb6adf262" providerId="LiveId" clId="{62275FDA-243D-52F1-B858-0960C2E17221}" dt="2026-09-29T09:15:00.714" v="0" actId="20577"/>
          <ac:spMkLst>
            <pc:docMk/>
            <pc:sldMk cId="0" sldId="262"/>
            <ac:spMk id="18436" creationId="{9C6D32B3-A9AD-51B5-13C9-0D8B2BC13853}"/>
          </ac:spMkLst>
        </pc:spChg>
      </pc:sldChg>
      <pc:sldChg chg="modSp mod">
        <pc:chgData name="Hanifi Van" userId="1503bccdb6adf262" providerId="LiveId" clId="{62275FDA-243D-52F1-B858-0960C2E17221}" dt="2026-09-29T09:16:24.485" v="11" actId="12"/>
        <pc:sldMkLst>
          <pc:docMk/>
          <pc:sldMk cId="0" sldId="264"/>
        </pc:sldMkLst>
        <pc:spChg chg="mod">
          <ac:chgData name="Hanifi Van" userId="1503bccdb6adf262" providerId="LiveId" clId="{62275FDA-243D-52F1-B858-0960C2E17221}" dt="2026-09-29T09:16:24.485" v="11" actId="12"/>
          <ac:spMkLst>
            <pc:docMk/>
            <pc:sldMk cId="0" sldId="264"/>
            <ac:spMk id="20484" creationId="{7898378E-A6DB-98B0-B9F4-10A8F48C6B54}"/>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Öğrenci sayısı</c:v>
                </c:pt>
              </c:strCache>
            </c:strRef>
          </c:tx>
          <c:invertIfNegative val="1"/>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0</c:v>
                </c:pt>
                <c:pt idx="1">
                  <c:v>1</c:v>
                </c:pt>
                <c:pt idx="2">
                  <c:v>2</c:v>
                </c:pt>
                <c:pt idx="3">
                  <c:v>3</c:v>
                </c:pt>
                <c:pt idx="4">
                  <c:v>4</c:v>
                </c:pt>
                <c:pt idx="5">
                  <c:v>5</c:v>
                </c:pt>
                <c:pt idx="6">
                  <c:v>6</c:v>
                </c:pt>
                <c:pt idx="7">
                  <c:v>7</c:v>
                </c:pt>
                <c:pt idx="8">
                  <c:v>8</c:v>
                </c:pt>
                <c:pt idx="9">
                  <c:v>9</c:v>
                </c:pt>
                <c:pt idx="10">
                  <c:v>10</c:v>
                </c:pt>
              </c:strCache>
            </c:strRef>
          </c:cat>
          <c:val>
            <c:numRef>
              <c:f>Sheet1!$B$2:$B$12</c:f>
              <c:numCache>
                <c:formatCode>General</c:formatCode>
                <c:ptCount val="11"/>
                <c:pt idx="0">
                  <c:v>0</c:v>
                </c:pt>
                <c:pt idx="1">
                  <c:v>6</c:v>
                </c:pt>
                <c:pt idx="2">
                  <c:v>7</c:v>
                </c:pt>
                <c:pt idx="3">
                  <c:v>11</c:v>
                </c:pt>
                <c:pt idx="4">
                  <c:v>6</c:v>
                </c:pt>
                <c:pt idx="5">
                  <c:v>5</c:v>
                </c:pt>
                <c:pt idx="6">
                  <c:v>5</c:v>
                </c:pt>
                <c:pt idx="7">
                  <c:v>6</c:v>
                </c:pt>
                <c:pt idx="8">
                  <c:v>2</c:v>
                </c:pt>
                <c:pt idx="9">
                  <c:v>0</c:v>
                </c:pt>
                <c:pt idx="10">
                  <c:v>2</c:v>
                </c:pt>
              </c:numCache>
            </c:numRef>
          </c:val>
          <c:extLst>
            <c:ext xmlns:c16="http://schemas.microsoft.com/office/drawing/2014/chart" uri="{C3380CC4-5D6E-409C-BE32-E72D297353CC}">
              <c16:uniqueId val="{00000000-677A-574B-910A-663D9C212804}"/>
            </c:ext>
          </c:extLst>
        </c:ser>
        <c:dLbls>
          <c:showLegendKey val="0"/>
          <c:showVal val="1"/>
          <c:showCatName val="0"/>
          <c:showSerName val="0"/>
          <c:showPercent val="0"/>
          <c:showBubbleSize val="0"/>
        </c:dLbls>
        <c:gapWidth val="60"/>
        <c:axId val="-2068027336"/>
        <c:axId val="-2113994440"/>
      </c:barChart>
      <c:catAx>
        <c:axId val="-2068027336"/>
        <c:scaling>
          <c:orientation val="minMax"/>
        </c:scaling>
        <c:delete val="0"/>
        <c:axPos val="b"/>
        <c:title>
          <c:tx>
            <c:rich>
              <a:bodyPr/>
              <a:lstStyle/>
              <a:p>
                <a:r>
                  <a:t>Kardeş sayısı</a:t>
                </a:r>
              </a:p>
            </c:rich>
          </c:tx>
          <c:overlay val="0"/>
        </c:title>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4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pieChart>
        <c:varyColors val="1"/>
        <c:ser>
          <c:idx val="0"/>
          <c:order val="0"/>
          <c:tx>
            <c:strRef>
              <c:f>Sheet1!$B$1</c:f>
              <c:strCache>
                <c:ptCount val="1"/>
                <c:pt idx="0">
                  <c:v>Mezhep</c:v>
                </c:pt>
              </c:strCache>
            </c:strRef>
          </c:tx>
          <c:dLbls>
            <c:numFmt formatCode="0%" sourceLinked="0"/>
            <c:spPr>
              <a:noFill/>
              <a:ln>
                <a:noFill/>
              </a:ln>
              <a:effectLst/>
            </c:spPr>
            <c:showLegendKey val="0"/>
            <c:showVal val="0"/>
            <c:showCatName val="0"/>
            <c:showSerName val="0"/>
            <c:showPercent val="1"/>
            <c:showBubbleSize val="0"/>
            <c:showLeaderLines val="1"/>
            <c:extLst>
              <c:ext xmlns:c15="http://schemas.microsoft.com/office/drawing/2012/chart" uri="{CE6537A1-D6FC-4f65-9D91-7224C49458BB}"/>
            </c:extLst>
          </c:dLbls>
          <c:cat>
            <c:strRef>
              <c:f>Sheet1!$A$2:$A$4</c:f>
              <c:strCache>
                <c:ptCount val="3"/>
                <c:pt idx="0">
                  <c:v>Şâfiî</c:v>
                </c:pt>
                <c:pt idx="1">
                  <c:v>Hanefî</c:v>
                </c:pt>
                <c:pt idx="2">
                  <c:v>Diğer</c:v>
                </c:pt>
              </c:strCache>
            </c:strRef>
          </c:cat>
          <c:val>
            <c:numRef>
              <c:f>Sheet1!$B$2:$B$4</c:f>
              <c:numCache>
                <c:formatCode>General</c:formatCode>
                <c:ptCount val="3"/>
                <c:pt idx="0">
                  <c:v>28</c:v>
                </c:pt>
                <c:pt idx="1">
                  <c:v>20</c:v>
                </c:pt>
                <c:pt idx="2">
                  <c:v>2</c:v>
                </c:pt>
              </c:numCache>
            </c:numRef>
          </c:val>
          <c:extLst>
            <c:ext xmlns:c16="http://schemas.microsoft.com/office/drawing/2014/chart" uri="{C3380CC4-5D6E-409C-BE32-E72D297353CC}">
              <c16:uniqueId val="{00000000-FA3D-924B-9276-147D270DA6BD}"/>
            </c:ext>
          </c:extLst>
        </c:ser>
        <c:dLbls>
          <c:showLegendKey val="0"/>
          <c:showVal val="0"/>
          <c:showCatName val="0"/>
          <c:showSerName val="0"/>
          <c:showPercent val="1"/>
          <c:showBubbleSize val="0"/>
          <c:showLeaderLines val="1"/>
        </c:dLbls>
        <c:firstSliceAng val="0"/>
      </c:pieChart>
    </c:plotArea>
    <c:legend>
      <c:legendPos val="b"/>
      <c:overlay val="0"/>
    </c:legend>
    <c:plotVisOnly val="1"/>
    <c:dispBlanksAs val="gap"/>
    <c:showDLblsOverMax val="1"/>
  </c:chart>
  <c:txPr>
    <a:bodyPr/>
    <a:lstStyle/>
    <a:p>
      <a:pPr>
        <a:defRPr sz="13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Namaz</c:v>
                </c:pt>
              </c:strCache>
            </c:strRef>
          </c:tx>
          <c:invertIfNegative val="1"/>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Hiç</c:v>
                </c:pt>
                <c:pt idx="1">
                  <c:v>Bazen</c:v>
                </c:pt>
                <c:pt idx="2">
                  <c:v>Düzenli</c:v>
                </c:pt>
              </c:strCache>
            </c:strRef>
          </c:cat>
          <c:val>
            <c:numRef>
              <c:f>Sheet1!$B$2:$B$4</c:f>
              <c:numCache>
                <c:formatCode>General</c:formatCode>
                <c:ptCount val="3"/>
                <c:pt idx="0">
                  <c:v>11</c:v>
                </c:pt>
                <c:pt idx="1">
                  <c:v>15</c:v>
                </c:pt>
                <c:pt idx="2">
                  <c:v>24</c:v>
                </c:pt>
              </c:numCache>
            </c:numRef>
          </c:val>
          <c:extLst>
            <c:ext xmlns:c16="http://schemas.microsoft.com/office/drawing/2014/chart" uri="{C3380CC4-5D6E-409C-BE32-E72D297353CC}">
              <c16:uniqueId val="{00000000-3F8A-CC43-87FC-0DB79A4221EA}"/>
            </c:ext>
          </c:extLst>
        </c:ser>
        <c:dLbls>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8116CB-4753-462A-A8D7-5C63C4F4F452}"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tr-TR"/>
        </a:p>
      </dgm:t>
    </dgm:pt>
    <dgm:pt modelId="{15D7349C-3024-4A17-9843-F1A2E15A0B2B}">
      <dgm:prSet phldrT="[Metin]" custT="1"/>
      <dgm:spPr>
        <a:solidFill>
          <a:schemeClr val="accent1">
            <a:lumMod val="90000"/>
            <a:alpha val="81000"/>
          </a:schemeClr>
        </a:solidFill>
      </dgm:spPr>
      <dgm:t>
        <a:bodyPr/>
        <a:lstStyle/>
        <a:p>
          <a:pPr>
            <a:buClrTx/>
            <a:buSzTx/>
            <a:buFontTx/>
            <a:buNone/>
          </a:pPr>
          <a:r>
            <a:rPr kumimoji="0" lang="tr-TR" altLang="tr-TR" sz="1800" b="1" i="0" u="none" strike="noStrike" cap="none" normalizeH="0" baseline="0" dirty="0">
              <a:ln/>
              <a:effectLst/>
              <a:latin typeface="Arial" panose="020B0604020202020204" pitchFamily="34" charset="0"/>
            </a:rPr>
            <a:t>ŞANS DEĞİŞKENİ</a:t>
          </a:r>
          <a:br>
            <a:rPr kumimoji="0" lang="tr-TR" altLang="tr-TR" sz="1800" b="1" i="0" u="none" strike="noStrike" cap="none" normalizeH="0" baseline="0" dirty="0">
              <a:ln/>
              <a:effectLst/>
              <a:latin typeface="Arial" panose="020B0604020202020204" pitchFamily="34" charset="0"/>
            </a:rPr>
          </a:br>
          <a:r>
            <a:rPr kumimoji="0" lang="tr-TR" altLang="tr-TR" sz="1800" b="1" i="0" u="none" strike="noStrike" cap="none" normalizeH="0" baseline="0" dirty="0">
              <a:ln/>
              <a:effectLst/>
              <a:latin typeface="Arial" panose="020B0604020202020204" pitchFamily="34" charset="0"/>
            </a:rPr>
            <a:t> TÜRLERİ</a:t>
          </a:r>
          <a:endParaRPr lang="tr-TR" sz="1800" dirty="0"/>
        </a:p>
      </dgm:t>
    </dgm:pt>
    <dgm:pt modelId="{F5F3F22B-C41B-4757-85A1-EA9DA344BD6E}" type="parTrans" cxnId="{8744713C-27F8-4F0D-BF36-23E4A962E137}">
      <dgm:prSet/>
      <dgm:spPr/>
      <dgm:t>
        <a:bodyPr/>
        <a:lstStyle/>
        <a:p>
          <a:endParaRPr lang="tr-TR" sz="1200"/>
        </a:p>
      </dgm:t>
    </dgm:pt>
    <dgm:pt modelId="{3A998E09-83A9-43B4-AF77-B367DDFABF59}" type="sibTrans" cxnId="{8744713C-27F8-4F0D-BF36-23E4A962E137}">
      <dgm:prSet/>
      <dgm:spPr/>
      <dgm:t>
        <a:bodyPr/>
        <a:lstStyle/>
        <a:p>
          <a:endParaRPr lang="tr-TR" sz="1200"/>
        </a:p>
      </dgm:t>
    </dgm:pt>
    <dgm:pt modelId="{32A62DC5-CF4F-45E1-B7C7-7483040FB010}">
      <dgm:prSet phldrT="[Metin]" custT="1"/>
      <dgm:spPr>
        <a:solidFill>
          <a:schemeClr val="accent1">
            <a:lumMod val="90000"/>
            <a:alpha val="90000"/>
          </a:schemeClr>
        </a:solidFill>
      </dgm:spPr>
      <dgm:t>
        <a:bodyPr/>
        <a:lstStyle/>
        <a:p>
          <a:r>
            <a:rPr lang="tr-TR" sz="1800" dirty="0"/>
            <a:t>Kategorik (Nominal) Değişken</a:t>
          </a:r>
        </a:p>
      </dgm:t>
    </dgm:pt>
    <dgm:pt modelId="{45A45174-2877-4B76-805C-ADCCF160EDA6}" type="parTrans" cxnId="{5DE98329-0CE7-4FCA-853C-35EE2DCE7AA9}">
      <dgm:prSet/>
      <dgm:spPr/>
      <dgm:t>
        <a:bodyPr/>
        <a:lstStyle/>
        <a:p>
          <a:endParaRPr lang="tr-TR" sz="1200"/>
        </a:p>
      </dgm:t>
    </dgm:pt>
    <dgm:pt modelId="{D6427A22-0D19-4052-B16F-865D2AAE3893}" type="sibTrans" cxnId="{5DE98329-0CE7-4FCA-853C-35EE2DCE7AA9}">
      <dgm:prSet/>
      <dgm:spPr/>
      <dgm:t>
        <a:bodyPr/>
        <a:lstStyle/>
        <a:p>
          <a:endParaRPr lang="tr-TR" sz="1200"/>
        </a:p>
      </dgm:t>
    </dgm:pt>
    <dgm:pt modelId="{2B580C7A-FE38-4951-B824-EEE474A50DCF}">
      <dgm:prSet phldrT="[Metin]" custT="1"/>
      <dgm:spPr>
        <a:solidFill>
          <a:schemeClr val="accent1">
            <a:lumMod val="90000"/>
            <a:alpha val="90000"/>
          </a:schemeClr>
        </a:solidFill>
      </dgm:spPr>
      <dgm:t>
        <a:bodyPr/>
        <a:lstStyle/>
        <a:p>
          <a:r>
            <a:rPr lang="tr-TR" sz="1800" dirty="0"/>
            <a:t>Nicel </a:t>
          </a:r>
          <a:r>
            <a:rPr lang="tr-TR" sz="1800" dirty="0" err="1"/>
            <a:t>Değişken</a:t>
          </a:r>
          <a:endParaRPr lang="tr-TR" sz="1800" dirty="0"/>
        </a:p>
      </dgm:t>
    </dgm:pt>
    <dgm:pt modelId="{BD9741B7-23AA-45EE-A30A-B0E42F83AF55}" type="parTrans" cxnId="{7B77F541-0C6B-4245-92D8-DD2321A0D2DF}">
      <dgm:prSet/>
      <dgm:spPr/>
      <dgm:t>
        <a:bodyPr/>
        <a:lstStyle/>
        <a:p>
          <a:endParaRPr lang="tr-TR" sz="1200"/>
        </a:p>
      </dgm:t>
    </dgm:pt>
    <dgm:pt modelId="{A9CE5CED-2E11-45BC-9601-474F4DFE5DB2}" type="sibTrans" cxnId="{7B77F541-0C6B-4245-92D8-DD2321A0D2DF}">
      <dgm:prSet/>
      <dgm:spPr/>
      <dgm:t>
        <a:bodyPr/>
        <a:lstStyle/>
        <a:p>
          <a:endParaRPr lang="tr-TR" sz="1200"/>
        </a:p>
      </dgm:t>
    </dgm:pt>
    <dgm:pt modelId="{C1E71BDE-B420-48EC-BB9E-D013501BDFF5}">
      <dgm:prSet phldrT="[Metin]" custT="1"/>
      <dgm:spPr>
        <a:solidFill>
          <a:schemeClr val="accent1">
            <a:alpha val="90000"/>
          </a:schemeClr>
        </a:solidFill>
      </dgm:spPr>
      <dgm:t>
        <a:bodyPr/>
        <a:lstStyle/>
        <a:p>
          <a:r>
            <a:rPr lang="tr-TR" sz="1800" dirty="0"/>
            <a:t>Kesikli Değişken</a:t>
          </a:r>
        </a:p>
      </dgm:t>
    </dgm:pt>
    <dgm:pt modelId="{B89BF68E-A0D7-45BB-8AE5-4D1F7C5F1D4C}" type="parTrans" cxnId="{82610D9C-92C7-4535-BCC2-EEB713DB128B}">
      <dgm:prSet/>
      <dgm:spPr/>
      <dgm:t>
        <a:bodyPr/>
        <a:lstStyle/>
        <a:p>
          <a:endParaRPr lang="tr-TR" sz="1200"/>
        </a:p>
      </dgm:t>
    </dgm:pt>
    <dgm:pt modelId="{31442585-B149-47B7-9C97-10AA74793E1A}" type="sibTrans" cxnId="{82610D9C-92C7-4535-BCC2-EEB713DB128B}">
      <dgm:prSet/>
      <dgm:spPr/>
      <dgm:t>
        <a:bodyPr/>
        <a:lstStyle/>
        <a:p>
          <a:endParaRPr lang="tr-TR" sz="1200"/>
        </a:p>
      </dgm:t>
    </dgm:pt>
    <dgm:pt modelId="{1CCC79DF-F621-47B0-8737-DDE734452E86}">
      <dgm:prSet custT="1"/>
      <dgm:spPr>
        <a:solidFill>
          <a:schemeClr val="accent1">
            <a:alpha val="90000"/>
          </a:schemeClr>
        </a:solidFill>
      </dgm:spPr>
      <dgm:t>
        <a:bodyPr/>
        <a:lstStyle/>
        <a:p>
          <a:r>
            <a:rPr lang="tr-TR" sz="1800" dirty="0"/>
            <a:t>Sürekli Değişken</a:t>
          </a:r>
        </a:p>
      </dgm:t>
    </dgm:pt>
    <dgm:pt modelId="{5C5F66DF-F078-4565-B701-899D532996BC}" type="parTrans" cxnId="{AAD23CE5-D8B9-4571-BAAD-47624A42C40A}">
      <dgm:prSet/>
      <dgm:spPr/>
      <dgm:t>
        <a:bodyPr/>
        <a:lstStyle/>
        <a:p>
          <a:endParaRPr lang="tr-TR" sz="1200"/>
        </a:p>
      </dgm:t>
    </dgm:pt>
    <dgm:pt modelId="{38D106B9-128B-4C7D-902F-1D29511F0789}" type="sibTrans" cxnId="{AAD23CE5-D8B9-4571-BAAD-47624A42C40A}">
      <dgm:prSet/>
      <dgm:spPr/>
      <dgm:t>
        <a:bodyPr/>
        <a:lstStyle/>
        <a:p>
          <a:endParaRPr lang="tr-TR" sz="1200"/>
        </a:p>
      </dgm:t>
    </dgm:pt>
    <dgm:pt modelId="{BB96F25B-8A56-447F-93F3-F9590C46413D}">
      <dgm:prSet custT="1"/>
      <dgm:spPr>
        <a:solidFill>
          <a:schemeClr val="accent1">
            <a:lumMod val="90000"/>
            <a:alpha val="90000"/>
          </a:schemeClr>
        </a:solidFill>
      </dgm:spPr>
      <dgm:t>
        <a:bodyPr/>
        <a:lstStyle/>
        <a:p>
          <a:r>
            <a:rPr lang="tr-TR" sz="1800" dirty="0"/>
            <a:t>Sıralı (Ordinal) Değişken</a:t>
          </a:r>
        </a:p>
      </dgm:t>
    </dgm:pt>
    <dgm:pt modelId="{B6E24909-FD1F-4640-8B6F-DA590279C472}" type="parTrans" cxnId="{F3187749-296C-4DDD-9E73-8849B6351343}">
      <dgm:prSet/>
      <dgm:spPr/>
      <dgm:t>
        <a:bodyPr/>
        <a:lstStyle/>
        <a:p>
          <a:endParaRPr lang="tr-TR"/>
        </a:p>
      </dgm:t>
    </dgm:pt>
    <dgm:pt modelId="{5BF8C0DF-AF18-4121-8A32-E16C8D527CAE}" type="sibTrans" cxnId="{F3187749-296C-4DDD-9E73-8849B6351343}">
      <dgm:prSet/>
      <dgm:spPr/>
      <dgm:t>
        <a:bodyPr/>
        <a:lstStyle/>
        <a:p>
          <a:endParaRPr lang="tr-TR"/>
        </a:p>
      </dgm:t>
    </dgm:pt>
    <dgm:pt modelId="{A59F613B-1AB7-4C46-9D96-37BDCBB959B4}" type="pres">
      <dgm:prSet presAssocID="{408116CB-4753-462A-A8D7-5C63C4F4F452}" presName="hierChild1" presStyleCnt="0">
        <dgm:presLayoutVars>
          <dgm:chPref val="1"/>
          <dgm:dir val="rev"/>
          <dgm:animOne val="branch"/>
          <dgm:animLvl val="lvl"/>
          <dgm:resizeHandles/>
        </dgm:presLayoutVars>
      </dgm:prSet>
      <dgm:spPr/>
    </dgm:pt>
    <dgm:pt modelId="{40FA465D-27A0-4AC2-9727-757D60045BC1}" type="pres">
      <dgm:prSet presAssocID="{15D7349C-3024-4A17-9843-F1A2E15A0B2B}" presName="hierRoot1" presStyleCnt="0"/>
      <dgm:spPr/>
    </dgm:pt>
    <dgm:pt modelId="{8621318B-9B03-4AD2-B40B-F3E045595D1B}" type="pres">
      <dgm:prSet presAssocID="{15D7349C-3024-4A17-9843-F1A2E15A0B2B}" presName="composite" presStyleCnt="0"/>
      <dgm:spPr/>
    </dgm:pt>
    <dgm:pt modelId="{27FB28E2-4A25-4762-862F-1885D4D19877}" type="pres">
      <dgm:prSet presAssocID="{15D7349C-3024-4A17-9843-F1A2E15A0B2B}" presName="background" presStyleLbl="node0" presStyleIdx="0" presStyleCnt="1"/>
      <dgm:spPr/>
    </dgm:pt>
    <dgm:pt modelId="{3E373D0B-5AD2-444A-A641-BC8F44CBFF13}" type="pres">
      <dgm:prSet presAssocID="{15D7349C-3024-4A17-9843-F1A2E15A0B2B}" presName="text" presStyleLbl="fgAcc0" presStyleIdx="0" presStyleCnt="1">
        <dgm:presLayoutVars>
          <dgm:chPref val="3"/>
        </dgm:presLayoutVars>
      </dgm:prSet>
      <dgm:spPr/>
    </dgm:pt>
    <dgm:pt modelId="{4093761C-94F7-4101-AA6C-1C6677F7F824}" type="pres">
      <dgm:prSet presAssocID="{15D7349C-3024-4A17-9843-F1A2E15A0B2B}" presName="hierChild2" presStyleCnt="0"/>
      <dgm:spPr/>
    </dgm:pt>
    <dgm:pt modelId="{73F2929C-FA24-4C81-81EA-F7711020A995}" type="pres">
      <dgm:prSet presAssocID="{45A45174-2877-4B76-805C-ADCCF160EDA6}" presName="Name10" presStyleLbl="parChTrans1D2" presStyleIdx="0" presStyleCnt="3"/>
      <dgm:spPr/>
    </dgm:pt>
    <dgm:pt modelId="{34B4FAA3-0C7B-47EA-B3FD-3820DB7D8723}" type="pres">
      <dgm:prSet presAssocID="{32A62DC5-CF4F-45E1-B7C7-7483040FB010}" presName="hierRoot2" presStyleCnt="0"/>
      <dgm:spPr/>
    </dgm:pt>
    <dgm:pt modelId="{8ACE1DC8-B137-4CA2-9034-965991FAF6C1}" type="pres">
      <dgm:prSet presAssocID="{32A62DC5-CF4F-45E1-B7C7-7483040FB010}" presName="composite2" presStyleCnt="0"/>
      <dgm:spPr/>
    </dgm:pt>
    <dgm:pt modelId="{BDC543EE-8E14-4C52-8001-83D98EDC4A75}" type="pres">
      <dgm:prSet presAssocID="{32A62DC5-CF4F-45E1-B7C7-7483040FB010}" presName="background2" presStyleLbl="node2" presStyleIdx="0" presStyleCnt="3"/>
      <dgm:spPr/>
    </dgm:pt>
    <dgm:pt modelId="{32C96AC4-BB77-4144-BEEC-3F24E245FAA8}" type="pres">
      <dgm:prSet presAssocID="{32A62DC5-CF4F-45E1-B7C7-7483040FB010}" presName="text2" presStyleLbl="fgAcc2" presStyleIdx="0" presStyleCnt="3">
        <dgm:presLayoutVars>
          <dgm:chPref val="3"/>
        </dgm:presLayoutVars>
      </dgm:prSet>
      <dgm:spPr/>
    </dgm:pt>
    <dgm:pt modelId="{CEDCFA9C-27F2-4C88-BC26-7CB080AD9D58}" type="pres">
      <dgm:prSet presAssocID="{32A62DC5-CF4F-45E1-B7C7-7483040FB010}" presName="hierChild3" presStyleCnt="0"/>
      <dgm:spPr/>
    </dgm:pt>
    <dgm:pt modelId="{DAAD4287-BB37-4F6D-ADD6-DAA4ABFFF606}" type="pres">
      <dgm:prSet presAssocID="{B6E24909-FD1F-4640-8B6F-DA590279C472}" presName="Name10" presStyleLbl="parChTrans1D2" presStyleIdx="1" presStyleCnt="3"/>
      <dgm:spPr/>
    </dgm:pt>
    <dgm:pt modelId="{B494E8EE-686D-4B92-B3CD-374F5A056F85}" type="pres">
      <dgm:prSet presAssocID="{BB96F25B-8A56-447F-93F3-F9590C46413D}" presName="hierRoot2" presStyleCnt="0"/>
      <dgm:spPr/>
    </dgm:pt>
    <dgm:pt modelId="{24146CAC-C814-44B4-891A-50A2EC207E6E}" type="pres">
      <dgm:prSet presAssocID="{BB96F25B-8A56-447F-93F3-F9590C46413D}" presName="composite2" presStyleCnt="0"/>
      <dgm:spPr/>
    </dgm:pt>
    <dgm:pt modelId="{B0142C7F-8AE1-4E3E-8C52-99B3B32CFF96}" type="pres">
      <dgm:prSet presAssocID="{BB96F25B-8A56-447F-93F3-F9590C46413D}" presName="background2" presStyleLbl="node2" presStyleIdx="1" presStyleCnt="3"/>
      <dgm:spPr/>
    </dgm:pt>
    <dgm:pt modelId="{77D7B774-2F88-431C-8BAE-C2B8E097405A}" type="pres">
      <dgm:prSet presAssocID="{BB96F25B-8A56-447F-93F3-F9590C46413D}" presName="text2" presStyleLbl="fgAcc2" presStyleIdx="1" presStyleCnt="3">
        <dgm:presLayoutVars>
          <dgm:chPref val="3"/>
        </dgm:presLayoutVars>
      </dgm:prSet>
      <dgm:spPr/>
    </dgm:pt>
    <dgm:pt modelId="{673E982A-320F-41F1-9560-437344CEBF1F}" type="pres">
      <dgm:prSet presAssocID="{BB96F25B-8A56-447F-93F3-F9590C46413D}" presName="hierChild3" presStyleCnt="0"/>
      <dgm:spPr/>
    </dgm:pt>
    <dgm:pt modelId="{E658EEED-A829-45B2-AAF2-7BC20B45AAEC}" type="pres">
      <dgm:prSet presAssocID="{BD9741B7-23AA-45EE-A30A-B0E42F83AF55}" presName="Name10" presStyleLbl="parChTrans1D2" presStyleIdx="2" presStyleCnt="3"/>
      <dgm:spPr/>
    </dgm:pt>
    <dgm:pt modelId="{438166FC-6744-4BEE-AB69-16F5A6D21FCF}" type="pres">
      <dgm:prSet presAssocID="{2B580C7A-FE38-4951-B824-EEE474A50DCF}" presName="hierRoot2" presStyleCnt="0"/>
      <dgm:spPr/>
    </dgm:pt>
    <dgm:pt modelId="{C5B1890C-F920-435E-9B0F-319E1B531033}" type="pres">
      <dgm:prSet presAssocID="{2B580C7A-FE38-4951-B824-EEE474A50DCF}" presName="composite2" presStyleCnt="0"/>
      <dgm:spPr/>
    </dgm:pt>
    <dgm:pt modelId="{812D99AD-3199-404B-929E-1D820E68C6B9}" type="pres">
      <dgm:prSet presAssocID="{2B580C7A-FE38-4951-B824-EEE474A50DCF}" presName="background2" presStyleLbl="node2" presStyleIdx="2" presStyleCnt="3"/>
      <dgm:spPr/>
    </dgm:pt>
    <dgm:pt modelId="{AA0F6C41-CC78-4ABC-BB61-B598127FA555}" type="pres">
      <dgm:prSet presAssocID="{2B580C7A-FE38-4951-B824-EEE474A50DCF}" presName="text2" presStyleLbl="fgAcc2" presStyleIdx="2" presStyleCnt="3">
        <dgm:presLayoutVars>
          <dgm:chPref val="3"/>
        </dgm:presLayoutVars>
      </dgm:prSet>
      <dgm:spPr/>
    </dgm:pt>
    <dgm:pt modelId="{6392565A-0970-4079-AA7C-B13829D4A7EF}" type="pres">
      <dgm:prSet presAssocID="{2B580C7A-FE38-4951-B824-EEE474A50DCF}" presName="hierChild3" presStyleCnt="0"/>
      <dgm:spPr/>
    </dgm:pt>
    <dgm:pt modelId="{7B556B56-F485-434E-B072-06A96137809B}" type="pres">
      <dgm:prSet presAssocID="{B89BF68E-A0D7-45BB-8AE5-4D1F7C5F1D4C}" presName="Name17" presStyleLbl="parChTrans1D3" presStyleIdx="0" presStyleCnt="2"/>
      <dgm:spPr/>
    </dgm:pt>
    <dgm:pt modelId="{A0A8EB9E-1D87-46E5-A4FB-1C7BAC29E148}" type="pres">
      <dgm:prSet presAssocID="{C1E71BDE-B420-48EC-BB9E-D013501BDFF5}" presName="hierRoot3" presStyleCnt="0"/>
      <dgm:spPr/>
    </dgm:pt>
    <dgm:pt modelId="{DE65B834-AB8F-4C4A-AEC4-509BE749E7F1}" type="pres">
      <dgm:prSet presAssocID="{C1E71BDE-B420-48EC-BB9E-D013501BDFF5}" presName="composite3" presStyleCnt="0"/>
      <dgm:spPr/>
    </dgm:pt>
    <dgm:pt modelId="{7ABB2C4B-2B9A-49C5-800D-8FF3F8679456}" type="pres">
      <dgm:prSet presAssocID="{C1E71BDE-B420-48EC-BB9E-D013501BDFF5}" presName="background3" presStyleLbl="node3" presStyleIdx="0" presStyleCnt="2"/>
      <dgm:spPr/>
    </dgm:pt>
    <dgm:pt modelId="{FB9DEB87-0C40-47A6-BA13-E76B53348471}" type="pres">
      <dgm:prSet presAssocID="{C1E71BDE-B420-48EC-BB9E-D013501BDFF5}" presName="text3" presStyleLbl="fgAcc3" presStyleIdx="0" presStyleCnt="2">
        <dgm:presLayoutVars>
          <dgm:chPref val="3"/>
        </dgm:presLayoutVars>
      </dgm:prSet>
      <dgm:spPr/>
    </dgm:pt>
    <dgm:pt modelId="{F39FAD72-FB14-4E37-A198-B34C5774E762}" type="pres">
      <dgm:prSet presAssocID="{C1E71BDE-B420-48EC-BB9E-D013501BDFF5}" presName="hierChild4" presStyleCnt="0"/>
      <dgm:spPr/>
    </dgm:pt>
    <dgm:pt modelId="{BE1614D9-7598-46C0-818B-D4D84AA802D7}" type="pres">
      <dgm:prSet presAssocID="{5C5F66DF-F078-4565-B701-899D532996BC}" presName="Name17" presStyleLbl="parChTrans1D3" presStyleIdx="1" presStyleCnt="2"/>
      <dgm:spPr/>
    </dgm:pt>
    <dgm:pt modelId="{6E2C96EE-3CD5-40D4-A6FC-6DEA5A3E5157}" type="pres">
      <dgm:prSet presAssocID="{1CCC79DF-F621-47B0-8737-DDE734452E86}" presName="hierRoot3" presStyleCnt="0"/>
      <dgm:spPr/>
    </dgm:pt>
    <dgm:pt modelId="{D9E46010-8870-4FE4-900B-B31665C71E63}" type="pres">
      <dgm:prSet presAssocID="{1CCC79DF-F621-47B0-8737-DDE734452E86}" presName="composite3" presStyleCnt="0"/>
      <dgm:spPr/>
    </dgm:pt>
    <dgm:pt modelId="{EC844B2D-119E-403D-8D1B-10DAF0273AF8}" type="pres">
      <dgm:prSet presAssocID="{1CCC79DF-F621-47B0-8737-DDE734452E86}" presName="background3" presStyleLbl="node3" presStyleIdx="1" presStyleCnt="2"/>
      <dgm:spPr/>
    </dgm:pt>
    <dgm:pt modelId="{3058050A-C09A-49CD-934F-5C7E2E22D13D}" type="pres">
      <dgm:prSet presAssocID="{1CCC79DF-F621-47B0-8737-DDE734452E86}" presName="text3" presStyleLbl="fgAcc3" presStyleIdx="1" presStyleCnt="2" custLinFactNeighborX="415" custLinFactNeighborY="-801">
        <dgm:presLayoutVars>
          <dgm:chPref val="3"/>
        </dgm:presLayoutVars>
      </dgm:prSet>
      <dgm:spPr/>
    </dgm:pt>
    <dgm:pt modelId="{BB1AEACB-6014-4331-906E-53EB2651EE3E}" type="pres">
      <dgm:prSet presAssocID="{1CCC79DF-F621-47B0-8737-DDE734452E86}" presName="hierChild4" presStyleCnt="0"/>
      <dgm:spPr/>
    </dgm:pt>
  </dgm:ptLst>
  <dgm:cxnLst>
    <dgm:cxn modelId="{DC320D19-1FEF-4465-B08B-39BC8DB71143}" type="presOf" srcId="{15D7349C-3024-4A17-9843-F1A2E15A0B2B}" destId="{3E373D0B-5AD2-444A-A641-BC8F44CBFF13}" srcOrd="0" destOrd="0" presId="urn:microsoft.com/office/officeart/2005/8/layout/hierarchy1"/>
    <dgm:cxn modelId="{37562E19-62D2-4807-A695-3E9DA58E8122}" type="presOf" srcId="{B89BF68E-A0D7-45BB-8AE5-4D1F7C5F1D4C}" destId="{7B556B56-F485-434E-B072-06A96137809B}" srcOrd="0" destOrd="0" presId="urn:microsoft.com/office/officeart/2005/8/layout/hierarchy1"/>
    <dgm:cxn modelId="{3DA7FE1E-7C84-486F-837C-2D4E3C68D2EB}" type="presOf" srcId="{408116CB-4753-462A-A8D7-5C63C4F4F452}" destId="{A59F613B-1AB7-4C46-9D96-37BDCBB959B4}" srcOrd="0" destOrd="0" presId="urn:microsoft.com/office/officeart/2005/8/layout/hierarchy1"/>
    <dgm:cxn modelId="{5DE98329-0CE7-4FCA-853C-35EE2DCE7AA9}" srcId="{15D7349C-3024-4A17-9843-F1A2E15A0B2B}" destId="{32A62DC5-CF4F-45E1-B7C7-7483040FB010}" srcOrd="0" destOrd="0" parTransId="{45A45174-2877-4B76-805C-ADCCF160EDA6}" sibTransId="{D6427A22-0D19-4052-B16F-865D2AAE3893}"/>
    <dgm:cxn modelId="{8744713C-27F8-4F0D-BF36-23E4A962E137}" srcId="{408116CB-4753-462A-A8D7-5C63C4F4F452}" destId="{15D7349C-3024-4A17-9843-F1A2E15A0B2B}" srcOrd="0" destOrd="0" parTransId="{F5F3F22B-C41B-4757-85A1-EA9DA344BD6E}" sibTransId="{3A998E09-83A9-43B4-AF77-B367DDFABF59}"/>
    <dgm:cxn modelId="{7B77F541-0C6B-4245-92D8-DD2321A0D2DF}" srcId="{15D7349C-3024-4A17-9843-F1A2E15A0B2B}" destId="{2B580C7A-FE38-4951-B824-EEE474A50DCF}" srcOrd="2" destOrd="0" parTransId="{BD9741B7-23AA-45EE-A30A-B0E42F83AF55}" sibTransId="{A9CE5CED-2E11-45BC-9601-474F4DFE5DB2}"/>
    <dgm:cxn modelId="{5B218944-2223-4791-A020-C7F22DA4B93F}" type="presOf" srcId="{BD9741B7-23AA-45EE-A30A-B0E42F83AF55}" destId="{E658EEED-A829-45B2-AAF2-7BC20B45AAEC}" srcOrd="0" destOrd="0" presId="urn:microsoft.com/office/officeart/2005/8/layout/hierarchy1"/>
    <dgm:cxn modelId="{F5BFBD47-7B4C-4EC1-B5B7-5227041111DD}" type="presOf" srcId="{C1E71BDE-B420-48EC-BB9E-D013501BDFF5}" destId="{FB9DEB87-0C40-47A6-BA13-E76B53348471}" srcOrd="0" destOrd="0" presId="urn:microsoft.com/office/officeart/2005/8/layout/hierarchy1"/>
    <dgm:cxn modelId="{F3187749-296C-4DDD-9E73-8849B6351343}" srcId="{15D7349C-3024-4A17-9843-F1A2E15A0B2B}" destId="{BB96F25B-8A56-447F-93F3-F9590C46413D}" srcOrd="1" destOrd="0" parTransId="{B6E24909-FD1F-4640-8B6F-DA590279C472}" sibTransId="{5BF8C0DF-AF18-4121-8A32-E16C8D527CAE}"/>
    <dgm:cxn modelId="{36243979-4D02-413A-861B-86123D5F5FB7}" type="presOf" srcId="{2B580C7A-FE38-4951-B824-EEE474A50DCF}" destId="{AA0F6C41-CC78-4ABC-BB61-B598127FA555}" srcOrd="0" destOrd="0" presId="urn:microsoft.com/office/officeart/2005/8/layout/hierarchy1"/>
    <dgm:cxn modelId="{DC6C497F-C07D-4CB3-99E7-FD6188464930}" type="presOf" srcId="{1CCC79DF-F621-47B0-8737-DDE734452E86}" destId="{3058050A-C09A-49CD-934F-5C7E2E22D13D}" srcOrd="0" destOrd="0" presId="urn:microsoft.com/office/officeart/2005/8/layout/hierarchy1"/>
    <dgm:cxn modelId="{82610D9C-92C7-4535-BCC2-EEB713DB128B}" srcId="{2B580C7A-FE38-4951-B824-EEE474A50DCF}" destId="{C1E71BDE-B420-48EC-BB9E-D013501BDFF5}" srcOrd="0" destOrd="0" parTransId="{B89BF68E-A0D7-45BB-8AE5-4D1F7C5F1D4C}" sibTransId="{31442585-B149-47B7-9C97-10AA74793E1A}"/>
    <dgm:cxn modelId="{9A0E85B2-EEA0-402F-9AD0-CAA9586758B9}" type="presOf" srcId="{45A45174-2877-4B76-805C-ADCCF160EDA6}" destId="{73F2929C-FA24-4C81-81EA-F7711020A995}" srcOrd="0" destOrd="0" presId="urn:microsoft.com/office/officeart/2005/8/layout/hierarchy1"/>
    <dgm:cxn modelId="{FBC523CD-1DE7-426A-AD22-061F2D153DE5}" type="presOf" srcId="{BB96F25B-8A56-447F-93F3-F9590C46413D}" destId="{77D7B774-2F88-431C-8BAE-C2B8E097405A}" srcOrd="0" destOrd="0" presId="urn:microsoft.com/office/officeart/2005/8/layout/hierarchy1"/>
    <dgm:cxn modelId="{C37912D0-943E-4B1A-A375-249901B74833}" type="presOf" srcId="{32A62DC5-CF4F-45E1-B7C7-7483040FB010}" destId="{32C96AC4-BB77-4144-BEEC-3F24E245FAA8}" srcOrd="0" destOrd="0" presId="urn:microsoft.com/office/officeart/2005/8/layout/hierarchy1"/>
    <dgm:cxn modelId="{82A17AD2-624F-462C-A3C9-F79F1F50CD5D}" type="presOf" srcId="{5C5F66DF-F078-4565-B701-899D532996BC}" destId="{BE1614D9-7598-46C0-818B-D4D84AA802D7}" srcOrd="0" destOrd="0" presId="urn:microsoft.com/office/officeart/2005/8/layout/hierarchy1"/>
    <dgm:cxn modelId="{AAD23CE5-D8B9-4571-BAAD-47624A42C40A}" srcId="{2B580C7A-FE38-4951-B824-EEE474A50DCF}" destId="{1CCC79DF-F621-47B0-8737-DDE734452E86}" srcOrd="1" destOrd="0" parTransId="{5C5F66DF-F078-4565-B701-899D532996BC}" sibTransId="{38D106B9-128B-4C7D-902F-1D29511F0789}"/>
    <dgm:cxn modelId="{15613CEB-96A3-45D6-AFFC-8C98C6431E0C}" type="presOf" srcId="{B6E24909-FD1F-4640-8B6F-DA590279C472}" destId="{DAAD4287-BB37-4F6D-ADD6-DAA4ABFFF606}" srcOrd="0" destOrd="0" presId="urn:microsoft.com/office/officeart/2005/8/layout/hierarchy1"/>
    <dgm:cxn modelId="{1C0D11DB-EF16-4084-B30B-E504F6AD0C0C}" type="presParOf" srcId="{A59F613B-1AB7-4C46-9D96-37BDCBB959B4}" destId="{40FA465D-27A0-4AC2-9727-757D60045BC1}" srcOrd="0" destOrd="0" presId="urn:microsoft.com/office/officeart/2005/8/layout/hierarchy1"/>
    <dgm:cxn modelId="{A58CB199-D30D-4EC4-9614-82D615941DAA}" type="presParOf" srcId="{40FA465D-27A0-4AC2-9727-757D60045BC1}" destId="{8621318B-9B03-4AD2-B40B-F3E045595D1B}" srcOrd="0" destOrd="0" presId="urn:microsoft.com/office/officeart/2005/8/layout/hierarchy1"/>
    <dgm:cxn modelId="{316B097C-A69E-46A3-94BA-BDF3DEF45515}" type="presParOf" srcId="{8621318B-9B03-4AD2-B40B-F3E045595D1B}" destId="{27FB28E2-4A25-4762-862F-1885D4D19877}" srcOrd="0" destOrd="0" presId="urn:microsoft.com/office/officeart/2005/8/layout/hierarchy1"/>
    <dgm:cxn modelId="{FC1D66DB-3000-4A11-A526-B7EB913FF231}" type="presParOf" srcId="{8621318B-9B03-4AD2-B40B-F3E045595D1B}" destId="{3E373D0B-5AD2-444A-A641-BC8F44CBFF13}" srcOrd="1" destOrd="0" presId="urn:microsoft.com/office/officeart/2005/8/layout/hierarchy1"/>
    <dgm:cxn modelId="{8DA6ACD0-4353-41AF-BD33-D6C8F5DB645C}" type="presParOf" srcId="{40FA465D-27A0-4AC2-9727-757D60045BC1}" destId="{4093761C-94F7-4101-AA6C-1C6677F7F824}" srcOrd="1" destOrd="0" presId="urn:microsoft.com/office/officeart/2005/8/layout/hierarchy1"/>
    <dgm:cxn modelId="{D2AEF9F5-F920-47DC-84B7-C16923CAE941}" type="presParOf" srcId="{4093761C-94F7-4101-AA6C-1C6677F7F824}" destId="{73F2929C-FA24-4C81-81EA-F7711020A995}" srcOrd="0" destOrd="0" presId="urn:microsoft.com/office/officeart/2005/8/layout/hierarchy1"/>
    <dgm:cxn modelId="{BDB1066F-F972-4B72-BFE7-150C2F8BE42E}" type="presParOf" srcId="{4093761C-94F7-4101-AA6C-1C6677F7F824}" destId="{34B4FAA3-0C7B-47EA-B3FD-3820DB7D8723}" srcOrd="1" destOrd="0" presId="urn:microsoft.com/office/officeart/2005/8/layout/hierarchy1"/>
    <dgm:cxn modelId="{2256A977-DE53-46C0-8077-969D4A49BE67}" type="presParOf" srcId="{34B4FAA3-0C7B-47EA-B3FD-3820DB7D8723}" destId="{8ACE1DC8-B137-4CA2-9034-965991FAF6C1}" srcOrd="0" destOrd="0" presId="urn:microsoft.com/office/officeart/2005/8/layout/hierarchy1"/>
    <dgm:cxn modelId="{86329973-2725-4D8D-8ED7-A5B7821310DA}" type="presParOf" srcId="{8ACE1DC8-B137-4CA2-9034-965991FAF6C1}" destId="{BDC543EE-8E14-4C52-8001-83D98EDC4A75}" srcOrd="0" destOrd="0" presId="urn:microsoft.com/office/officeart/2005/8/layout/hierarchy1"/>
    <dgm:cxn modelId="{1A356FCC-F972-4B29-A467-7B3AEBF9B8C1}" type="presParOf" srcId="{8ACE1DC8-B137-4CA2-9034-965991FAF6C1}" destId="{32C96AC4-BB77-4144-BEEC-3F24E245FAA8}" srcOrd="1" destOrd="0" presId="urn:microsoft.com/office/officeart/2005/8/layout/hierarchy1"/>
    <dgm:cxn modelId="{2C194F5E-EA58-4205-AE63-D52049E761C7}" type="presParOf" srcId="{34B4FAA3-0C7B-47EA-B3FD-3820DB7D8723}" destId="{CEDCFA9C-27F2-4C88-BC26-7CB080AD9D58}" srcOrd="1" destOrd="0" presId="urn:microsoft.com/office/officeart/2005/8/layout/hierarchy1"/>
    <dgm:cxn modelId="{12BA6971-8642-44E7-83AE-23146C5666C2}" type="presParOf" srcId="{4093761C-94F7-4101-AA6C-1C6677F7F824}" destId="{DAAD4287-BB37-4F6D-ADD6-DAA4ABFFF606}" srcOrd="2" destOrd="0" presId="urn:microsoft.com/office/officeart/2005/8/layout/hierarchy1"/>
    <dgm:cxn modelId="{8FA70A2A-7660-4561-9DE9-589D00308082}" type="presParOf" srcId="{4093761C-94F7-4101-AA6C-1C6677F7F824}" destId="{B494E8EE-686D-4B92-B3CD-374F5A056F85}" srcOrd="3" destOrd="0" presId="urn:microsoft.com/office/officeart/2005/8/layout/hierarchy1"/>
    <dgm:cxn modelId="{0315667E-9A9C-40D2-84EA-9BE65C87709B}" type="presParOf" srcId="{B494E8EE-686D-4B92-B3CD-374F5A056F85}" destId="{24146CAC-C814-44B4-891A-50A2EC207E6E}" srcOrd="0" destOrd="0" presId="urn:microsoft.com/office/officeart/2005/8/layout/hierarchy1"/>
    <dgm:cxn modelId="{62DB2A31-18FA-4D29-9248-1D21BDA9A0BA}" type="presParOf" srcId="{24146CAC-C814-44B4-891A-50A2EC207E6E}" destId="{B0142C7F-8AE1-4E3E-8C52-99B3B32CFF96}" srcOrd="0" destOrd="0" presId="urn:microsoft.com/office/officeart/2005/8/layout/hierarchy1"/>
    <dgm:cxn modelId="{C625CA0F-FAB2-49FC-ADD9-9F25F4328E71}" type="presParOf" srcId="{24146CAC-C814-44B4-891A-50A2EC207E6E}" destId="{77D7B774-2F88-431C-8BAE-C2B8E097405A}" srcOrd="1" destOrd="0" presId="urn:microsoft.com/office/officeart/2005/8/layout/hierarchy1"/>
    <dgm:cxn modelId="{D93DE3E3-04EF-4013-88BA-59DA79014D01}" type="presParOf" srcId="{B494E8EE-686D-4B92-B3CD-374F5A056F85}" destId="{673E982A-320F-41F1-9560-437344CEBF1F}" srcOrd="1" destOrd="0" presId="urn:microsoft.com/office/officeart/2005/8/layout/hierarchy1"/>
    <dgm:cxn modelId="{C315A9B8-155A-438B-833E-4AB5B251222F}" type="presParOf" srcId="{4093761C-94F7-4101-AA6C-1C6677F7F824}" destId="{E658EEED-A829-45B2-AAF2-7BC20B45AAEC}" srcOrd="4" destOrd="0" presId="urn:microsoft.com/office/officeart/2005/8/layout/hierarchy1"/>
    <dgm:cxn modelId="{5EF12BD2-E6C5-4547-80FB-9929B50EE67E}" type="presParOf" srcId="{4093761C-94F7-4101-AA6C-1C6677F7F824}" destId="{438166FC-6744-4BEE-AB69-16F5A6D21FCF}" srcOrd="5" destOrd="0" presId="urn:microsoft.com/office/officeart/2005/8/layout/hierarchy1"/>
    <dgm:cxn modelId="{718E7743-C7C2-4D4D-A237-DCAC50A1EFF2}" type="presParOf" srcId="{438166FC-6744-4BEE-AB69-16F5A6D21FCF}" destId="{C5B1890C-F920-435E-9B0F-319E1B531033}" srcOrd="0" destOrd="0" presId="urn:microsoft.com/office/officeart/2005/8/layout/hierarchy1"/>
    <dgm:cxn modelId="{6DDB7956-171B-4BA3-A393-6948726A7092}" type="presParOf" srcId="{C5B1890C-F920-435E-9B0F-319E1B531033}" destId="{812D99AD-3199-404B-929E-1D820E68C6B9}" srcOrd="0" destOrd="0" presId="urn:microsoft.com/office/officeart/2005/8/layout/hierarchy1"/>
    <dgm:cxn modelId="{F854D3E5-AAE9-4188-AAF3-7134C024278C}" type="presParOf" srcId="{C5B1890C-F920-435E-9B0F-319E1B531033}" destId="{AA0F6C41-CC78-4ABC-BB61-B598127FA555}" srcOrd="1" destOrd="0" presId="urn:microsoft.com/office/officeart/2005/8/layout/hierarchy1"/>
    <dgm:cxn modelId="{BDA4B8BD-010B-499E-9DE6-60EFFF2423A3}" type="presParOf" srcId="{438166FC-6744-4BEE-AB69-16F5A6D21FCF}" destId="{6392565A-0970-4079-AA7C-B13829D4A7EF}" srcOrd="1" destOrd="0" presId="urn:microsoft.com/office/officeart/2005/8/layout/hierarchy1"/>
    <dgm:cxn modelId="{D1F05F17-1A2D-4AD2-81D9-C8725FF05670}" type="presParOf" srcId="{6392565A-0970-4079-AA7C-B13829D4A7EF}" destId="{7B556B56-F485-434E-B072-06A96137809B}" srcOrd="0" destOrd="0" presId="urn:microsoft.com/office/officeart/2005/8/layout/hierarchy1"/>
    <dgm:cxn modelId="{7EE55D3C-6615-4456-9B94-5BC984D1CFA7}" type="presParOf" srcId="{6392565A-0970-4079-AA7C-B13829D4A7EF}" destId="{A0A8EB9E-1D87-46E5-A4FB-1C7BAC29E148}" srcOrd="1" destOrd="0" presId="urn:microsoft.com/office/officeart/2005/8/layout/hierarchy1"/>
    <dgm:cxn modelId="{41A6877C-C9C5-48CC-A669-934D2E196853}" type="presParOf" srcId="{A0A8EB9E-1D87-46E5-A4FB-1C7BAC29E148}" destId="{DE65B834-AB8F-4C4A-AEC4-509BE749E7F1}" srcOrd="0" destOrd="0" presId="urn:microsoft.com/office/officeart/2005/8/layout/hierarchy1"/>
    <dgm:cxn modelId="{78BC8E86-8D32-494F-A4B3-D87942C8D898}" type="presParOf" srcId="{DE65B834-AB8F-4C4A-AEC4-509BE749E7F1}" destId="{7ABB2C4B-2B9A-49C5-800D-8FF3F8679456}" srcOrd="0" destOrd="0" presId="urn:microsoft.com/office/officeart/2005/8/layout/hierarchy1"/>
    <dgm:cxn modelId="{EA9B061E-EAB5-43F6-95A9-4ECECDDFBD30}" type="presParOf" srcId="{DE65B834-AB8F-4C4A-AEC4-509BE749E7F1}" destId="{FB9DEB87-0C40-47A6-BA13-E76B53348471}" srcOrd="1" destOrd="0" presId="urn:microsoft.com/office/officeart/2005/8/layout/hierarchy1"/>
    <dgm:cxn modelId="{95DB4C40-F366-417A-9C5A-9795186B6E4E}" type="presParOf" srcId="{A0A8EB9E-1D87-46E5-A4FB-1C7BAC29E148}" destId="{F39FAD72-FB14-4E37-A198-B34C5774E762}" srcOrd="1" destOrd="0" presId="urn:microsoft.com/office/officeart/2005/8/layout/hierarchy1"/>
    <dgm:cxn modelId="{44006B23-6DA1-4797-96FE-80BB2C767ECF}" type="presParOf" srcId="{6392565A-0970-4079-AA7C-B13829D4A7EF}" destId="{BE1614D9-7598-46C0-818B-D4D84AA802D7}" srcOrd="2" destOrd="0" presId="urn:microsoft.com/office/officeart/2005/8/layout/hierarchy1"/>
    <dgm:cxn modelId="{856404DD-80D3-4983-A869-49AE482F2530}" type="presParOf" srcId="{6392565A-0970-4079-AA7C-B13829D4A7EF}" destId="{6E2C96EE-3CD5-40D4-A6FC-6DEA5A3E5157}" srcOrd="3" destOrd="0" presId="urn:microsoft.com/office/officeart/2005/8/layout/hierarchy1"/>
    <dgm:cxn modelId="{770733FA-87B2-42A4-A715-10A04A84F41D}" type="presParOf" srcId="{6E2C96EE-3CD5-40D4-A6FC-6DEA5A3E5157}" destId="{D9E46010-8870-4FE4-900B-B31665C71E63}" srcOrd="0" destOrd="0" presId="urn:microsoft.com/office/officeart/2005/8/layout/hierarchy1"/>
    <dgm:cxn modelId="{125EC028-B24B-42C7-9EF1-8A28310D561A}" type="presParOf" srcId="{D9E46010-8870-4FE4-900B-B31665C71E63}" destId="{EC844B2D-119E-403D-8D1B-10DAF0273AF8}" srcOrd="0" destOrd="0" presId="urn:microsoft.com/office/officeart/2005/8/layout/hierarchy1"/>
    <dgm:cxn modelId="{19282301-3673-4075-A54B-35941C964A74}" type="presParOf" srcId="{D9E46010-8870-4FE4-900B-B31665C71E63}" destId="{3058050A-C09A-49CD-934F-5C7E2E22D13D}" srcOrd="1" destOrd="0" presId="urn:microsoft.com/office/officeart/2005/8/layout/hierarchy1"/>
    <dgm:cxn modelId="{075123DA-3B13-486B-82C4-34D3E4C82370}" type="presParOf" srcId="{6E2C96EE-3CD5-40D4-A6FC-6DEA5A3E5157}" destId="{BB1AEACB-6014-4331-906E-53EB2651EE3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08AD58-AA34-4FDD-997E-DF9744FFACC0}" type="doc">
      <dgm:prSet loTypeId="urn:microsoft.com/office/officeart/2005/8/layout/orgChart1" loCatId="hierarchy" qsTypeId="urn:microsoft.com/office/officeart/2005/8/quickstyle/simple1" qsCatId="simple" csTypeId="urn:microsoft.com/office/officeart/2005/8/colors/accent1_2" csCatId="accent1"/>
      <dgm:spPr/>
    </dgm:pt>
    <dgm:pt modelId="{94133E7F-8351-4EF7-ADB7-CA815B8BD7B6}">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tr-TR" b="1" i="1" u="none" strike="noStrike" cap="none" normalizeH="0" baseline="0">
              <a:ln>
                <a:noFill/>
              </a:ln>
              <a:solidFill>
                <a:schemeClr val="tx2"/>
              </a:solidFill>
              <a:effectLst/>
              <a:latin typeface="Arial" panose="020B0604020202020204" pitchFamily="34" charset="0"/>
            </a:rPr>
            <a:t>SERİ</a:t>
          </a:r>
          <a:br>
            <a:rPr kumimoji="0" lang="tr-TR" altLang="tr-TR" b="1" i="1" u="none" strike="noStrike" cap="none" normalizeH="0" baseline="0">
              <a:ln>
                <a:noFill/>
              </a:ln>
              <a:solidFill>
                <a:schemeClr val="tx2"/>
              </a:solidFill>
              <a:effectLst/>
              <a:latin typeface="Arial" panose="020B0604020202020204" pitchFamily="34" charset="0"/>
            </a:rPr>
          </a:br>
          <a:r>
            <a:rPr kumimoji="0" lang="tr-TR" altLang="tr-TR" b="1" i="1" u="none" strike="noStrike" cap="none" normalizeH="0" baseline="0">
              <a:ln>
                <a:noFill/>
              </a:ln>
              <a:solidFill>
                <a:schemeClr val="tx2"/>
              </a:solidFill>
              <a:effectLst/>
              <a:latin typeface="Arial" panose="020B0604020202020204" pitchFamily="34" charset="0"/>
            </a:rPr>
            <a:t> TÜRLERİ</a:t>
          </a:r>
          <a:endParaRPr kumimoji="0" lang="tr-TR" altLang="tr-TR" b="1" i="1" u="none" strike="noStrike" cap="none" normalizeH="0" baseline="0">
            <a:ln>
              <a:noFill/>
            </a:ln>
            <a:solidFill>
              <a:schemeClr val="tx1"/>
            </a:solidFill>
            <a:effectLst/>
            <a:latin typeface="Arial" panose="020B0604020202020204" pitchFamily="34" charset="0"/>
          </a:endParaRPr>
        </a:p>
      </dgm:t>
    </dgm:pt>
    <dgm:pt modelId="{8E0699A6-0BCA-4F22-B5B4-89D4339F7923}" type="parTrans" cxnId="{13274970-4A3A-469C-8FFD-0EE091884AD9}">
      <dgm:prSet/>
      <dgm:spPr/>
    </dgm:pt>
    <dgm:pt modelId="{83D1972D-8DDF-4376-BF3E-B278AB400F4A}" type="sibTrans" cxnId="{13274970-4A3A-469C-8FFD-0EE091884AD9}">
      <dgm:prSet/>
      <dgm:spPr/>
    </dgm:pt>
    <dgm:pt modelId="{06DEE27A-7D73-4152-B646-3ACDC5178CD4}">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tr-TR" b="0" i="0" u="none" strike="noStrike" cap="none" normalizeH="0" baseline="0">
              <a:ln>
                <a:noFill/>
              </a:ln>
              <a:solidFill>
                <a:schemeClr val="tx1"/>
              </a:solidFill>
              <a:effectLst/>
              <a:latin typeface="Arial" panose="020B0604020202020204" pitchFamily="34" charset="0"/>
            </a:rPr>
            <a:t>BASİT SERİ</a:t>
          </a:r>
        </a:p>
      </dgm:t>
    </dgm:pt>
    <dgm:pt modelId="{3EA848C0-09D3-4DE3-BB56-E814FBB6AED8}" type="parTrans" cxnId="{88CA6871-ECE9-49E6-87BD-B227B1F24C56}">
      <dgm:prSet/>
      <dgm:spPr/>
    </dgm:pt>
    <dgm:pt modelId="{57EECB54-CB83-4042-83F0-408C00211C0F}" type="sibTrans" cxnId="{88CA6871-ECE9-49E6-87BD-B227B1F24C56}">
      <dgm:prSet/>
      <dgm:spPr/>
    </dgm:pt>
    <dgm:pt modelId="{62C874E6-1CB6-464E-A8B6-8AB5B35B4AC3}">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tr-TR" b="0" i="0" u="none" strike="noStrike" cap="none" normalizeH="0" baseline="0">
              <a:ln>
                <a:noFill/>
              </a:ln>
              <a:solidFill>
                <a:schemeClr val="tx1"/>
              </a:solidFill>
              <a:effectLst/>
              <a:latin typeface="Arial" panose="020B0604020202020204" pitchFamily="34" charset="0"/>
            </a:rPr>
            <a:t>GRUPLANMIŞ </a:t>
          </a:r>
          <a:br>
            <a:rPr kumimoji="0" lang="tr-TR" altLang="tr-TR" b="0" i="0" u="none" strike="noStrike" cap="none" normalizeH="0" baseline="0">
              <a:ln>
                <a:noFill/>
              </a:ln>
              <a:solidFill>
                <a:schemeClr val="tx1"/>
              </a:solidFill>
              <a:effectLst/>
              <a:latin typeface="Arial" panose="020B0604020202020204" pitchFamily="34" charset="0"/>
            </a:rPr>
          </a:br>
          <a:r>
            <a:rPr kumimoji="0" lang="tr-TR" altLang="tr-TR" b="0" i="0" u="none" strike="noStrike" cap="none" normalizeH="0" baseline="0">
              <a:ln>
                <a:noFill/>
              </a:ln>
              <a:solidFill>
                <a:schemeClr val="tx1"/>
              </a:solidFill>
              <a:effectLst/>
              <a:latin typeface="Arial" panose="020B0604020202020204" pitchFamily="34" charset="0"/>
            </a:rPr>
            <a:t>SERİ</a:t>
          </a:r>
        </a:p>
      </dgm:t>
    </dgm:pt>
    <dgm:pt modelId="{8C9E1438-ED3B-4F4E-A3FE-AA21D527CD9F}" type="parTrans" cxnId="{489669A9-7C4D-4D6E-924C-365F74EB2A95}">
      <dgm:prSet/>
      <dgm:spPr/>
    </dgm:pt>
    <dgm:pt modelId="{200D3359-547F-45C6-9C8F-B6F6A4885B0D}" type="sibTrans" cxnId="{489669A9-7C4D-4D6E-924C-365F74EB2A95}">
      <dgm:prSet/>
      <dgm:spPr/>
    </dgm:pt>
    <dgm:pt modelId="{BD59764C-BA22-472C-8177-39F7F3C31609}">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tr-TR" altLang="tr-TR" b="1" i="1" u="none" strike="noStrike" cap="none" normalizeH="0" baseline="0">
            <a:ln>
              <a:noFill/>
            </a:ln>
            <a:solidFill>
              <a:schemeClr val="tx1"/>
            </a:solidFill>
            <a:effectLst/>
            <a:latin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tr-TR" b="0" i="0" u="none" strike="noStrike" cap="none" normalizeH="0" baseline="0">
              <a:ln>
                <a:noFill/>
              </a:ln>
              <a:solidFill>
                <a:schemeClr val="tx1"/>
              </a:solidFill>
              <a:effectLst/>
              <a:latin typeface="Arial" panose="020B0604020202020204" pitchFamily="34" charset="0"/>
            </a:rPr>
            <a:t>SINIFLANMIŞ </a:t>
          </a:r>
          <a:br>
            <a:rPr kumimoji="0" lang="tr-TR" altLang="tr-TR" b="0" i="0" u="none" strike="noStrike" cap="none" normalizeH="0" baseline="0">
              <a:ln>
                <a:noFill/>
              </a:ln>
              <a:solidFill>
                <a:schemeClr val="tx1"/>
              </a:solidFill>
              <a:effectLst/>
              <a:latin typeface="Arial" panose="020B0604020202020204" pitchFamily="34" charset="0"/>
            </a:rPr>
          </a:br>
          <a:r>
            <a:rPr kumimoji="0" lang="tr-TR" altLang="tr-TR" b="0" i="0" u="none" strike="noStrike" cap="none" normalizeH="0" baseline="0">
              <a:ln>
                <a:noFill/>
              </a:ln>
              <a:solidFill>
                <a:schemeClr val="tx1"/>
              </a:solidFill>
              <a:effectLst/>
              <a:latin typeface="Arial" panose="020B0604020202020204" pitchFamily="34" charset="0"/>
            </a:rPr>
            <a:t>SERİ</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tr-TR" altLang="tr-TR" b="0" i="0" u="none" strike="noStrike" cap="none" normalizeH="0" baseline="0">
            <a:ln>
              <a:noFill/>
            </a:ln>
            <a:solidFill>
              <a:schemeClr val="tx1"/>
            </a:solidFill>
            <a:effectLst/>
            <a:latin typeface="Arial" panose="020B0604020202020204" pitchFamily="34" charset="0"/>
          </a:endParaRPr>
        </a:p>
      </dgm:t>
    </dgm:pt>
    <dgm:pt modelId="{8A06C50A-508D-48F6-A445-1AB5E1D82398}" type="parTrans" cxnId="{A26CA7C7-8E49-4E56-A0A4-788B85BA0F64}">
      <dgm:prSet/>
      <dgm:spPr/>
    </dgm:pt>
    <dgm:pt modelId="{A5854BD5-9E3D-4489-A2E6-740C98EF65C1}" type="sibTrans" cxnId="{A26CA7C7-8E49-4E56-A0A4-788B85BA0F64}">
      <dgm:prSet/>
      <dgm:spPr/>
    </dgm:pt>
    <dgm:pt modelId="{D3098241-B88E-4464-968B-BA04F7A76A66}" type="pres">
      <dgm:prSet presAssocID="{4608AD58-AA34-4FDD-997E-DF9744FFACC0}" presName="hierChild1" presStyleCnt="0">
        <dgm:presLayoutVars>
          <dgm:orgChart val="1"/>
          <dgm:chPref val="1"/>
          <dgm:dir/>
          <dgm:animOne val="branch"/>
          <dgm:animLvl val="lvl"/>
          <dgm:resizeHandles/>
        </dgm:presLayoutVars>
      </dgm:prSet>
      <dgm:spPr/>
    </dgm:pt>
    <dgm:pt modelId="{425E08B9-16C4-4726-9668-698F754B5D43}" type="pres">
      <dgm:prSet presAssocID="{94133E7F-8351-4EF7-ADB7-CA815B8BD7B6}" presName="hierRoot1" presStyleCnt="0">
        <dgm:presLayoutVars>
          <dgm:hierBranch/>
        </dgm:presLayoutVars>
      </dgm:prSet>
      <dgm:spPr/>
    </dgm:pt>
    <dgm:pt modelId="{7B610006-32A8-4647-B9EE-B16D8C25FD8A}" type="pres">
      <dgm:prSet presAssocID="{94133E7F-8351-4EF7-ADB7-CA815B8BD7B6}" presName="rootComposite1" presStyleCnt="0"/>
      <dgm:spPr/>
    </dgm:pt>
    <dgm:pt modelId="{AA8895D0-355E-4121-83DD-B24615B63A5E}" type="pres">
      <dgm:prSet presAssocID="{94133E7F-8351-4EF7-ADB7-CA815B8BD7B6}" presName="rootText1" presStyleLbl="node0" presStyleIdx="0" presStyleCnt="1">
        <dgm:presLayoutVars>
          <dgm:chPref val="3"/>
        </dgm:presLayoutVars>
      </dgm:prSet>
      <dgm:spPr/>
    </dgm:pt>
    <dgm:pt modelId="{FDD9A6D8-1E94-4285-9153-5162758DDFCD}" type="pres">
      <dgm:prSet presAssocID="{94133E7F-8351-4EF7-ADB7-CA815B8BD7B6}" presName="rootConnector1" presStyleLbl="node1" presStyleIdx="0" presStyleCnt="0"/>
      <dgm:spPr/>
    </dgm:pt>
    <dgm:pt modelId="{CA8F0714-0DF8-44C4-BC5B-454AC700388A}" type="pres">
      <dgm:prSet presAssocID="{94133E7F-8351-4EF7-ADB7-CA815B8BD7B6}" presName="hierChild2" presStyleCnt="0"/>
      <dgm:spPr/>
    </dgm:pt>
    <dgm:pt modelId="{C852A42D-E045-4DEE-8793-7515AE917829}" type="pres">
      <dgm:prSet presAssocID="{3EA848C0-09D3-4DE3-BB56-E814FBB6AED8}" presName="Name35" presStyleLbl="parChTrans1D2" presStyleIdx="0" presStyleCnt="3"/>
      <dgm:spPr/>
    </dgm:pt>
    <dgm:pt modelId="{00C78FC1-3D81-4FD0-BF22-9BAC9060FAFE}" type="pres">
      <dgm:prSet presAssocID="{06DEE27A-7D73-4152-B646-3ACDC5178CD4}" presName="hierRoot2" presStyleCnt="0">
        <dgm:presLayoutVars>
          <dgm:hierBranch/>
        </dgm:presLayoutVars>
      </dgm:prSet>
      <dgm:spPr/>
    </dgm:pt>
    <dgm:pt modelId="{922AC46B-EDD5-4F8A-B627-7A685F76B494}" type="pres">
      <dgm:prSet presAssocID="{06DEE27A-7D73-4152-B646-3ACDC5178CD4}" presName="rootComposite" presStyleCnt="0"/>
      <dgm:spPr/>
    </dgm:pt>
    <dgm:pt modelId="{304E2AE3-4560-4D08-BCB2-1479BFBABF47}" type="pres">
      <dgm:prSet presAssocID="{06DEE27A-7D73-4152-B646-3ACDC5178CD4}" presName="rootText" presStyleLbl="node2" presStyleIdx="0" presStyleCnt="3">
        <dgm:presLayoutVars>
          <dgm:chPref val="3"/>
        </dgm:presLayoutVars>
      </dgm:prSet>
      <dgm:spPr/>
    </dgm:pt>
    <dgm:pt modelId="{1F167D29-82E8-4202-AC66-E9973B3BB3BC}" type="pres">
      <dgm:prSet presAssocID="{06DEE27A-7D73-4152-B646-3ACDC5178CD4}" presName="rootConnector" presStyleLbl="node2" presStyleIdx="0" presStyleCnt="3"/>
      <dgm:spPr/>
    </dgm:pt>
    <dgm:pt modelId="{B8B1E7EA-9A40-4276-B017-C507D8431B0B}" type="pres">
      <dgm:prSet presAssocID="{06DEE27A-7D73-4152-B646-3ACDC5178CD4}" presName="hierChild4" presStyleCnt="0"/>
      <dgm:spPr/>
    </dgm:pt>
    <dgm:pt modelId="{70B865CD-FF29-459F-AFA3-A72582858BDF}" type="pres">
      <dgm:prSet presAssocID="{06DEE27A-7D73-4152-B646-3ACDC5178CD4}" presName="hierChild5" presStyleCnt="0"/>
      <dgm:spPr/>
    </dgm:pt>
    <dgm:pt modelId="{76250DFC-69E1-4257-A315-56A0EAF5FECF}" type="pres">
      <dgm:prSet presAssocID="{8C9E1438-ED3B-4F4E-A3FE-AA21D527CD9F}" presName="Name35" presStyleLbl="parChTrans1D2" presStyleIdx="1" presStyleCnt="3"/>
      <dgm:spPr/>
    </dgm:pt>
    <dgm:pt modelId="{DC4B47C9-F4C6-4B1F-BAAF-F82C2B92E974}" type="pres">
      <dgm:prSet presAssocID="{62C874E6-1CB6-464E-A8B6-8AB5B35B4AC3}" presName="hierRoot2" presStyleCnt="0">
        <dgm:presLayoutVars>
          <dgm:hierBranch/>
        </dgm:presLayoutVars>
      </dgm:prSet>
      <dgm:spPr/>
    </dgm:pt>
    <dgm:pt modelId="{6676F72D-391E-49BC-9BAC-230AE15B97E8}" type="pres">
      <dgm:prSet presAssocID="{62C874E6-1CB6-464E-A8B6-8AB5B35B4AC3}" presName="rootComposite" presStyleCnt="0"/>
      <dgm:spPr/>
    </dgm:pt>
    <dgm:pt modelId="{45DCD52B-8C94-4686-A521-4A0EE9762864}" type="pres">
      <dgm:prSet presAssocID="{62C874E6-1CB6-464E-A8B6-8AB5B35B4AC3}" presName="rootText" presStyleLbl="node2" presStyleIdx="1" presStyleCnt="3">
        <dgm:presLayoutVars>
          <dgm:chPref val="3"/>
        </dgm:presLayoutVars>
      </dgm:prSet>
      <dgm:spPr/>
    </dgm:pt>
    <dgm:pt modelId="{66514F5D-297E-4E20-B530-FF0CA2BA5AD4}" type="pres">
      <dgm:prSet presAssocID="{62C874E6-1CB6-464E-A8B6-8AB5B35B4AC3}" presName="rootConnector" presStyleLbl="node2" presStyleIdx="1" presStyleCnt="3"/>
      <dgm:spPr/>
    </dgm:pt>
    <dgm:pt modelId="{FF39FE39-08C7-4886-8C9F-71B4C706A8E6}" type="pres">
      <dgm:prSet presAssocID="{62C874E6-1CB6-464E-A8B6-8AB5B35B4AC3}" presName="hierChild4" presStyleCnt="0"/>
      <dgm:spPr/>
    </dgm:pt>
    <dgm:pt modelId="{79D3A56E-C679-4C8C-8283-692CD88CDCDB}" type="pres">
      <dgm:prSet presAssocID="{62C874E6-1CB6-464E-A8B6-8AB5B35B4AC3}" presName="hierChild5" presStyleCnt="0"/>
      <dgm:spPr/>
    </dgm:pt>
    <dgm:pt modelId="{C46006AF-FC57-416E-BBAD-7C8B1B120E7B}" type="pres">
      <dgm:prSet presAssocID="{8A06C50A-508D-48F6-A445-1AB5E1D82398}" presName="Name35" presStyleLbl="parChTrans1D2" presStyleIdx="2" presStyleCnt="3"/>
      <dgm:spPr/>
    </dgm:pt>
    <dgm:pt modelId="{82E085A8-0DD8-48B9-A3F7-E3E76B0DAFFF}" type="pres">
      <dgm:prSet presAssocID="{BD59764C-BA22-472C-8177-39F7F3C31609}" presName="hierRoot2" presStyleCnt="0">
        <dgm:presLayoutVars>
          <dgm:hierBranch/>
        </dgm:presLayoutVars>
      </dgm:prSet>
      <dgm:spPr/>
    </dgm:pt>
    <dgm:pt modelId="{73B504B9-6605-4E69-B7E3-91207C62D704}" type="pres">
      <dgm:prSet presAssocID="{BD59764C-BA22-472C-8177-39F7F3C31609}" presName="rootComposite" presStyleCnt="0"/>
      <dgm:spPr/>
    </dgm:pt>
    <dgm:pt modelId="{F0567FAD-A7F9-4356-8323-E40B1B03A6EB}" type="pres">
      <dgm:prSet presAssocID="{BD59764C-BA22-472C-8177-39F7F3C31609}" presName="rootText" presStyleLbl="node2" presStyleIdx="2" presStyleCnt="3">
        <dgm:presLayoutVars>
          <dgm:chPref val="3"/>
        </dgm:presLayoutVars>
      </dgm:prSet>
      <dgm:spPr/>
    </dgm:pt>
    <dgm:pt modelId="{3CF119CA-E68D-423B-B693-2C394A1CAB68}" type="pres">
      <dgm:prSet presAssocID="{BD59764C-BA22-472C-8177-39F7F3C31609}" presName="rootConnector" presStyleLbl="node2" presStyleIdx="2" presStyleCnt="3"/>
      <dgm:spPr/>
    </dgm:pt>
    <dgm:pt modelId="{A77E1D56-8956-4D92-BF66-A4468A17EB47}" type="pres">
      <dgm:prSet presAssocID="{BD59764C-BA22-472C-8177-39F7F3C31609}" presName="hierChild4" presStyleCnt="0"/>
      <dgm:spPr/>
    </dgm:pt>
    <dgm:pt modelId="{6C4487DA-6A48-42D0-9E61-D2B34335965E}" type="pres">
      <dgm:prSet presAssocID="{BD59764C-BA22-472C-8177-39F7F3C31609}" presName="hierChild5" presStyleCnt="0"/>
      <dgm:spPr/>
    </dgm:pt>
    <dgm:pt modelId="{74261946-4CAC-4CDF-9C96-2FB8B913C5D9}" type="pres">
      <dgm:prSet presAssocID="{94133E7F-8351-4EF7-ADB7-CA815B8BD7B6}" presName="hierChild3" presStyleCnt="0"/>
      <dgm:spPr/>
    </dgm:pt>
  </dgm:ptLst>
  <dgm:cxnLst>
    <dgm:cxn modelId="{E8832832-DA89-458C-B0A4-3D6B94FC8A4F}" type="presOf" srcId="{BD59764C-BA22-472C-8177-39F7F3C31609}" destId="{3CF119CA-E68D-423B-B693-2C394A1CAB68}" srcOrd="1" destOrd="0" presId="urn:microsoft.com/office/officeart/2005/8/layout/orgChart1"/>
    <dgm:cxn modelId="{59DF134F-2F41-4D15-AB53-751809E604ED}" type="presOf" srcId="{4608AD58-AA34-4FDD-997E-DF9744FFACC0}" destId="{D3098241-B88E-4464-968B-BA04F7A76A66}" srcOrd="0" destOrd="0" presId="urn:microsoft.com/office/officeart/2005/8/layout/orgChart1"/>
    <dgm:cxn modelId="{C00CF657-5188-4CA6-9FA5-E2DCD5C144C8}" type="presOf" srcId="{94133E7F-8351-4EF7-ADB7-CA815B8BD7B6}" destId="{AA8895D0-355E-4121-83DD-B24615B63A5E}" srcOrd="0" destOrd="0" presId="urn:microsoft.com/office/officeart/2005/8/layout/orgChart1"/>
    <dgm:cxn modelId="{488D3A5D-FCE1-4850-A525-F97B9C78A1FB}" type="presOf" srcId="{94133E7F-8351-4EF7-ADB7-CA815B8BD7B6}" destId="{FDD9A6D8-1E94-4285-9153-5162758DDFCD}" srcOrd="1" destOrd="0" presId="urn:microsoft.com/office/officeart/2005/8/layout/orgChart1"/>
    <dgm:cxn modelId="{13274970-4A3A-469C-8FFD-0EE091884AD9}" srcId="{4608AD58-AA34-4FDD-997E-DF9744FFACC0}" destId="{94133E7F-8351-4EF7-ADB7-CA815B8BD7B6}" srcOrd="0" destOrd="0" parTransId="{8E0699A6-0BCA-4F22-B5B4-89D4339F7923}" sibTransId="{83D1972D-8DDF-4376-BF3E-B278AB400F4A}"/>
    <dgm:cxn modelId="{88CA6871-ECE9-49E6-87BD-B227B1F24C56}" srcId="{94133E7F-8351-4EF7-ADB7-CA815B8BD7B6}" destId="{06DEE27A-7D73-4152-B646-3ACDC5178CD4}" srcOrd="0" destOrd="0" parTransId="{3EA848C0-09D3-4DE3-BB56-E814FBB6AED8}" sibTransId="{57EECB54-CB83-4042-83F0-408C00211C0F}"/>
    <dgm:cxn modelId="{AD48B474-EFB0-4105-A510-214979C6CBCD}" type="presOf" srcId="{62C874E6-1CB6-464E-A8B6-8AB5B35B4AC3}" destId="{66514F5D-297E-4E20-B530-FF0CA2BA5AD4}" srcOrd="1" destOrd="0" presId="urn:microsoft.com/office/officeart/2005/8/layout/orgChart1"/>
    <dgm:cxn modelId="{C5EF3DA7-018F-4A70-8569-18A67C8B1E1C}" type="presOf" srcId="{06DEE27A-7D73-4152-B646-3ACDC5178CD4}" destId="{304E2AE3-4560-4D08-BCB2-1479BFBABF47}" srcOrd="0" destOrd="0" presId="urn:microsoft.com/office/officeart/2005/8/layout/orgChart1"/>
    <dgm:cxn modelId="{EBBEF4A7-8BE0-4DCB-9FE1-837F0E45B44C}" type="presOf" srcId="{62C874E6-1CB6-464E-A8B6-8AB5B35B4AC3}" destId="{45DCD52B-8C94-4686-A521-4A0EE9762864}" srcOrd="0" destOrd="0" presId="urn:microsoft.com/office/officeart/2005/8/layout/orgChart1"/>
    <dgm:cxn modelId="{489669A9-7C4D-4D6E-924C-365F74EB2A95}" srcId="{94133E7F-8351-4EF7-ADB7-CA815B8BD7B6}" destId="{62C874E6-1CB6-464E-A8B6-8AB5B35B4AC3}" srcOrd="1" destOrd="0" parTransId="{8C9E1438-ED3B-4F4E-A3FE-AA21D527CD9F}" sibTransId="{200D3359-547F-45C6-9C8F-B6F6A4885B0D}"/>
    <dgm:cxn modelId="{EAB707AA-BAAC-4A95-BC29-C3ECEB4A5C5C}" type="presOf" srcId="{3EA848C0-09D3-4DE3-BB56-E814FBB6AED8}" destId="{C852A42D-E045-4DEE-8793-7515AE917829}" srcOrd="0" destOrd="0" presId="urn:microsoft.com/office/officeart/2005/8/layout/orgChart1"/>
    <dgm:cxn modelId="{A26CA7C7-8E49-4E56-A0A4-788B85BA0F64}" srcId="{94133E7F-8351-4EF7-ADB7-CA815B8BD7B6}" destId="{BD59764C-BA22-472C-8177-39F7F3C31609}" srcOrd="2" destOrd="0" parTransId="{8A06C50A-508D-48F6-A445-1AB5E1D82398}" sibTransId="{A5854BD5-9E3D-4489-A2E6-740C98EF65C1}"/>
    <dgm:cxn modelId="{BCFFE4DC-307C-4A23-8E1D-97930F5BB47C}" type="presOf" srcId="{BD59764C-BA22-472C-8177-39F7F3C31609}" destId="{F0567FAD-A7F9-4356-8323-E40B1B03A6EB}" srcOrd="0" destOrd="0" presId="urn:microsoft.com/office/officeart/2005/8/layout/orgChart1"/>
    <dgm:cxn modelId="{A87637E8-9AA5-48E6-9F43-B7563F140830}" type="presOf" srcId="{8A06C50A-508D-48F6-A445-1AB5E1D82398}" destId="{C46006AF-FC57-416E-BBAD-7C8B1B120E7B}" srcOrd="0" destOrd="0" presId="urn:microsoft.com/office/officeart/2005/8/layout/orgChart1"/>
    <dgm:cxn modelId="{37CB16F2-FCA2-41A7-A6FB-98A6A24B335C}" type="presOf" srcId="{06DEE27A-7D73-4152-B646-3ACDC5178CD4}" destId="{1F167D29-82E8-4202-AC66-E9973B3BB3BC}" srcOrd="1" destOrd="0" presId="urn:microsoft.com/office/officeart/2005/8/layout/orgChart1"/>
    <dgm:cxn modelId="{87EAD7F3-A3C1-4946-B5FE-3CC299E937CE}" type="presOf" srcId="{8C9E1438-ED3B-4F4E-A3FE-AA21D527CD9F}" destId="{76250DFC-69E1-4257-A315-56A0EAF5FECF}" srcOrd="0" destOrd="0" presId="urn:microsoft.com/office/officeart/2005/8/layout/orgChart1"/>
    <dgm:cxn modelId="{895376E3-338D-44BC-AC5A-F4B9413616E2}" type="presParOf" srcId="{D3098241-B88E-4464-968B-BA04F7A76A66}" destId="{425E08B9-16C4-4726-9668-698F754B5D43}" srcOrd="0" destOrd="0" presId="urn:microsoft.com/office/officeart/2005/8/layout/orgChart1"/>
    <dgm:cxn modelId="{BE5DCCEB-873F-4621-8E63-AB4B3D726F93}" type="presParOf" srcId="{425E08B9-16C4-4726-9668-698F754B5D43}" destId="{7B610006-32A8-4647-B9EE-B16D8C25FD8A}" srcOrd="0" destOrd="0" presId="urn:microsoft.com/office/officeart/2005/8/layout/orgChart1"/>
    <dgm:cxn modelId="{0D5C7207-ED3D-4793-A63B-721AD6D0BDE0}" type="presParOf" srcId="{7B610006-32A8-4647-B9EE-B16D8C25FD8A}" destId="{AA8895D0-355E-4121-83DD-B24615B63A5E}" srcOrd="0" destOrd="0" presId="urn:microsoft.com/office/officeart/2005/8/layout/orgChart1"/>
    <dgm:cxn modelId="{2844E398-0894-4045-ABC0-B6B2DEBA05E2}" type="presParOf" srcId="{7B610006-32A8-4647-B9EE-B16D8C25FD8A}" destId="{FDD9A6D8-1E94-4285-9153-5162758DDFCD}" srcOrd="1" destOrd="0" presId="urn:microsoft.com/office/officeart/2005/8/layout/orgChart1"/>
    <dgm:cxn modelId="{8B032EC9-73D4-45CF-9F86-34D1C71F1B02}" type="presParOf" srcId="{425E08B9-16C4-4726-9668-698F754B5D43}" destId="{CA8F0714-0DF8-44C4-BC5B-454AC700388A}" srcOrd="1" destOrd="0" presId="urn:microsoft.com/office/officeart/2005/8/layout/orgChart1"/>
    <dgm:cxn modelId="{854F8A98-83E5-4F2D-B407-00A0F1D3C98A}" type="presParOf" srcId="{CA8F0714-0DF8-44C4-BC5B-454AC700388A}" destId="{C852A42D-E045-4DEE-8793-7515AE917829}" srcOrd="0" destOrd="0" presId="urn:microsoft.com/office/officeart/2005/8/layout/orgChart1"/>
    <dgm:cxn modelId="{0CBF5E1F-7FED-41E4-92B4-A1499E695B05}" type="presParOf" srcId="{CA8F0714-0DF8-44C4-BC5B-454AC700388A}" destId="{00C78FC1-3D81-4FD0-BF22-9BAC9060FAFE}" srcOrd="1" destOrd="0" presId="urn:microsoft.com/office/officeart/2005/8/layout/orgChart1"/>
    <dgm:cxn modelId="{098175AE-B255-4D39-8840-31E4BFEB97D1}" type="presParOf" srcId="{00C78FC1-3D81-4FD0-BF22-9BAC9060FAFE}" destId="{922AC46B-EDD5-4F8A-B627-7A685F76B494}" srcOrd="0" destOrd="0" presId="urn:microsoft.com/office/officeart/2005/8/layout/orgChart1"/>
    <dgm:cxn modelId="{09E5C024-50CE-4ACA-B022-6201A2C28AE1}" type="presParOf" srcId="{922AC46B-EDD5-4F8A-B627-7A685F76B494}" destId="{304E2AE3-4560-4D08-BCB2-1479BFBABF47}" srcOrd="0" destOrd="0" presId="urn:microsoft.com/office/officeart/2005/8/layout/orgChart1"/>
    <dgm:cxn modelId="{27C646F4-2B28-4E38-8FFD-F7F6E3F2C2F6}" type="presParOf" srcId="{922AC46B-EDD5-4F8A-B627-7A685F76B494}" destId="{1F167D29-82E8-4202-AC66-E9973B3BB3BC}" srcOrd="1" destOrd="0" presId="urn:microsoft.com/office/officeart/2005/8/layout/orgChart1"/>
    <dgm:cxn modelId="{BE161B3A-6624-4F7E-A50B-EF6005BB8AEF}" type="presParOf" srcId="{00C78FC1-3D81-4FD0-BF22-9BAC9060FAFE}" destId="{B8B1E7EA-9A40-4276-B017-C507D8431B0B}" srcOrd="1" destOrd="0" presId="urn:microsoft.com/office/officeart/2005/8/layout/orgChart1"/>
    <dgm:cxn modelId="{121CA557-65CC-4FC0-BED1-366A042A4CA6}" type="presParOf" srcId="{00C78FC1-3D81-4FD0-BF22-9BAC9060FAFE}" destId="{70B865CD-FF29-459F-AFA3-A72582858BDF}" srcOrd="2" destOrd="0" presId="urn:microsoft.com/office/officeart/2005/8/layout/orgChart1"/>
    <dgm:cxn modelId="{226FE2A3-1E31-4D68-ACEC-A5ED873DBF12}" type="presParOf" srcId="{CA8F0714-0DF8-44C4-BC5B-454AC700388A}" destId="{76250DFC-69E1-4257-A315-56A0EAF5FECF}" srcOrd="2" destOrd="0" presId="urn:microsoft.com/office/officeart/2005/8/layout/orgChart1"/>
    <dgm:cxn modelId="{97FBE8E1-7D00-47ED-A8CC-6A6105EA2E9F}" type="presParOf" srcId="{CA8F0714-0DF8-44C4-BC5B-454AC700388A}" destId="{DC4B47C9-F4C6-4B1F-BAAF-F82C2B92E974}" srcOrd="3" destOrd="0" presId="urn:microsoft.com/office/officeart/2005/8/layout/orgChart1"/>
    <dgm:cxn modelId="{CDE893DE-C6F0-4A2B-A081-B32372EDA157}" type="presParOf" srcId="{DC4B47C9-F4C6-4B1F-BAAF-F82C2B92E974}" destId="{6676F72D-391E-49BC-9BAC-230AE15B97E8}" srcOrd="0" destOrd="0" presId="urn:microsoft.com/office/officeart/2005/8/layout/orgChart1"/>
    <dgm:cxn modelId="{D0FDEFE8-C9C8-4069-A527-C2E26CD96E23}" type="presParOf" srcId="{6676F72D-391E-49BC-9BAC-230AE15B97E8}" destId="{45DCD52B-8C94-4686-A521-4A0EE9762864}" srcOrd="0" destOrd="0" presId="urn:microsoft.com/office/officeart/2005/8/layout/orgChart1"/>
    <dgm:cxn modelId="{9868EE3C-8298-4EC7-BE75-7FB2797D6260}" type="presParOf" srcId="{6676F72D-391E-49BC-9BAC-230AE15B97E8}" destId="{66514F5D-297E-4E20-B530-FF0CA2BA5AD4}" srcOrd="1" destOrd="0" presId="urn:microsoft.com/office/officeart/2005/8/layout/orgChart1"/>
    <dgm:cxn modelId="{CF537642-DE54-48B9-AE62-5A5D6430D244}" type="presParOf" srcId="{DC4B47C9-F4C6-4B1F-BAAF-F82C2B92E974}" destId="{FF39FE39-08C7-4886-8C9F-71B4C706A8E6}" srcOrd="1" destOrd="0" presId="urn:microsoft.com/office/officeart/2005/8/layout/orgChart1"/>
    <dgm:cxn modelId="{0561B77D-C61A-4DD5-AA93-58DC7271F91E}" type="presParOf" srcId="{DC4B47C9-F4C6-4B1F-BAAF-F82C2B92E974}" destId="{79D3A56E-C679-4C8C-8283-692CD88CDCDB}" srcOrd="2" destOrd="0" presId="urn:microsoft.com/office/officeart/2005/8/layout/orgChart1"/>
    <dgm:cxn modelId="{4DDC51BF-8C33-4537-B90C-AAB2E9BB6E15}" type="presParOf" srcId="{CA8F0714-0DF8-44C4-BC5B-454AC700388A}" destId="{C46006AF-FC57-416E-BBAD-7C8B1B120E7B}" srcOrd="4" destOrd="0" presId="urn:microsoft.com/office/officeart/2005/8/layout/orgChart1"/>
    <dgm:cxn modelId="{ADA4CC0F-50E0-4AFD-8E68-F6E20B90ED18}" type="presParOf" srcId="{CA8F0714-0DF8-44C4-BC5B-454AC700388A}" destId="{82E085A8-0DD8-48B9-A3F7-E3E76B0DAFFF}" srcOrd="5" destOrd="0" presId="urn:microsoft.com/office/officeart/2005/8/layout/orgChart1"/>
    <dgm:cxn modelId="{DFCF9294-1B46-4FAB-B5CD-032B3E9F1DC8}" type="presParOf" srcId="{82E085A8-0DD8-48B9-A3F7-E3E76B0DAFFF}" destId="{73B504B9-6605-4E69-B7E3-91207C62D704}" srcOrd="0" destOrd="0" presId="urn:microsoft.com/office/officeart/2005/8/layout/orgChart1"/>
    <dgm:cxn modelId="{84F5B419-0433-4110-AC53-23B1AFA2C9BF}" type="presParOf" srcId="{73B504B9-6605-4E69-B7E3-91207C62D704}" destId="{F0567FAD-A7F9-4356-8323-E40B1B03A6EB}" srcOrd="0" destOrd="0" presId="urn:microsoft.com/office/officeart/2005/8/layout/orgChart1"/>
    <dgm:cxn modelId="{711EE6E5-47C8-46B1-A7C7-2408E7BCFB54}" type="presParOf" srcId="{73B504B9-6605-4E69-B7E3-91207C62D704}" destId="{3CF119CA-E68D-423B-B693-2C394A1CAB68}" srcOrd="1" destOrd="0" presId="urn:microsoft.com/office/officeart/2005/8/layout/orgChart1"/>
    <dgm:cxn modelId="{1C367340-A4BE-47BB-B516-3D96AE79AA73}" type="presParOf" srcId="{82E085A8-0DD8-48B9-A3F7-E3E76B0DAFFF}" destId="{A77E1D56-8956-4D92-BF66-A4468A17EB47}" srcOrd="1" destOrd="0" presId="urn:microsoft.com/office/officeart/2005/8/layout/orgChart1"/>
    <dgm:cxn modelId="{E186127E-4632-445A-A5F7-8EA827433517}" type="presParOf" srcId="{82E085A8-0DD8-48B9-A3F7-E3E76B0DAFFF}" destId="{6C4487DA-6A48-42D0-9E61-D2B34335965E}" srcOrd="2" destOrd="0" presId="urn:microsoft.com/office/officeart/2005/8/layout/orgChart1"/>
    <dgm:cxn modelId="{21AFFBE5-7D70-4061-8687-B98594D7951F}" type="presParOf" srcId="{425E08B9-16C4-4726-9668-698F754B5D43}" destId="{74261946-4CAC-4CDF-9C96-2FB8B913C5D9}"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1614D9-7598-46C0-818B-D4D84AA802D7}">
      <dsp:nvSpPr>
        <dsp:cNvPr id="0" name=""/>
        <dsp:cNvSpPr/>
      </dsp:nvSpPr>
      <dsp:spPr>
        <a:xfrm>
          <a:off x="996510" y="3448488"/>
          <a:ext cx="1198518" cy="564242"/>
        </a:xfrm>
        <a:custGeom>
          <a:avLst/>
          <a:gdLst/>
          <a:ahLst/>
          <a:cxnLst/>
          <a:rect l="0" t="0" r="0" b="0"/>
          <a:pathLst>
            <a:path>
              <a:moveTo>
                <a:pt x="1198518" y="0"/>
              </a:moveTo>
              <a:lnTo>
                <a:pt x="1198518" y="381315"/>
              </a:lnTo>
              <a:lnTo>
                <a:pt x="0" y="381315"/>
              </a:lnTo>
              <a:lnTo>
                <a:pt x="0" y="56424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556B56-F485-434E-B072-06A96137809B}">
      <dsp:nvSpPr>
        <dsp:cNvPr id="0" name=""/>
        <dsp:cNvSpPr/>
      </dsp:nvSpPr>
      <dsp:spPr>
        <a:xfrm>
          <a:off x="2195028" y="3448488"/>
          <a:ext cx="1206713" cy="574285"/>
        </a:xfrm>
        <a:custGeom>
          <a:avLst/>
          <a:gdLst/>
          <a:ahLst/>
          <a:cxnLst/>
          <a:rect l="0" t="0" r="0" b="0"/>
          <a:pathLst>
            <a:path>
              <a:moveTo>
                <a:pt x="0" y="0"/>
              </a:moveTo>
              <a:lnTo>
                <a:pt x="0" y="391359"/>
              </a:lnTo>
              <a:lnTo>
                <a:pt x="1206713" y="391359"/>
              </a:lnTo>
              <a:lnTo>
                <a:pt x="1206713" y="57428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58EEED-A829-45B2-AAF2-7BC20B45AAEC}">
      <dsp:nvSpPr>
        <dsp:cNvPr id="0" name=""/>
        <dsp:cNvSpPr/>
      </dsp:nvSpPr>
      <dsp:spPr>
        <a:xfrm>
          <a:off x="2195028" y="1620318"/>
          <a:ext cx="2413426" cy="574285"/>
        </a:xfrm>
        <a:custGeom>
          <a:avLst/>
          <a:gdLst/>
          <a:ahLst/>
          <a:cxnLst/>
          <a:rect l="0" t="0" r="0" b="0"/>
          <a:pathLst>
            <a:path>
              <a:moveTo>
                <a:pt x="2413426" y="0"/>
              </a:moveTo>
              <a:lnTo>
                <a:pt x="2413426" y="391359"/>
              </a:lnTo>
              <a:lnTo>
                <a:pt x="0" y="391359"/>
              </a:lnTo>
              <a:lnTo>
                <a:pt x="0" y="57428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AD4287-BB37-4F6D-ADD6-DAA4ABFFF606}">
      <dsp:nvSpPr>
        <dsp:cNvPr id="0" name=""/>
        <dsp:cNvSpPr/>
      </dsp:nvSpPr>
      <dsp:spPr>
        <a:xfrm>
          <a:off x="4562735" y="1620318"/>
          <a:ext cx="91440" cy="574285"/>
        </a:xfrm>
        <a:custGeom>
          <a:avLst/>
          <a:gdLst/>
          <a:ahLst/>
          <a:cxnLst/>
          <a:rect l="0" t="0" r="0" b="0"/>
          <a:pathLst>
            <a:path>
              <a:moveTo>
                <a:pt x="45720" y="0"/>
              </a:moveTo>
              <a:lnTo>
                <a:pt x="45720" y="57428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F2929C-FA24-4C81-81EA-F7711020A995}">
      <dsp:nvSpPr>
        <dsp:cNvPr id="0" name=""/>
        <dsp:cNvSpPr/>
      </dsp:nvSpPr>
      <dsp:spPr>
        <a:xfrm>
          <a:off x="4608455" y="1620318"/>
          <a:ext cx="2413426" cy="574285"/>
        </a:xfrm>
        <a:custGeom>
          <a:avLst/>
          <a:gdLst/>
          <a:ahLst/>
          <a:cxnLst/>
          <a:rect l="0" t="0" r="0" b="0"/>
          <a:pathLst>
            <a:path>
              <a:moveTo>
                <a:pt x="0" y="0"/>
              </a:moveTo>
              <a:lnTo>
                <a:pt x="0" y="391359"/>
              </a:lnTo>
              <a:lnTo>
                <a:pt x="2413426" y="391359"/>
              </a:lnTo>
              <a:lnTo>
                <a:pt x="2413426" y="57428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FB28E2-4A25-4762-862F-1885D4D19877}">
      <dsp:nvSpPr>
        <dsp:cNvPr id="0" name=""/>
        <dsp:cNvSpPr/>
      </dsp:nvSpPr>
      <dsp:spPr>
        <a:xfrm>
          <a:off x="3621144" y="366433"/>
          <a:ext cx="1974621" cy="12538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373D0B-5AD2-444A-A641-BC8F44CBFF13}">
      <dsp:nvSpPr>
        <dsp:cNvPr id="0" name=""/>
        <dsp:cNvSpPr/>
      </dsp:nvSpPr>
      <dsp:spPr>
        <a:xfrm>
          <a:off x="3840546" y="574865"/>
          <a:ext cx="1974621" cy="1253884"/>
        </a:xfrm>
        <a:prstGeom prst="roundRect">
          <a:avLst>
            <a:gd name="adj" fmla="val 10000"/>
          </a:avLst>
        </a:prstGeom>
        <a:solidFill>
          <a:schemeClr val="accent1">
            <a:lumMod val="90000"/>
            <a:alpha val="81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ClrTx/>
            <a:buSzTx/>
            <a:buFontTx/>
            <a:buNone/>
          </a:pPr>
          <a:r>
            <a:rPr kumimoji="0" lang="tr-TR" altLang="tr-TR" sz="1800" b="1" i="0" u="none" strike="noStrike" kern="1200" cap="none" normalizeH="0" baseline="0" dirty="0">
              <a:ln/>
              <a:effectLst/>
              <a:latin typeface="Arial" panose="020B0604020202020204" pitchFamily="34" charset="0"/>
            </a:rPr>
            <a:t>ŞANS DEĞİŞKENİ</a:t>
          </a:r>
          <a:br>
            <a:rPr kumimoji="0" lang="tr-TR" altLang="tr-TR" sz="1800" b="1" i="0" u="none" strike="noStrike" kern="1200" cap="none" normalizeH="0" baseline="0" dirty="0">
              <a:ln/>
              <a:effectLst/>
              <a:latin typeface="Arial" panose="020B0604020202020204" pitchFamily="34" charset="0"/>
            </a:rPr>
          </a:br>
          <a:r>
            <a:rPr kumimoji="0" lang="tr-TR" altLang="tr-TR" sz="1800" b="1" i="0" u="none" strike="noStrike" kern="1200" cap="none" normalizeH="0" baseline="0" dirty="0">
              <a:ln/>
              <a:effectLst/>
              <a:latin typeface="Arial" panose="020B0604020202020204" pitchFamily="34" charset="0"/>
            </a:rPr>
            <a:t> TÜRLERİ</a:t>
          </a:r>
          <a:endParaRPr lang="tr-TR" sz="1800" kern="1200" dirty="0"/>
        </a:p>
      </dsp:txBody>
      <dsp:txXfrm>
        <a:off x="3877271" y="611590"/>
        <a:ext cx="1901171" cy="1180434"/>
      </dsp:txXfrm>
    </dsp:sp>
    <dsp:sp modelId="{BDC543EE-8E14-4C52-8001-83D98EDC4A75}">
      <dsp:nvSpPr>
        <dsp:cNvPr id="0" name=""/>
        <dsp:cNvSpPr/>
      </dsp:nvSpPr>
      <dsp:spPr>
        <a:xfrm>
          <a:off x="6034571" y="2194603"/>
          <a:ext cx="1974621" cy="12538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C96AC4-BB77-4144-BEEC-3F24E245FAA8}">
      <dsp:nvSpPr>
        <dsp:cNvPr id="0" name=""/>
        <dsp:cNvSpPr/>
      </dsp:nvSpPr>
      <dsp:spPr>
        <a:xfrm>
          <a:off x="6253973" y="2403036"/>
          <a:ext cx="1974621" cy="1253884"/>
        </a:xfrm>
        <a:prstGeom prst="roundRect">
          <a:avLst>
            <a:gd name="adj" fmla="val 10000"/>
          </a:avLst>
        </a:prstGeom>
        <a:solidFill>
          <a:schemeClr val="accent1">
            <a:lumMod val="9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tr-TR" sz="1800" kern="1200" dirty="0"/>
            <a:t>Kategorik (Nominal) Değişken</a:t>
          </a:r>
        </a:p>
      </dsp:txBody>
      <dsp:txXfrm>
        <a:off x="6290698" y="2439761"/>
        <a:ext cx="1901171" cy="1180434"/>
      </dsp:txXfrm>
    </dsp:sp>
    <dsp:sp modelId="{B0142C7F-8AE1-4E3E-8C52-99B3B32CFF96}">
      <dsp:nvSpPr>
        <dsp:cNvPr id="0" name=""/>
        <dsp:cNvSpPr/>
      </dsp:nvSpPr>
      <dsp:spPr>
        <a:xfrm>
          <a:off x="3621144" y="2194603"/>
          <a:ext cx="1974621" cy="12538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D7B774-2F88-431C-8BAE-C2B8E097405A}">
      <dsp:nvSpPr>
        <dsp:cNvPr id="0" name=""/>
        <dsp:cNvSpPr/>
      </dsp:nvSpPr>
      <dsp:spPr>
        <a:xfrm>
          <a:off x="3840546" y="2403036"/>
          <a:ext cx="1974621" cy="1253884"/>
        </a:xfrm>
        <a:prstGeom prst="roundRect">
          <a:avLst>
            <a:gd name="adj" fmla="val 10000"/>
          </a:avLst>
        </a:prstGeom>
        <a:solidFill>
          <a:schemeClr val="accent1">
            <a:lumMod val="9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tr-TR" sz="1800" kern="1200" dirty="0"/>
            <a:t>Sıralı (Ordinal) Değişken</a:t>
          </a:r>
        </a:p>
      </dsp:txBody>
      <dsp:txXfrm>
        <a:off x="3877271" y="2439761"/>
        <a:ext cx="1901171" cy="1180434"/>
      </dsp:txXfrm>
    </dsp:sp>
    <dsp:sp modelId="{812D99AD-3199-404B-929E-1D820E68C6B9}">
      <dsp:nvSpPr>
        <dsp:cNvPr id="0" name=""/>
        <dsp:cNvSpPr/>
      </dsp:nvSpPr>
      <dsp:spPr>
        <a:xfrm>
          <a:off x="1207717" y="2194603"/>
          <a:ext cx="1974621" cy="12538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0F6C41-CC78-4ABC-BB61-B598127FA555}">
      <dsp:nvSpPr>
        <dsp:cNvPr id="0" name=""/>
        <dsp:cNvSpPr/>
      </dsp:nvSpPr>
      <dsp:spPr>
        <a:xfrm>
          <a:off x="1427120" y="2403036"/>
          <a:ext cx="1974621" cy="1253884"/>
        </a:xfrm>
        <a:prstGeom prst="roundRect">
          <a:avLst>
            <a:gd name="adj" fmla="val 10000"/>
          </a:avLst>
        </a:prstGeom>
        <a:solidFill>
          <a:schemeClr val="accent1">
            <a:lumMod val="90000"/>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tr-TR" sz="1800" kern="1200" dirty="0"/>
            <a:t>Nicel </a:t>
          </a:r>
          <a:r>
            <a:rPr lang="tr-TR" sz="1800" kern="1200" dirty="0" err="1"/>
            <a:t>Değişken</a:t>
          </a:r>
          <a:endParaRPr lang="tr-TR" sz="1800" kern="1200" dirty="0"/>
        </a:p>
      </dsp:txBody>
      <dsp:txXfrm>
        <a:off x="1463845" y="2439761"/>
        <a:ext cx="1901171" cy="1180434"/>
      </dsp:txXfrm>
    </dsp:sp>
    <dsp:sp modelId="{7ABB2C4B-2B9A-49C5-800D-8FF3F8679456}">
      <dsp:nvSpPr>
        <dsp:cNvPr id="0" name=""/>
        <dsp:cNvSpPr/>
      </dsp:nvSpPr>
      <dsp:spPr>
        <a:xfrm>
          <a:off x="2414431" y="4022774"/>
          <a:ext cx="1974621" cy="12538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9DEB87-0C40-47A6-BA13-E76B53348471}">
      <dsp:nvSpPr>
        <dsp:cNvPr id="0" name=""/>
        <dsp:cNvSpPr/>
      </dsp:nvSpPr>
      <dsp:spPr>
        <a:xfrm>
          <a:off x="2633833" y="4231206"/>
          <a:ext cx="1974621" cy="1253884"/>
        </a:xfrm>
        <a:prstGeom prst="roundRect">
          <a:avLst>
            <a:gd name="adj" fmla="val 10000"/>
          </a:avLst>
        </a:prstGeom>
        <a:solidFill>
          <a:schemeClr val="accent1">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tr-TR" sz="1800" kern="1200" dirty="0"/>
            <a:t>Kesikli Değişken</a:t>
          </a:r>
        </a:p>
      </dsp:txBody>
      <dsp:txXfrm>
        <a:off x="2670558" y="4267931"/>
        <a:ext cx="1901171" cy="1180434"/>
      </dsp:txXfrm>
    </dsp:sp>
    <dsp:sp modelId="{EC844B2D-119E-403D-8D1B-10DAF0273AF8}">
      <dsp:nvSpPr>
        <dsp:cNvPr id="0" name=""/>
        <dsp:cNvSpPr/>
      </dsp:nvSpPr>
      <dsp:spPr>
        <a:xfrm>
          <a:off x="9199" y="4012730"/>
          <a:ext cx="1974621" cy="12538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58050A-C09A-49CD-934F-5C7E2E22D13D}">
      <dsp:nvSpPr>
        <dsp:cNvPr id="0" name=""/>
        <dsp:cNvSpPr/>
      </dsp:nvSpPr>
      <dsp:spPr>
        <a:xfrm>
          <a:off x="228601" y="4221163"/>
          <a:ext cx="1974621" cy="1253884"/>
        </a:xfrm>
        <a:prstGeom prst="roundRect">
          <a:avLst>
            <a:gd name="adj" fmla="val 10000"/>
          </a:avLst>
        </a:prstGeom>
        <a:solidFill>
          <a:schemeClr val="accent1">
            <a:alpha val="9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tr-TR" sz="1800" kern="1200" dirty="0"/>
            <a:t>Sürekli Değişken</a:t>
          </a:r>
        </a:p>
      </dsp:txBody>
      <dsp:txXfrm>
        <a:off x="265326" y="4257888"/>
        <a:ext cx="1901171" cy="11804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6006AF-FC57-416E-BBAD-7C8B1B120E7B}">
      <dsp:nvSpPr>
        <dsp:cNvPr id="0" name=""/>
        <dsp:cNvSpPr/>
      </dsp:nvSpPr>
      <dsp:spPr>
        <a:xfrm>
          <a:off x="4121149" y="2428268"/>
          <a:ext cx="2915743" cy="506038"/>
        </a:xfrm>
        <a:custGeom>
          <a:avLst/>
          <a:gdLst/>
          <a:ahLst/>
          <a:cxnLst/>
          <a:rect l="0" t="0" r="0" b="0"/>
          <a:pathLst>
            <a:path>
              <a:moveTo>
                <a:pt x="0" y="0"/>
              </a:moveTo>
              <a:lnTo>
                <a:pt x="0" y="253019"/>
              </a:lnTo>
              <a:lnTo>
                <a:pt x="2915743" y="253019"/>
              </a:lnTo>
              <a:lnTo>
                <a:pt x="2915743" y="50603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250DFC-69E1-4257-A315-56A0EAF5FECF}">
      <dsp:nvSpPr>
        <dsp:cNvPr id="0" name=""/>
        <dsp:cNvSpPr/>
      </dsp:nvSpPr>
      <dsp:spPr>
        <a:xfrm>
          <a:off x="4075429" y="2428268"/>
          <a:ext cx="91440" cy="506038"/>
        </a:xfrm>
        <a:custGeom>
          <a:avLst/>
          <a:gdLst/>
          <a:ahLst/>
          <a:cxnLst/>
          <a:rect l="0" t="0" r="0" b="0"/>
          <a:pathLst>
            <a:path>
              <a:moveTo>
                <a:pt x="45720" y="0"/>
              </a:moveTo>
              <a:lnTo>
                <a:pt x="45720" y="50603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852A42D-E045-4DEE-8793-7515AE917829}">
      <dsp:nvSpPr>
        <dsp:cNvPr id="0" name=""/>
        <dsp:cNvSpPr/>
      </dsp:nvSpPr>
      <dsp:spPr>
        <a:xfrm>
          <a:off x="1205406" y="2428268"/>
          <a:ext cx="2915743" cy="506038"/>
        </a:xfrm>
        <a:custGeom>
          <a:avLst/>
          <a:gdLst/>
          <a:ahLst/>
          <a:cxnLst/>
          <a:rect l="0" t="0" r="0" b="0"/>
          <a:pathLst>
            <a:path>
              <a:moveTo>
                <a:pt x="2915743" y="0"/>
              </a:moveTo>
              <a:lnTo>
                <a:pt x="2915743" y="253019"/>
              </a:lnTo>
              <a:lnTo>
                <a:pt x="0" y="253019"/>
              </a:lnTo>
              <a:lnTo>
                <a:pt x="0" y="50603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A8895D0-355E-4121-83DD-B24615B63A5E}">
      <dsp:nvSpPr>
        <dsp:cNvPr id="0" name=""/>
        <dsp:cNvSpPr/>
      </dsp:nvSpPr>
      <dsp:spPr>
        <a:xfrm>
          <a:off x="2916297" y="1223415"/>
          <a:ext cx="2409705" cy="120485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tr-TR" sz="2000" b="1" i="1" u="none" strike="noStrike" kern="1200" cap="none" normalizeH="0" baseline="0">
              <a:ln>
                <a:noFill/>
              </a:ln>
              <a:solidFill>
                <a:schemeClr val="tx2"/>
              </a:solidFill>
              <a:effectLst/>
              <a:latin typeface="Arial" panose="020B0604020202020204" pitchFamily="34" charset="0"/>
            </a:rPr>
            <a:t>SERİ</a:t>
          </a:r>
          <a:br>
            <a:rPr kumimoji="0" lang="tr-TR" altLang="tr-TR" sz="2000" b="1" i="1" u="none" strike="noStrike" kern="1200" cap="none" normalizeH="0" baseline="0">
              <a:ln>
                <a:noFill/>
              </a:ln>
              <a:solidFill>
                <a:schemeClr val="tx2"/>
              </a:solidFill>
              <a:effectLst/>
              <a:latin typeface="Arial" panose="020B0604020202020204" pitchFamily="34" charset="0"/>
            </a:rPr>
          </a:br>
          <a:r>
            <a:rPr kumimoji="0" lang="tr-TR" altLang="tr-TR" sz="2000" b="1" i="1" u="none" strike="noStrike" kern="1200" cap="none" normalizeH="0" baseline="0">
              <a:ln>
                <a:noFill/>
              </a:ln>
              <a:solidFill>
                <a:schemeClr val="tx2"/>
              </a:solidFill>
              <a:effectLst/>
              <a:latin typeface="Arial" panose="020B0604020202020204" pitchFamily="34" charset="0"/>
            </a:rPr>
            <a:t> TÜRLERİ</a:t>
          </a:r>
          <a:endParaRPr kumimoji="0" lang="tr-TR" altLang="tr-TR" sz="2000" b="1" i="1" u="none" strike="noStrike" kern="1200" cap="none" normalizeH="0" baseline="0">
            <a:ln>
              <a:noFill/>
            </a:ln>
            <a:solidFill>
              <a:schemeClr val="tx1"/>
            </a:solidFill>
            <a:effectLst/>
            <a:latin typeface="Arial" panose="020B0604020202020204" pitchFamily="34" charset="0"/>
          </a:endParaRPr>
        </a:p>
      </dsp:txBody>
      <dsp:txXfrm>
        <a:off x="2916297" y="1223415"/>
        <a:ext cx="2409705" cy="1204852"/>
      </dsp:txXfrm>
    </dsp:sp>
    <dsp:sp modelId="{304E2AE3-4560-4D08-BCB2-1479BFBABF47}">
      <dsp:nvSpPr>
        <dsp:cNvPr id="0" name=""/>
        <dsp:cNvSpPr/>
      </dsp:nvSpPr>
      <dsp:spPr>
        <a:xfrm>
          <a:off x="553" y="2934306"/>
          <a:ext cx="2409705" cy="120485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tr-TR" sz="2000" b="0" i="0" u="none" strike="noStrike" kern="1200" cap="none" normalizeH="0" baseline="0">
              <a:ln>
                <a:noFill/>
              </a:ln>
              <a:solidFill>
                <a:schemeClr val="tx1"/>
              </a:solidFill>
              <a:effectLst/>
              <a:latin typeface="Arial" panose="020B0604020202020204" pitchFamily="34" charset="0"/>
            </a:rPr>
            <a:t>BASİT SERİ</a:t>
          </a:r>
        </a:p>
      </dsp:txBody>
      <dsp:txXfrm>
        <a:off x="553" y="2934306"/>
        <a:ext cx="2409705" cy="1204852"/>
      </dsp:txXfrm>
    </dsp:sp>
    <dsp:sp modelId="{45DCD52B-8C94-4686-A521-4A0EE9762864}">
      <dsp:nvSpPr>
        <dsp:cNvPr id="0" name=""/>
        <dsp:cNvSpPr/>
      </dsp:nvSpPr>
      <dsp:spPr>
        <a:xfrm>
          <a:off x="2916297" y="2934306"/>
          <a:ext cx="2409705" cy="120485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tr-TR" sz="2000" b="0" i="0" u="none" strike="noStrike" kern="1200" cap="none" normalizeH="0" baseline="0">
              <a:ln>
                <a:noFill/>
              </a:ln>
              <a:solidFill>
                <a:schemeClr val="tx1"/>
              </a:solidFill>
              <a:effectLst/>
              <a:latin typeface="Arial" panose="020B0604020202020204" pitchFamily="34" charset="0"/>
            </a:rPr>
            <a:t>GRUPLANMIŞ </a:t>
          </a:r>
          <a:br>
            <a:rPr kumimoji="0" lang="tr-TR" altLang="tr-TR" sz="2000" b="0" i="0" u="none" strike="noStrike" kern="1200" cap="none" normalizeH="0" baseline="0">
              <a:ln>
                <a:noFill/>
              </a:ln>
              <a:solidFill>
                <a:schemeClr val="tx1"/>
              </a:solidFill>
              <a:effectLst/>
              <a:latin typeface="Arial" panose="020B0604020202020204" pitchFamily="34" charset="0"/>
            </a:rPr>
          </a:br>
          <a:r>
            <a:rPr kumimoji="0" lang="tr-TR" altLang="tr-TR" sz="2000" b="0" i="0" u="none" strike="noStrike" kern="1200" cap="none" normalizeH="0" baseline="0">
              <a:ln>
                <a:noFill/>
              </a:ln>
              <a:solidFill>
                <a:schemeClr val="tx1"/>
              </a:solidFill>
              <a:effectLst/>
              <a:latin typeface="Arial" panose="020B0604020202020204" pitchFamily="34" charset="0"/>
            </a:rPr>
            <a:t>SERİ</a:t>
          </a:r>
        </a:p>
      </dsp:txBody>
      <dsp:txXfrm>
        <a:off x="2916297" y="2934306"/>
        <a:ext cx="2409705" cy="1204852"/>
      </dsp:txXfrm>
    </dsp:sp>
    <dsp:sp modelId="{F0567FAD-A7F9-4356-8323-E40B1B03A6EB}">
      <dsp:nvSpPr>
        <dsp:cNvPr id="0" name=""/>
        <dsp:cNvSpPr/>
      </dsp:nvSpPr>
      <dsp:spPr>
        <a:xfrm>
          <a:off x="5832040" y="2934306"/>
          <a:ext cx="2409705" cy="120485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tr-TR" altLang="tr-TR" sz="2000" b="1" i="1" u="none" strike="noStrike" kern="1200" cap="none" normalizeH="0" baseline="0">
            <a:ln>
              <a:noFill/>
            </a:ln>
            <a:solidFill>
              <a:schemeClr val="tx1"/>
            </a:solidFill>
            <a:effectLst/>
            <a:latin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tr-TR" altLang="tr-TR" sz="2000" b="0" i="0" u="none" strike="noStrike" kern="1200" cap="none" normalizeH="0" baseline="0">
              <a:ln>
                <a:noFill/>
              </a:ln>
              <a:solidFill>
                <a:schemeClr val="tx1"/>
              </a:solidFill>
              <a:effectLst/>
              <a:latin typeface="Arial" panose="020B0604020202020204" pitchFamily="34" charset="0"/>
            </a:rPr>
            <a:t>SINIFLANMIŞ </a:t>
          </a:r>
          <a:br>
            <a:rPr kumimoji="0" lang="tr-TR" altLang="tr-TR" sz="2000" b="0" i="0" u="none" strike="noStrike" kern="1200" cap="none" normalizeH="0" baseline="0">
              <a:ln>
                <a:noFill/>
              </a:ln>
              <a:solidFill>
                <a:schemeClr val="tx1"/>
              </a:solidFill>
              <a:effectLst/>
              <a:latin typeface="Arial" panose="020B0604020202020204" pitchFamily="34" charset="0"/>
            </a:rPr>
          </a:br>
          <a:r>
            <a:rPr kumimoji="0" lang="tr-TR" altLang="tr-TR" sz="2000" b="0" i="0" u="none" strike="noStrike" kern="1200" cap="none" normalizeH="0" baseline="0">
              <a:ln>
                <a:noFill/>
              </a:ln>
              <a:solidFill>
                <a:schemeClr val="tx1"/>
              </a:solidFill>
              <a:effectLst/>
              <a:latin typeface="Arial" panose="020B0604020202020204" pitchFamily="34" charset="0"/>
            </a:rPr>
            <a:t>SERİ</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tr-TR" altLang="tr-TR" sz="2000" b="0" i="0" u="none" strike="noStrike" kern="1200" cap="none" normalizeH="0" baseline="0">
            <a:ln>
              <a:noFill/>
            </a:ln>
            <a:solidFill>
              <a:schemeClr val="tx1"/>
            </a:solidFill>
            <a:effectLst/>
            <a:latin typeface="Arial" panose="020B0604020202020204" pitchFamily="34" charset="0"/>
          </a:endParaRPr>
        </a:p>
      </dsp:txBody>
      <dsp:txXfrm>
        <a:off x="5832040" y="2934306"/>
        <a:ext cx="2409705" cy="120485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a:extLst>
              <a:ext uri="{FF2B5EF4-FFF2-40B4-BE49-F238E27FC236}">
                <a16:creationId xmlns:a16="http://schemas.microsoft.com/office/drawing/2014/main" id="{FD92ADE3-ECBB-BA5C-5CAF-9E7F2097264A}"/>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tr-TR"/>
          </a:p>
        </p:txBody>
      </p:sp>
      <p:sp>
        <p:nvSpPr>
          <p:cNvPr id="3" name="Veri Yer Tutucusu 2">
            <a:extLst>
              <a:ext uri="{FF2B5EF4-FFF2-40B4-BE49-F238E27FC236}">
                <a16:creationId xmlns:a16="http://schemas.microsoft.com/office/drawing/2014/main" id="{CD2BFAFD-C7B7-A9FE-65BE-B186EF9E07E7}"/>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4BE0F0CA-F7D2-43BF-B794-01A7BEC03D90}" type="datetimeFigureOut">
              <a:rPr lang="tr-TR" smtClean="0"/>
              <a:t>29.09.2026</a:t>
            </a:fld>
            <a:endParaRPr lang="tr-TR"/>
          </a:p>
        </p:txBody>
      </p:sp>
      <p:sp>
        <p:nvSpPr>
          <p:cNvPr id="4" name="Alt Bilgi Yer Tutucusu 3">
            <a:extLst>
              <a:ext uri="{FF2B5EF4-FFF2-40B4-BE49-F238E27FC236}">
                <a16:creationId xmlns:a16="http://schemas.microsoft.com/office/drawing/2014/main" id="{B34C4D1A-4054-357D-9CDD-17EE5619541A}"/>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tr-TR"/>
          </a:p>
        </p:txBody>
      </p:sp>
      <p:sp>
        <p:nvSpPr>
          <p:cNvPr id="5" name="Slayt Numarası Yer Tutucusu 4">
            <a:extLst>
              <a:ext uri="{FF2B5EF4-FFF2-40B4-BE49-F238E27FC236}">
                <a16:creationId xmlns:a16="http://schemas.microsoft.com/office/drawing/2014/main" id="{68F633AC-6886-C539-E6D1-9C1A455D2BB5}"/>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528134B7-3008-4C01-B1EF-73088131281B}" type="slidenum">
              <a:rPr lang="tr-TR" smtClean="0"/>
              <a:t>‹#›</a:t>
            </a:fld>
            <a:endParaRPr lang="tr-TR"/>
          </a:p>
        </p:txBody>
      </p:sp>
    </p:spTree>
    <p:extLst>
      <p:ext uri="{BB962C8B-B14F-4D97-AF65-F5344CB8AC3E}">
        <p14:creationId xmlns:p14="http://schemas.microsoft.com/office/powerpoint/2010/main" val="105150458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85B3AE12-FB54-AF08-F828-492F6BEA57D0}"/>
              </a:ext>
            </a:extLst>
          </p:cNvPr>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i="0" smtClean="0"/>
            </a:lvl1pPr>
          </a:lstStyle>
          <a:p>
            <a:pPr>
              <a:defRPr/>
            </a:pPr>
            <a:endParaRPr lang="tr-TR"/>
          </a:p>
        </p:txBody>
      </p:sp>
      <p:sp>
        <p:nvSpPr>
          <p:cNvPr id="23555" name="Rectangle 3">
            <a:extLst>
              <a:ext uri="{FF2B5EF4-FFF2-40B4-BE49-F238E27FC236}">
                <a16:creationId xmlns:a16="http://schemas.microsoft.com/office/drawing/2014/main" id="{940C0695-B5D6-2570-4C83-DC38ED5E0D81}"/>
              </a:ext>
            </a:extLst>
          </p:cNvPr>
          <p:cNvSpPr>
            <a:spLocks noGrp="1" noChangeArrowheads="1"/>
          </p:cNvSpPr>
          <p:nvPr>
            <p:ph type="dt" idx="1"/>
          </p:nvPr>
        </p:nvSpPr>
        <p:spPr bwMode="auto">
          <a:xfrm>
            <a:off x="5179484"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i="0" smtClean="0"/>
            </a:lvl1pPr>
          </a:lstStyle>
          <a:p>
            <a:pPr>
              <a:defRPr/>
            </a:pPr>
            <a:endParaRPr lang="tr-TR"/>
          </a:p>
        </p:txBody>
      </p:sp>
      <p:sp>
        <p:nvSpPr>
          <p:cNvPr id="70660" name="Rectangle 4">
            <a:extLst>
              <a:ext uri="{FF2B5EF4-FFF2-40B4-BE49-F238E27FC236}">
                <a16:creationId xmlns:a16="http://schemas.microsoft.com/office/drawing/2014/main" id="{8C63D5D5-B287-7EDC-173F-AF51AA40589A}"/>
              </a:ext>
            </a:extLst>
          </p:cNvPr>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7" name="Rectangle 5">
            <a:extLst>
              <a:ext uri="{FF2B5EF4-FFF2-40B4-BE49-F238E27FC236}">
                <a16:creationId xmlns:a16="http://schemas.microsoft.com/office/drawing/2014/main" id="{4A2E5346-3227-6409-EB5D-E1BEF9C8049A}"/>
              </a:ext>
            </a:extLst>
          </p:cNvPr>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tr-TR" noProof="0"/>
              <a:t>Asıl metin stillerini düzenlemek için tıklatın</a:t>
            </a:r>
          </a:p>
          <a:p>
            <a:pPr lvl="1"/>
            <a:r>
              <a:rPr lang="tr-TR" noProof="0"/>
              <a:t>İkinci düzey</a:t>
            </a:r>
          </a:p>
          <a:p>
            <a:pPr lvl="2"/>
            <a:r>
              <a:rPr lang="tr-TR" noProof="0"/>
              <a:t>Üçüncü düzey</a:t>
            </a:r>
          </a:p>
          <a:p>
            <a:pPr lvl="3"/>
            <a:r>
              <a:rPr lang="tr-TR" noProof="0"/>
              <a:t>Dördüncü düzey</a:t>
            </a:r>
          </a:p>
          <a:p>
            <a:pPr lvl="4"/>
            <a:r>
              <a:rPr lang="tr-TR" noProof="0"/>
              <a:t>Beşinci düzey</a:t>
            </a:r>
          </a:p>
        </p:txBody>
      </p:sp>
      <p:sp>
        <p:nvSpPr>
          <p:cNvPr id="23558" name="Rectangle 6">
            <a:extLst>
              <a:ext uri="{FF2B5EF4-FFF2-40B4-BE49-F238E27FC236}">
                <a16:creationId xmlns:a16="http://schemas.microsoft.com/office/drawing/2014/main" id="{2F713137-B3BE-468D-7290-780573DE6466}"/>
              </a:ext>
            </a:extLst>
          </p:cNvPr>
          <p:cNvSpPr>
            <a:spLocks noGrp="1" noChangeArrowheads="1"/>
          </p:cNvSpPr>
          <p:nvPr>
            <p:ph type="ftr" sz="quarter" idx="4"/>
          </p:nvPr>
        </p:nvSpPr>
        <p:spPr bwMode="auto">
          <a:xfrm>
            <a:off x="0" y="651391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i="0" smtClean="0"/>
            </a:lvl1pPr>
          </a:lstStyle>
          <a:p>
            <a:pPr>
              <a:defRPr/>
            </a:pPr>
            <a:endParaRPr lang="tr-TR"/>
          </a:p>
        </p:txBody>
      </p:sp>
      <p:sp>
        <p:nvSpPr>
          <p:cNvPr id="23559" name="Rectangle 7">
            <a:extLst>
              <a:ext uri="{FF2B5EF4-FFF2-40B4-BE49-F238E27FC236}">
                <a16:creationId xmlns:a16="http://schemas.microsoft.com/office/drawing/2014/main" id="{9FC9134D-090A-01BD-5DF8-69087CEF2C69}"/>
              </a:ext>
            </a:extLst>
          </p:cNvPr>
          <p:cNvSpPr>
            <a:spLocks noGrp="1" noChangeArrowheads="1"/>
          </p:cNvSpPr>
          <p:nvPr>
            <p:ph type="sldNum" sz="quarter" idx="5"/>
          </p:nvPr>
        </p:nvSpPr>
        <p:spPr bwMode="auto">
          <a:xfrm>
            <a:off x="5179484" y="6513910"/>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i="0"/>
            </a:lvl1pPr>
          </a:lstStyle>
          <a:p>
            <a:fld id="{2FFDFBC3-27B6-4CFC-A33A-712A23D33B30}" type="slidenum">
              <a:rPr lang="tr-TR" altLang="tr-TR"/>
              <a:pPr/>
              <a:t>‹#›</a:t>
            </a:fld>
            <a:endParaRPr lang="tr-TR" altLang="tr-T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Nominal  Ölçek verilen sınıflandırıldığı ve etiketlediği en temel ölçme düzeyidir. Bu Ölçek nesneleri veya olayları belirli kategorilere ayırır, ancak bu kategoriler arasında herhangi bir sıralama veya derecelendirme ilişkisi yoktur nominal Ölçek, genellikle nitel velilerle ilişkilidir. Örnekler</a:t>
            </a:r>
          </a:p>
          <a:p>
            <a:r>
              <a:rPr lang="tr-TR" dirty="0"/>
              <a:t>Cinsiyet:(Erkek, kadın) ; renkler :(kırmızı, mavi, yeşil).</a:t>
            </a:r>
          </a:p>
          <a:p>
            <a:endParaRPr lang="tr-TR" dirty="0"/>
          </a:p>
        </p:txBody>
      </p:sp>
    </p:spTree>
    <p:extLst>
      <p:ext uri="{BB962C8B-B14F-4D97-AF65-F5344CB8AC3E}">
        <p14:creationId xmlns:p14="http://schemas.microsoft.com/office/powerpoint/2010/main" val="3841159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Tree>
    <p:extLst>
      <p:ext uri="{BB962C8B-B14F-4D97-AF65-F5344CB8AC3E}">
        <p14:creationId xmlns:p14="http://schemas.microsoft.com/office/powerpoint/2010/main" val="3326661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Cevap: Bedenler kategoridir, aralarında ara değer yoktur; çizgi 29,5 beden gibi var olmayan değerleri ima eder. Ayrıca 31 beden hiç yok ama eksen 30'dan 32'ye eşit aralıkla geçiyor. Bu veri için çubuk grafik uygundur.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7">
            <a:extLst>
              <a:ext uri="{FF2B5EF4-FFF2-40B4-BE49-F238E27FC236}">
                <a16:creationId xmlns:a16="http://schemas.microsoft.com/office/drawing/2014/main" id="{350EF16D-A2E3-671C-19E5-F5C4CD97FCCC}"/>
              </a:ext>
            </a:extLst>
          </p:cNvPr>
          <p:cNvSpPr txBox="1">
            <a:spLocks noGrp="1" noChangeArrowheads="1"/>
          </p:cNvSpPr>
          <p:nvPr/>
        </p:nvSpPr>
        <p:spPr bwMode="auto">
          <a:xfrm>
            <a:off x="5179484" y="6513910"/>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r" eaLnBrk="1" hangingPunct="1"/>
            <a:fld id="{7A00DD6D-5152-4118-B0E3-62B02F2D7372}" type="slidenum">
              <a:rPr lang="tr-TR" altLang="tr-TR" sz="1200" b="0" i="0"/>
              <a:pPr algn="r" eaLnBrk="1" hangingPunct="1"/>
              <a:t>69</a:t>
            </a:fld>
            <a:endParaRPr lang="tr-TR" altLang="tr-TR" sz="1200" b="0" i="0"/>
          </a:p>
        </p:txBody>
      </p:sp>
      <p:sp>
        <p:nvSpPr>
          <p:cNvPr id="71684" name="Rectangle 2">
            <a:extLst>
              <a:ext uri="{FF2B5EF4-FFF2-40B4-BE49-F238E27FC236}">
                <a16:creationId xmlns:a16="http://schemas.microsoft.com/office/drawing/2014/main" id="{E62851EC-43BD-DF45-EA0E-D841A598A5A1}"/>
              </a:ext>
            </a:extLst>
          </p:cNvPr>
          <p:cNvSpPr>
            <a:spLocks noGrp="1" noChangeArrowheads="1"/>
          </p:cNvSpPr>
          <p:nvPr>
            <p:ph type="body" idx="1"/>
          </p:nvPr>
        </p:nvSpPr>
        <p:spPr>
          <a:xfrm>
            <a:off x="1219200" y="2457450"/>
            <a:ext cx="6705600" cy="3886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r>
              <a:rPr lang="tr-TR" altLang="tr-TR"/>
              <a:t>The number of classes is </a:t>
            </a:r>
            <a:r>
              <a:rPr lang="tr-TR" altLang="tr-TR" b="1" i="1"/>
              <a:t>usually</a:t>
            </a:r>
            <a:r>
              <a:rPr lang="tr-TR" altLang="tr-TR"/>
              <a:t> between 5 and 15.  Only 3 are used here for illustration purposes.</a:t>
            </a:r>
          </a:p>
        </p:txBody>
      </p:sp>
      <p:sp>
        <p:nvSpPr>
          <p:cNvPr id="71685" name="Rectangle 3">
            <a:extLst>
              <a:ext uri="{FF2B5EF4-FFF2-40B4-BE49-F238E27FC236}">
                <a16:creationId xmlns:a16="http://schemas.microsoft.com/office/drawing/2014/main" id="{C5075DFA-0559-2CC0-CFA0-5134D82AE866}"/>
              </a:ext>
            </a:extLst>
          </p:cNvPr>
          <p:cNvSpPr>
            <a:spLocks noGrp="1" noRot="1" noChangeAspect="1" noChangeArrowheads="1" noTextEdit="1"/>
          </p:cNvSpPr>
          <p:nvPr>
            <p:ph type="sldImg"/>
          </p:nvPr>
        </p:nvSpPr>
        <p:spPr>
          <a:xfrm>
            <a:off x="2863850" y="519113"/>
            <a:ext cx="3417888" cy="2562225"/>
          </a:xfrm>
          <a:ln w="12700" cap="flat">
            <a:solidFill>
              <a:schemeClr val="tx1"/>
            </a:solid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7">
            <a:extLst>
              <a:ext uri="{FF2B5EF4-FFF2-40B4-BE49-F238E27FC236}">
                <a16:creationId xmlns:a16="http://schemas.microsoft.com/office/drawing/2014/main" id="{B6852392-809C-BD27-E4C1-F0427E8C0963}"/>
              </a:ext>
            </a:extLst>
          </p:cNvPr>
          <p:cNvSpPr txBox="1">
            <a:spLocks noGrp="1" noChangeArrowheads="1"/>
          </p:cNvSpPr>
          <p:nvPr/>
        </p:nvSpPr>
        <p:spPr bwMode="auto">
          <a:xfrm>
            <a:off x="5179484" y="6513910"/>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r" eaLnBrk="1" hangingPunct="1"/>
            <a:fld id="{C77195FF-255D-46D5-A085-D68A87892616}" type="slidenum">
              <a:rPr lang="tr-TR" altLang="tr-TR" sz="1200" b="0" i="0"/>
              <a:pPr algn="r" eaLnBrk="1" hangingPunct="1"/>
              <a:t>70</a:t>
            </a:fld>
            <a:endParaRPr lang="tr-TR" altLang="tr-TR" sz="1200" b="0" i="0"/>
          </a:p>
        </p:txBody>
      </p:sp>
      <p:sp>
        <p:nvSpPr>
          <p:cNvPr id="72708" name="Rectangle 2">
            <a:extLst>
              <a:ext uri="{FF2B5EF4-FFF2-40B4-BE49-F238E27FC236}">
                <a16:creationId xmlns:a16="http://schemas.microsoft.com/office/drawing/2014/main" id="{B44EA797-6A29-CF6E-FECA-94FE2C25851E}"/>
              </a:ext>
            </a:extLst>
          </p:cNvPr>
          <p:cNvSpPr>
            <a:spLocks noGrp="1" noChangeArrowheads="1"/>
          </p:cNvSpPr>
          <p:nvPr>
            <p:ph type="body" idx="1"/>
          </p:nvPr>
        </p:nvSpPr>
        <p:spPr>
          <a:xfrm>
            <a:off x="1219200" y="2457450"/>
            <a:ext cx="6705600" cy="3886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r>
              <a:rPr lang="tr-TR" altLang="tr-TR"/>
              <a:t>The number of classes is </a:t>
            </a:r>
            <a:r>
              <a:rPr lang="tr-TR" altLang="tr-TR" b="1" i="1"/>
              <a:t>usually</a:t>
            </a:r>
            <a:r>
              <a:rPr lang="tr-TR" altLang="tr-TR"/>
              <a:t> between 5 and 15.  Only 3 are used here for illustration purposes.</a:t>
            </a:r>
          </a:p>
        </p:txBody>
      </p:sp>
      <p:sp>
        <p:nvSpPr>
          <p:cNvPr id="72709" name="Rectangle 3">
            <a:extLst>
              <a:ext uri="{FF2B5EF4-FFF2-40B4-BE49-F238E27FC236}">
                <a16:creationId xmlns:a16="http://schemas.microsoft.com/office/drawing/2014/main" id="{74C79F8D-D740-3FC2-A4FD-C6D70378A88B}"/>
              </a:ext>
            </a:extLst>
          </p:cNvPr>
          <p:cNvSpPr>
            <a:spLocks noGrp="1" noRot="1" noChangeAspect="1" noChangeArrowheads="1" noTextEdit="1"/>
          </p:cNvSpPr>
          <p:nvPr>
            <p:ph type="sldImg"/>
          </p:nvPr>
        </p:nvSpPr>
        <p:spPr>
          <a:xfrm>
            <a:off x="2863850" y="519113"/>
            <a:ext cx="3417888" cy="2562225"/>
          </a:xfrm>
          <a:ln w="12700" cap="flat">
            <a:solidFill>
              <a:schemeClr val="tx1"/>
            </a:solid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7">
            <a:extLst>
              <a:ext uri="{FF2B5EF4-FFF2-40B4-BE49-F238E27FC236}">
                <a16:creationId xmlns:a16="http://schemas.microsoft.com/office/drawing/2014/main" id="{598FA9C0-2EFF-C5B4-48A1-3D72B00895DA}"/>
              </a:ext>
            </a:extLst>
          </p:cNvPr>
          <p:cNvSpPr txBox="1">
            <a:spLocks noGrp="1" noChangeArrowheads="1"/>
          </p:cNvSpPr>
          <p:nvPr/>
        </p:nvSpPr>
        <p:spPr bwMode="auto">
          <a:xfrm>
            <a:off x="5179484" y="6513910"/>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r" eaLnBrk="1" hangingPunct="1"/>
            <a:fld id="{F3BBF363-F5E0-4E32-8AC4-DBAFCBB5691A}" type="slidenum">
              <a:rPr lang="tr-TR" altLang="tr-TR" sz="1200" b="0" i="0"/>
              <a:pPr algn="r" eaLnBrk="1" hangingPunct="1"/>
              <a:t>71</a:t>
            </a:fld>
            <a:endParaRPr lang="tr-TR" altLang="tr-TR" sz="1200" b="0" i="0"/>
          </a:p>
        </p:txBody>
      </p:sp>
      <p:sp>
        <p:nvSpPr>
          <p:cNvPr id="73732" name="Rectangle 2">
            <a:extLst>
              <a:ext uri="{FF2B5EF4-FFF2-40B4-BE49-F238E27FC236}">
                <a16:creationId xmlns:a16="http://schemas.microsoft.com/office/drawing/2014/main" id="{62BBFF9E-A549-9411-7AB6-57F3FBDDF79F}"/>
              </a:ext>
            </a:extLst>
          </p:cNvPr>
          <p:cNvSpPr>
            <a:spLocks noGrp="1" noChangeArrowheads="1"/>
          </p:cNvSpPr>
          <p:nvPr>
            <p:ph type="body" idx="1"/>
          </p:nvPr>
        </p:nvSpPr>
        <p:spPr>
          <a:xfrm>
            <a:off x="1219200" y="2457450"/>
            <a:ext cx="6705600" cy="3886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tr-TR"/>
          </a:p>
        </p:txBody>
      </p:sp>
      <p:sp>
        <p:nvSpPr>
          <p:cNvPr id="73733" name="Rectangle 3">
            <a:extLst>
              <a:ext uri="{FF2B5EF4-FFF2-40B4-BE49-F238E27FC236}">
                <a16:creationId xmlns:a16="http://schemas.microsoft.com/office/drawing/2014/main" id="{524A8DA5-70E9-F729-0546-673310CE2F06}"/>
              </a:ext>
            </a:extLst>
          </p:cNvPr>
          <p:cNvSpPr>
            <a:spLocks noGrp="1" noRot="1" noChangeAspect="1" noChangeArrowheads="1" noTextEdit="1"/>
          </p:cNvSpPr>
          <p:nvPr>
            <p:ph type="sldImg"/>
          </p:nvPr>
        </p:nvSpPr>
        <p:spPr>
          <a:xfrm>
            <a:off x="2863850" y="519113"/>
            <a:ext cx="3417888" cy="2562225"/>
          </a:xfrm>
          <a:ln w="12700" cap="flat">
            <a:solidFill>
              <a:schemeClr val="tx1"/>
            </a:solid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7">
            <a:extLst>
              <a:ext uri="{FF2B5EF4-FFF2-40B4-BE49-F238E27FC236}">
                <a16:creationId xmlns:a16="http://schemas.microsoft.com/office/drawing/2014/main" id="{00ACBFD9-D03D-3999-B7BB-9A32586EA91F}"/>
              </a:ext>
            </a:extLst>
          </p:cNvPr>
          <p:cNvSpPr txBox="1">
            <a:spLocks noGrp="1" noChangeArrowheads="1"/>
          </p:cNvSpPr>
          <p:nvPr/>
        </p:nvSpPr>
        <p:spPr bwMode="auto">
          <a:xfrm>
            <a:off x="5179484" y="6513910"/>
            <a:ext cx="39624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r" eaLnBrk="1" hangingPunct="1"/>
            <a:fld id="{612A0302-5145-449E-90F7-C9616D402CC6}" type="slidenum">
              <a:rPr lang="tr-TR" altLang="tr-TR" sz="1200" b="0" i="0"/>
              <a:pPr algn="r" eaLnBrk="1" hangingPunct="1"/>
              <a:t>72</a:t>
            </a:fld>
            <a:endParaRPr lang="tr-TR" altLang="tr-TR" sz="1200" b="0" i="0"/>
          </a:p>
        </p:txBody>
      </p:sp>
      <p:sp>
        <p:nvSpPr>
          <p:cNvPr id="74756" name="Rectangle 2">
            <a:extLst>
              <a:ext uri="{FF2B5EF4-FFF2-40B4-BE49-F238E27FC236}">
                <a16:creationId xmlns:a16="http://schemas.microsoft.com/office/drawing/2014/main" id="{04382C12-DE98-92B6-2B0E-6152886AAC9A}"/>
              </a:ext>
            </a:extLst>
          </p:cNvPr>
          <p:cNvSpPr>
            <a:spLocks noGrp="1" noChangeArrowheads="1"/>
          </p:cNvSpPr>
          <p:nvPr>
            <p:ph type="body" idx="1"/>
          </p:nvPr>
        </p:nvSpPr>
        <p:spPr>
          <a:xfrm>
            <a:off x="1219200" y="2457450"/>
            <a:ext cx="6705600" cy="3886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endParaRPr lang="en-US" altLang="tr-TR"/>
          </a:p>
        </p:txBody>
      </p:sp>
      <p:sp>
        <p:nvSpPr>
          <p:cNvPr id="74757" name="Rectangle 3">
            <a:extLst>
              <a:ext uri="{FF2B5EF4-FFF2-40B4-BE49-F238E27FC236}">
                <a16:creationId xmlns:a16="http://schemas.microsoft.com/office/drawing/2014/main" id="{842E5279-E075-3646-D27D-4AECD1019A28}"/>
              </a:ext>
            </a:extLst>
          </p:cNvPr>
          <p:cNvSpPr>
            <a:spLocks noGrp="1" noRot="1" noChangeAspect="1" noChangeArrowheads="1" noTextEdit="1"/>
          </p:cNvSpPr>
          <p:nvPr>
            <p:ph type="sldImg"/>
          </p:nvPr>
        </p:nvSpPr>
        <p:spPr>
          <a:xfrm>
            <a:off x="2863850" y="519113"/>
            <a:ext cx="3417888" cy="2562225"/>
          </a:xfrm>
          <a:ln w="12700" cap="flat">
            <a:solidFill>
              <a:schemeClr val="tx1"/>
            </a:solid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Doğru tablo: 10-18'den az: 1 (0,02); 18-26'den az: 10 (0,20); 26-34'den az: 14 (0,28); 34-42'den az: 17 (0,34); 42-50'den az: 8 (0,16). Toplam 50.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Cevaplar: 1) Nominal. 2) Hayır; puan aralık ölçeği gibi işlenir, mutlak sıfır yoktur (en düşük puan 10'dur). 3) Hayır; histogram nicel veri içindir. Çubuk grafik, sıra korunarak. 4) İstatistik; örnekten hesaplandı. Anakütle ortalaması parametredir. 5) Hayır; örneklenen popülasyon hedef popülasyondan farklıdır, sonuç yanlı olur. Örneği büyütmek bunu düzeltmez.</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tr-TR"/>
              <a:t>Asıl alt başlık stilini düzenlemek için tıklatın</a:t>
            </a:r>
          </a:p>
        </p:txBody>
      </p:sp>
      <p:sp>
        <p:nvSpPr>
          <p:cNvPr id="4" name="Rectangle 4">
            <a:extLst>
              <a:ext uri="{FF2B5EF4-FFF2-40B4-BE49-F238E27FC236}">
                <a16:creationId xmlns:a16="http://schemas.microsoft.com/office/drawing/2014/main" id="{29598C20-5E6D-B856-A5C5-1BDB02792382}"/>
              </a:ext>
            </a:extLst>
          </p:cNvPr>
          <p:cNvSpPr>
            <a:spLocks noGrp="1" noChangeArrowheads="1"/>
          </p:cNvSpPr>
          <p:nvPr>
            <p:ph type="dt" sz="half" idx="10"/>
          </p:nvPr>
        </p:nvSpPr>
        <p:spPr>
          <a:ln/>
        </p:spPr>
        <p:txBody>
          <a:bodyPr/>
          <a:lstStyle>
            <a:lvl1pPr>
              <a:defRPr/>
            </a:lvl1pPr>
          </a:lstStyle>
          <a:p>
            <a:pPr>
              <a:defRPr/>
            </a:pPr>
            <a:endParaRPr lang="tr-TR"/>
          </a:p>
        </p:txBody>
      </p:sp>
      <p:sp>
        <p:nvSpPr>
          <p:cNvPr id="5" name="Rectangle 5">
            <a:extLst>
              <a:ext uri="{FF2B5EF4-FFF2-40B4-BE49-F238E27FC236}">
                <a16:creationId xmlns:a16="http://schemas.microsoft.com/office/drawing/2014/main" id="{AB469231-B258-D2EF-F510-0482CDB1BB26}"/>
              </a:ext>
            </a:extLst>
          </p:cNvPr>
          <p:cNvSpPr>
            <a:spLocks noGrp="1" noChangeArrowheads="1"/>
          </p:cNvSpPr>
          <p:nvPr>
            <p:ph type="ftr" sz="quarter" idx="11"/>
          </p:nvPr>
        </p:nvSpPr>
        <p:spPr>
          <a:ln/>
        </p:spPr>
        <p:txBody>
          <a:bodyPr/>
          <a:lstStyle>
            <a:lvl1pPr>
              <a:defRPr/>
            </a:lvl1pPr>
          </a:lstStyle>
          <a:p>
            <a:pPr>
              <a:defRPr/>
            </a:pPr>
            <a:endParaRPr lang="tr-TR"/>
          </a:p>
        </p:txBody>
      </p:sp>
      <p:sp>
        <p:nvSpPr>
          <p:cNvPr id="6" name="Rectangle 6">
            <a:extLst>
              <a:ext uri="{FF2B5EF4-FFF2-40B4-BE49-F238E27FC236}">
                <a16:creationId xmlns:a16="http://schemas.microsoft.com/office/drawing/2014/main" id="{CD6C7DB2-8831-CB9B-B462-D04EA527211A}"/>
              </a:ext>
            </a:extLst>
          </p:cNvPr>
          <p:cNvSpPr>
            <a:spLocks noGrp="1" noChangeArrowheads="1"/>
          </p:cNvSpPr>
          <p:nvPr>
            <p:ph type="sldNum" sz="quarter" idx="12"/>
          </p:nvPr>
        </p:nvSpPr>
        <p:spPr>
          <a:ln/>
        </p:spPr>
        <p:txBody>
          <a:bodyPr/>
          <a:lstStyle>
            <a:lvl1pPr>
              <a:defRPr/>
            </a:lvl1pPr>
          </a:lstStyle>
          <a:p>
            <a:fld id="{FB41BD20-C8DA-4D54-A50F-20554723708F}" type="slidenum">
              <a:rPr lang="tr-TR" altLang="tr-TR"/>
              <a:pPr/>
              <a:t>‹#›</a:t>
            </a:fld>
            <a:endParaRPr lang="tr-TR" altLang="tr-TR"/>
          </a:p>
        </p:txBody>
      </p:sp>
    </p:spTree>
    <p:extLst>
      <p:ext uri="{BB962C8B-B14F-4D97-AF65-F5344CB8AC3E}">
        <p14:creationId xmlns:p14="http://schemas.microsoft.com/office/powerpoint/2010/main" val="2511139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a:extLst>
              <a:ext uri="{FF2B5EF4-FFF2-40B4-BE49-F238E27FC236}">
                <a16:creationId xmlns:a16="http://schemas.microsoft.com/office/drawing/2014/main" id="{9BA7765E-2299-9771-AD6D-E011D9DBB1FC}"/>
              </a:ext>
            </a:extLst>
          </p:cNvPr>
          <p:cNvSpPr>
            <a:spLocks noGrp="1" noChangeArrowheads="1"/>
          </p:cNvSpPr>
          <p:nvPr>
            <p:ph type="dt" sz="half" idx="10"/>
          </p:nvPr>
        </p:nvSpPr>
        <p:spPr>
          <a:ln/>
        </p:spPr>
        <p:txBody>
          <a:bodyPr/>
          <a:lstStyle>
            <a:lvl1pPr>
              <a:defRPr/>
            </a:lvl1pPr>
          </a:lstStyle>
          <a:p>
            <a:pPr>
              <a:defRPr/>
            </a:pPr>
            <a:endParaRPr lang="tr-TR"/>
          </a:p>
        </p:txBody>
      </p:sp>
      <p:sp>
        <p:nvSpPr>
          <p:cNvPr id="5" name="Rectangle 5">
            <a:extLst>
              <a:ext uri="{FF2B5EF4-FFF2-40B4-BE49-F238E27FC236}">
                <a16:creationId xmlns:a16="http://schemas.microsoft.com/office/drawing/2014/main" id="{809A955A-711C-1029-6CBF-441E23F3205C}"/>
              </a:ext>
            </a:extLst>
          </p:cNvPr>
          <p:cNvSpPr>
            <a:spLocks noGrp="1" noChangeArrowheads="1"/>
          </p:cNvSpPr>
          <p:nvPr>
            <p:ph type="ftr" sz="quarter" idx="11"/>
          </p:nvPr>
        </p:nvSpPr>
        <p:spPr>
          <a:ln/>
        </p:spPr>
        <p:txBody>
          <a:bodyPr/>
          <a:lstStyle>
            <a:lvl1pPr>
              <a:defRPr/>
            </a:lvl1pPr>
          </a:lstStyle>
          <a:p>
            <a:pPr>
              <a:defRPr/>
            </a:pPr>
            <a:endParaRPr lang="tr-TR"/>
          </a:p>
        </p:txBody>
      </p:sp>
      <p:sp>
        <p:nvSpPr>
          <p:cNvPr id="6" name="Rectangle 6">
            <a:extLst>
              <a:ext uri="{FF2B5EF4-FFF2-40B4-BE49-F238E27FC236}">
                <a16:creationId xmlns:a16="http://schemas.microsoft.com/office/drawing/2014/main" id="{91635C93-07FE-CE8D-C39F-62235636D4E8}"/>
              </a:ext>
            </a:extLst>
          </p:cNvPr>
          <p:cNvSpPr>
            <a:spLocks noGrp="1" noChangeArrowheads="1"/>
          </p:cNvSpPr>
          <p:nvPr>
            <p:ph type="sldNum" sz="quarter" idx="12"/>
          </p:nvPr>
        </p:nvSpPr>
        <p:spPr>
          <a:ln/>
        </p:spPr>
        <p:txBody>
          <a:bodyPr/>
          <a:lstStyle>
            <a:lvl1pPr>
              <a:defRPr/>
            </a:lvl1pPr>
          </a:lstStyle>
          <a:p>
            <a:fld id="{6BC5DA73-736E-4ED6-8DA0-FF88BC6D34C4}" type="slidenum">
              <a:rPr lang="tr-TR" altLang="tr-TR"/>
              <a:pPr/>
              <a:t>‹#›</a:t>
            </a:fld>
            <a:endParaRPr lang="tr-TR" altLang="tr-TR"/>
          </a:p>
        </p:txBody>
      </p:sp>
    </p:spTree>
    <p:extLst>
      <p:ext uri="{BB962C8B-B14F-4D97-AF65-F5344CB8AC3E}">
        <p14:creationId xmlns:p14="http://schemas.microsoft.com/office/powerpoint/2010/main" val="3384745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a:t>Asıl metin stillerini düzenlemek için tıklatın</a:t>
            </a:r>
          </a:p>
        </p:txBody>
      </p:sp>
      <p:sp>
        <p:nvSpPr>
          <p:cNvPr id="4" name="Rectangle 4">
            <a:extLst>
              <a:ext uri="{FF2B5EF4-FFF2-40B4-BE49-F238E27FC236}">
                <a16:creationId xmlns:a16="http://schemas.microsoft.com/office/drawing/2014/main" id="{D54BFAA4-A358-6D5C-43BF-4A1C5E6DDEB9}"/>
              </a:ext>
            </a:extLst>
          </p:cNvPr>
          <p:cNvSpPr>
            <a:spLocks noGrp="1" noChangeArrowheads="1"/>
          </p:cNvSpPr>
          <p:nvPr>
            <p:ph type="dt" sz="half" idx="10"/>
          </p:nvPr>
        </p:nvSpPr>
        <p:spPr>
          <a:ln/>
        </p:spPr>
        <p:txBody>
          <a:bodyPr/>
          <a:lstStyle>
            <a:lvl1pPr>
              <a:defRPr/>
            </a:lvl1pPr>
          </a:lstStyle>
          <a:p>
            <a:pPr>
              <a:defRPr/>
            </a:pPr>
            <a:endParaRPr lang="tr-TR"/>
          </a:p>
        </p:txBody>
      </p:sp>
      <p:sp>
        <p:nvSpPr>
          <p:cNvPr id="5" name="Rectangle 5">
            <a:extLst>
              <a:ext uri="{FF2B5EF4-FFF2-40B4-BE49-F238E27FC236}">
                <a16:creationId xmlns:a16="http://schemas.microsoft.com/office/drawing/2014/main" id="{27B790EF-5D52-7163-4A6A-BF100E3C7999}"/>
              </a:ext>
            </a:extLst>
          </p:cNvPr>
          <p:cNvSpPr>
            <a:spLocks noGrp="1" noChangeArrowheads="1"/>
          </p:cNvSpPr>
          <p:nvPr>
            <p:ph type="ftr" sz="quarter" idx="11"/>
          </p:nvPr>
        </p:nvSpPr>
        <p:spPr>
          <a:ln/>
        </p:spPr>
        <p:txBody>
          <a:bodyPr/>
          <a:lstStyle>
            <a:lvl1pPr>
              <a:defRPr/>
            </a:lvl1pPr>
          </a:lstStyle>
          <a:p>
            <a:pPr>
              <a:defRPr/>
            </a:pPr>
            <a:endParaRPr lang="tr-TR"/>
          </a:p>
        </p:txBody>
      </p:sp>
      <p:sp>
        <p:nvSpPr>
          <p:cNvPr id="6" name="Rectangle 6">
            <a:extLst>
              <a:ext uri="{FF2B5EF4-FFF2-40B4-BE49-F238E27FC236}">
                <a16:creationId xmlns:a16="http://schemas.microsoft.com/office/drawing/2014/main" id="{470D47AC-5096-1F42-3CE4-BEE8CE350289}"/>
              </a:ext>
            </a:extLst>
          </p:cNvPr>
          <p:cNvSpPr>
            <a:spLocks noGrp="1" noChangeArrowheads="1"/>
          </p:cNvSpPr>
          <p:nvPr>
            <p:ph type="sldNum" sz="quarter" idx="12"/>
          </p:nvPr>
        </p:nvSpPr>
        <p:spPr>
          <a:ln/>
        </p:spPr>
        <p:txBody>
          <a:bodyPr/>
          <a:lstStyle>
            <a:lvl1pPr>
              <a:defRPr/>
            </a:lvl1pPr>
          </a:lstStyle>
          <a:p>
            <a:fld id="{6B2BC53C-772F-41EC-AEE5-B775BB41AF27}" type="slidenum">
              <a:rPr lang="tr-TR" altLang="tr-TR"/>
              <a:pPr/>
              <a:t>‹#›</a:t>
            </a:fld>
            <a:endParaRPr lang="tr-TR" altLang="tr-TR"/>
          </a:p>
        </p:txBody>
      </p:sp>
    </p:spTree>
    <p:extLst>
      <p:ext uri="{BB962C8B-B14F-4D97-AF65-F5344CB8AC3E}">
        <p14:creationId xmlns:p14="http://schemas.microsoft.com/office/powerpoint/2010/main" val="552641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Rectangle 4">
            <a:extLst>
              <a:ext uri="{FF2B5EF4-FFF2-40B4-BE49-F238E27FC236}">
                <a16:creationId xmlns:a16="http://schemas.microsoft.com/office/drawing/2014/main" id="{EC9470DE-AF58-F466-DC33-FB61D4EA8AEF}"/>
              </a:ext>
            </a:extLst>
          </p:cNvPr>
          <p:cNvSpPr>
            <a:spLocks noGrp="1" noChangeArrowheads="1"/>
          </p:cNvSpPr>
          <p:nvPr>
            <p:ph type="dt" sz="half" idx="10"/>
          </p:nvPr>
        </p:nvSpPr>
        <p:spPr>
          <a:ln/>
        </p:spPr>
        <p:txBody>
          <a:bodyPr/>
          <a:lstStyle>
            <a:lvl1pPr>
              <a:defRPr/>
            </a:lvl1pPr>
          </a:lstStyle>
          <a:p>
            <a:pPr>
              <a:defRPr/>
            </a:pPr>
            <a:endParaRPr lang="tr-TR"/>
          </a:p>
        </p:txBody>
      </p:sp>
      <p:sp>
        <p:nvSpPr>
          <p:cNvPr id="6" name="Rectangle 5">
            <a:extLst>
              <a:ext uri="{FF2B5EF4-FFF2-40B4-BE49-F238E27FC236}">
                <a16:creationId xmlns:a16="http://schemas.microsoft.com/office/drawing/2014/main" id="{975BD7E6-2BB5-AEEB-4048-88D9DADBAB62}"/>
              </a:ext>
            </a:extLst>
          </p:cNvPr>
          <p:cNvSpPr>
            <a:spLocks noGrp="1" noChangeArrowheads="1"/>
          </p:cNvSpPr>
          <p:nvPr>
            <p:ph type="ftr" sz="quarter" idx="11"/>
          </p:nvPr>
        </p:nvSpPr>
        <p:spPr>
          <a:ln/>
        </p:spPr>
        <p:txBody>
          <a:bodyPr/>
          <a:lstStyle>
            <a:lvl1pPr>
              <a:defRPr/>
            </a:lvl1pPr>
          </a:lstStyle>
          <a:p>
            <a:pPr>
              <a:defRPr/>
            </a:pPr>
            <a:endParaRPr lang="tr-TR"/>
          </a:p>
        </p:txBody>
      </p:sp>
      <p:sp>
        <p:nvSpPr>
          <p:cNvPr id="7" name="Rectangle 6">
            <a:extLst>
              <a:ext uri="{FF2B5EF4-FFF2-40B4-BE49-F238E27FC236}">
                <a16:creationId xmlns:a16="http://schemas.microsoft.com/office/drawing/2014/main" id="{154AF59E-9D33-67AF-F9EC-E5DDE683B705}"/>
              </a:ext>
            </a:extLst>
          </p:cNvPr>
          <p:cNvSpPr>
            <a:spLocks noGrp="1" noChangeArrowheads="1"/>
          </p:cNvSpPr>
          <p:nvPr>
            <p:ph type="sldNum" sz="quarter" idx="12"/>
          </p:nvPr>
        </p:nvSpPr>
        <p:spPr>
          <a:ln/>
        </p:spPr>
        <p:txBody>
          <a:bodyPr/>
          <a:lstStyle>
            <a:lvl1pPr>
              <a:defRPr/>
            </a:lvl1pPr>
          </a:lstStyle>
          <a:p>
            <a:fld id="{947799AE-AE24-4656-9C84-214F036BA34E}" type="slidenum">
              <a:rPr lang="tr-TR" altLang="tr-TR"/>
              <a:pPr/>
              <a:t>‹#›</a:t>
            </a:fld>
            <a:endParaRPr lang="tr-TR" altLang="tr-TR"/>
          </a:p>
        </p:txBody>
      </p:sp>
    </p:spTree>
    <p:extLst>
      <p:ext uri="{BB962C8B-B14F-4D97-AF65-F5344CB8AC3E}">
        <p14:creationId xmlns:p14="http://schemas.microsoft.com/office/powerpoint/2010/main" val="1781768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Rectangle 4">
            <a:extLst>
              <a:ext uri="{FF2B5EF4-FFF2-40B4-BE49-F238E27FC236}">
                <a16:creationId xmlns:a16="http://schemas.microsoft.com/office/drawing/2014/main" id="{EE75FAF1-46B6-D774-7621-26E8EF2D6E7C}"/>
              </a:ext>
            </a:extLst>
          </p:cNvPr>
          <p:cNvSpPr>
            <a:spLocks noGrp="1" noChangeArrowheads="1"/>
          </p:cNvSpPr>
          <p:nvPr>
            <p:ph type="dt" sz="half" idx="10"/>
          </p:nvPr>
        </p:nvSpPr>
        <p:spPr>
          <a:ln/>
        </p:spPr>
        <p:txBody>
          <a:bodyPr/>
          <a:lstStyle>
            <a:lvl1pPr>
              <a:defRPr/>
            </a:lvl1pPr>
          </a:lstStyle>
          <a:p>
            <a:pPr>
              <a:defRPr/>
            </a:pPr>
            <a:endParaRPr lang="tr-TR"/>
          </a:p>
        </p:txBody>
      </p:sp>
      <p:sp>
        <p:nvSpPr>
          <p:cNvPr id="8" name="Rectangle 5">
            <a:extLst>
              <a:ext uri="{FF2B5EF4-FFF2-40B4-BE49-F238E27FC236}">
                <a16:creationId xmlns:a16="http://schemas.microsoft.com/office/drawing/2014/main" id="{DC645E6E-8B1F-E2CA-BF51-7F42E825A393}"/>
              </a:ext>
            </a:extLst>
          </p:cNvPr>
          <p:cNvSpPr>
            <a:spLocks noGrp="1" noChangeArrowheads="1"/>
          </p:cNvSpPr>
          <p:nvPr>
            <p:ph type="ftr" sz="quarter" idx="11"/>
          </p:nvPr>
        </p:nvSpPr>
        <p:spPr>
          <a:ln/>
        </p:spPr>
        <p:txBody>
          <a:bodyPr/>
          <a:lstStyle>
            <a:lvl1pPr>
              <a:defRPr/>
            </a:lvl1pPr>
          </a:lstStyle>
          <a:p>
            <a:pPr>
              <a:defRPr/>
            </a:pPr>
            <a:endParaRPr lang="tr-TR"/>
          </a:p>
        </p:txBody>
      </p:sp>
      <p:sp>
        <p:nvSpPr>
          <p:cNvPr id="9" name="Rectangle 6">
            <a:extLst>
              <a:ext uri="{FF2B5EF4-FFF2-40B4-BE49-F238E27FC236}">
                <a16:creationId xmlns:a16="http://schemas.microsoft.com/office/drawing/2014/main" id="{340FF484-DDAA-8AFA-C649-5F71E9F6C435}"/>
              </a:ext>
            </a:extLst>
          </p:cNvPr>
          <p:cNvSpPr>
            <a:spLocks noGrp="1" noChangeArrowheads="1"/>
          </p:cNvSpPr>
          <p:nvPr>
            <p:ph type="sldNum" sz="quarter" idx="12"/>
          </p:nvPr>
        </p:nvSpPr>
        <p:spPr>
          <a:ln/>
        </p:spPr>
        <p:txBody>
          <a:bodyPr/>
          <a:lstStyle>
            <a:lvl1pPr>
              <a:defRPr/>
            </a:lvl1pPr>
          </a:lstStyle>
          <a:p>
            <a:fld id="{BA41690A-32BD-49E0-8BCE-71C8D1876A00}" type="slidenum">
              <a:rPr lang="tr-TR" altLang="tr-TR"/>
              <a:pPr/>
              <a:t>‹#›</a:t>
            </a:fld>
            <a:endParaRPr lang="tr-TR" altLang="tr-TR"/>
          </a:p>
        </p:txBody>
      </p:sp>
    </p:spTree>
    <p:extLst>
      <p:ext uri="{BB962C8B-B14F-4D97-AF65-F5344CB8AC3E}">
        <p14:creationId xmlns:p14="http://schemas.microsoft.com/office/powerpoint/2010/main" val="259282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Rectangle 4">
            <a:extLst>
              <a:ext uri="{FF2B5EF4-FFF2-40B4-BE49-F238E27FC236}">
                <a16:creationId xmlns:a16="http://schemas.microsoft.com/office/drawing/2014/main" id="{B2F81D1E-12D2-D956-7A92-43D6CBB229EB}"/>
              </a:ext>
            </a:extLst>
          </p:cNvPr>
          <p:cNvSpPr>
            <a:spLocks noGrp="1" noChangeArrowheads="1"/>
          </p:cNvSpPr>
          <p:nvPr>
            <p:ph type="dt" sz="half" idx="10"/>
          </p:nvPr>
        </p:nvSpPr>
        <p:spPr>
          <a:ln/>
        </p:spPr>
        <p:txBody>
          <a:bodyPr/>
          <a:lstStyle>
            <a:lvl1pPr>
              <a:defRPr/>
            </a:lvl1pPr>
          </a:lstStyle>
          <a:p>
            <a:pPr>
              <a:defRPr/>
            </a:pPr>
            <a:endParaRPr lang="tr-TR"/>
          </a:p>
        </p:txBody>
      </p:sp>
      <p:sp>
        <p:nvSpPr>
          <p:cNvPr id="4" name="Rectangle 5">
            <a:extLst>
              <a:ext uri="{FF2B5EF4-FFF2-40B4-BE49-F238E27FC236}">
                <a16:creationId xmlns:a16="http://schemas.microsoft.com/office/drawing/2014/main" id="{017EE4F4-B3CB-590B-29D9-7F49486E8C4E}"/>
              </a:ext>
            </a:extLst>
          </p:cNvPr>
          <p:cNvSpPr>
            <a:spLocks noGrp="1" noChangeArrowheads="1"/>
          </p:cNvSpPr>
          <p:nvPr>
            <p:ph type="ftr" sz="quarter" idx="11"/>
          </p:nvPr>
        </p:nvSpPr>
        <p:spPr>
          <a:ln/>
        </p:spPr>
        <p:txBody>
          <a:bodyPr/>
          <a:lstStyle>
            <a:lvl1pPr>
              <a:defRPr/>
            </a:lvl1pPr>
          </a:lstStyle>
          <a:p>
            <a:pPr>
              <a:defRPr/>
            </a:pPr>
            <a:endParaRPr lang="tr-TR"/>
          </a:p>
        </p:txBody>
      </p:sp>
      <p:sp>
        <p:nvSpPr>
          <p:cNvPr id="5" name="Rectangle 6">
            <a:extLst>
              <a:ext uri="{FF2B5EF4-FFF2-40B4-BE49-F238E27FC236}">
                <a16:creationId xmlns:a16="http://schemas.microsoft.com/office/drawing/2014/main" id="{6317ADD0-CE6B-E81B-7577-14F56249C1C4}"/>
              </a:ext>
            </a:extLst>
          </p:cNvPr>
          <p:cNvSpPr>
            <a:spLocks noGrp="1" noChangeArrowheads="1"/>
          </p:cNvSpPr>
          <p:nvPr>
            <p:ph type="sldNum" sz="quarter" idx="12"/>
          </p:nvPr>
        </p:nvSpPr>
        <p:spPr>
          <a:ln/>
        </p:spPr>
        <p:txBody>
          <a:bodyPr/>
          <a:lstStyle>
            <a:lvl1pPr>
              <a:defRPr/>
            </a:lvl1pPr>
          </a:lstStyle>
          <a:p>
            <a:fld id="{5D2B8901-14D4-4634-BB9D-761DE88BA8FB}" type="slidenum">
              <a:rPr lang="tr-TR" altLang="tr-TR"/>
              <a:pPr/>
              <a:t>‹#›</a:t>
            </a:fld>
            <a:endParaRPr lang="tr-TR" altLang="tr-TR"/>
          </a:p>
        </p:txBody>
      </p:sp>
    </p:spTree>
    <p:extLst>
      <p:ext uri="{BB962C8B-B14F-4D97-AF65-F5344CB8AC3E}">
        <p14:creationId xmlns:p14="http://schemas.microsoft.com/office/powerpoint/2010/main" val="1982415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E3F029E-5CBF-64EE-FEDB-09D80459A8D7}"/>
              </a:ext>
            </a:extLst>
          </p:cNvPr>
          <p:cNvSpPr>
            <a:spLocks noGrp="1" noChangeArrowheads="1"/>
          </p:cNvSpPr>
          <p:nvPr>
            <p:ph type="dt" sz="half" idx="10"/>
          </p:nvPr>
        </p:nvSpPr>
        <p:spPr>
          <a:ln/>
        </p:spPr>
        <p:txBody>
          <a:bodyPr/>
          <a:lstStyle>
            <a:lvl1pPr>
              <a:defRPr/>
            </a:lvl1pPr>
          </a:lstStyle>
          <a:p>
            <a:pPr>
              <a:defRPr/>
            </a:pPr>
            <a:endParaRPr lang="tr-TR"/>
          </a:p>
        </p:txBody>
      </p:sp>
      <p:sp>
        <p:nvSpPr>
          <p:cNvPr id="3" name="Rectangle 5">
            <a:extLst>
              <a:ext uri="{FF2B5EF4-FFF2-40B4-BE49-F238E27FC236}">
                <a16:creationId xmlns:a16="http://schemas.microsoft.com/office/drawing/2014/main" id="{50563D08-7F65-7B6E-52D0-79C96A70C6BA}"/>
              </a:ext>
            </a:extLst>
          </p:cNvPr>
          <p:cNvSpPr>
            <a:spLocks noGrp="1" noChangeArrowheads="1"/>
          </p:cNvSpPr>
          <p:nvPr>
            <p:ph type="ftr" sz="quarter" idx="11"/>
          </p:nvPr>
        </p:nvSpPr>
        <p:spPr>
          <a:ln/>
        </p:spPr>
        <p:txBody>
          <a:bodyPr/>
          <a:lstStyle>
            <a:lvl1pPr>
              <a:defRPr/>
            </a:lvl1pPr>
          </a:lstStyle>
          <a:p>
            <a:pPr>
              <a:defRPr/>
            </a:pPr>
            <a:endParaRPr lang="tr-TR"/>
          </a:p>
        </p:txBody>
      </p:sp>
      <p:sp>
        <p:nvSpPr>
          <p:cNvPr id="4" name="Rectangle 6">
            <a:extLst>
              <a:ext uri="{FF2B5EF4-FFF2-40B4-BE49-F238E27FC236}">
                <a16:creationId xmlns:a16="http://schemas.microsoft.com/office/drawing/2014/main" id="{CADE28E2-5743-5777-8B26-737401DBCA1D}"/>
              </a:ext>
            </a:extLst>
          </p:cNvPr>
          <p:cNvSpPr>
            <a:spLocks noGrp="1" noChangeArrowheads="1"/>
          </p:cNvSpPr>
          <p:nvPr>
            <p:ph type="sldNum" sz="quarter" idx="12"/>
          </p:nvPr>
        </p:nvSpPr>
        <p:spPr>
          <a:ln/>
        </p:spPr>
        <p:txBody>
          <a:bodyPr/>
          <a:lstStyle>
            <a:lvl1pPr>
              <a:defRPr/>
            </a:lvl1pPr>
          </a:lstStyle>
          <a:p>
            <a:fld id="{EA73AB1B-1985-49B2-9676-C67E466F609A}" type="slidenum">
              <a:rPr lang="tr-TR" altLang="tr-TR"/>
              <a:pPr/>
              <a:t>‹#›</a:t>
            </a:fld>
            <a:endParaRPr lang="tr-TR" altLang="tr-TR"/>
          </a:p>
        </p:txBody>
      </p:sp>
    </p:spTree>
    <p:extLst>
      <p:ext uri="{BB962C8B-B14F-4D97-AF65-F5344CB8AC3E}">
        <p14:creationId xmlns:p14="http://schemas.microsoft.com/office/powerpoint/2010/main" val="618255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4">
            <a:extLst>
              <a:ext uri="{FF2B5EF4-FFF2-40B4-BE49-F238E27FC236}">
                <a16:creationId xmlns:a16="http://schemas.microsoft.com/office/drawing/2014/main" id="{544F689F-7EC6-C3DA-D12C-7FE6295A1951}"/>
              </a:ext>
            </a:extLst>
          </p:cNvPr>
          <p:cNvSpPr>
            <a:spLocks noGrp="1" noChangeArrowheads="1"/>
          </p:cNvSpPr>
          <p:nvPr>
            <p:ph type="dt" sz="half" idx="10"/>
          </p:nvPr>
        </p:nvSpPr>
        <p:spPr>
          <a:ln/>
        </p:spPr>
        <p:txBody>
          <a:bodyPr/>
          <a:lstStyle>
            <a:lvl1pPr>
              <a:defRPr/>
            </a:lvl1pPr>
          </a:lstStyle>
          <a:p>
            <a:pPr>
              <a:defRPr/>
            </a:pPr>
            <a:endParaRPr lang="tr-TR"/>
          </a:p>
        </p:txBody>
      </p:sp>
      <p:sp>
        <p:nvSpPr>
          <p:cNvPr id="6" name="Rectangle 5">
            <a:extLst>
              <a:ext uri="{FF2B5EF4-FFF2-40B4-BE49-F238E27FC236}">
                <a16:creationId xmlns:a16="http://schemas.microsoft.com/office/drawing/2014/main" id="{2C2BF0D9-B35C-C66D-9642-A731CD619446}"/>
              </a:ext>
            </a:extLst>
          </p:cNvPr>
          <p:cNvSpPr>
            <a:spLocks noGrp="1" noChangeArrowheads="1"/>
          </p:cNvSpPr>
          <p:nvPr>
            <p:ph type="ftr" sz="quarter" idx="11"/>
          </p:nvPr>
        </p:nvSpPr>
        <p:spPr>
          <a:ln/>
        </p:spPr>
        <p:txBody>
          <a:bodyPr/>
          <a:lstStyle>
            <a:lvl1pPr>
              <a:defRPr/>
            </a:lvl1pPr>
          </a:lstStyle>
          <a:p>
            <a:pPr>
              <a:defRPr/>
            </a:pPr>
            <a:endParaRPr lang="tr-TR"/>
          </a:p>
        </p:txBody>
      </p:sp>
      <p:sp>
        <p:nvSpPr>
          <p:cNvPr id="7" name="Rectangle 6">
            <a:extLst>
              <a:ext uri="{FF2B5EF4-FFF2-40B4-BE49-F238E27FC236}">
                <a16:creationId xmlns:a16="http://schemas.microsoft.com/office/drawing/2014/main" id="{4145BF0F-89D7-4B37-3829-1397FB98822B}"/>
              </a:ext>
            </a:extLst>
          </p:cNvPr>
          <p:cNvSpPr>
            <a:spLocks noGrp="1" noChangeArrowheads="1"/>
          </p:cNvSpPr>
          <p:nvPr>
            <p:ph type="sldNum" sz="quarter" idx="12"/>
          </p:nvPr>
        </p:nvSpPr>
        <p:spPr>
          <a:ln/>
        </p:spPr>
        <p:txBody>
          <a:bodyPr/>
          <a:lstStyle>
            <a:lvl1pPr>
              <a:defRPr/>
            </a:lvl1pPr>
          </a:lstStyle>
          <a:p>
            <a:fld id="{A9F3B33A-11B9-41CF-A1F5-489343AB0412}" type="slidenum">
              <a:rPr lang="tr-TR" altLang="tr-TR"/>
              <a:pPr/>
              <a:t>‹#›</a:t>
            </a:fld>
            <a:endParaRPr lang="tr-TR" altLang="tr-TR"/>
          </a:p>
        </p:txBody>
      </p:sp>
    </p:spTree>
    <p:extLst>
      <p:ext uri="{BB962C8B-B14F-4D97-AF65-F5344CB8AC3E}">
        <p14:creationId xmlns:p14="http://schemas.microsoft.com/office/powerpoint/2010/main" val="1554995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4">
            <a:extLst>
              <a:ext uri="{FF2B5EF4-FFF2-40B4-BE49-F238E27FC236}">
                <a16:creationId xmlns:a16="http://schemas.microsoft.com/office/drawing/2014/main" id="{20A40F26-9C4C-0527-25FB-EB2E2D815B28}"/>
              </a:ext>
            </a:extLst>
          </p:cNvPr>
          <p:cNvSpPr>
            <a:spLocks noGrp="1" noChangeArrowheads="1"/>
          </p:cNvSpPr>
          <p:nvPr>
            <p:ph type="dt" sz="half" idx="10"/>
          </p:nvPr>
        </p:nvSpPr>
        <p:spPr>
          <a:ln/>
        </p:spPr>
        <p:txBody>
          <a:bodyPr/>
          <a:lstStyle>
            <a:lvl1pPr>
              <a:defRPr/>
            </a:lvl1pPr>
          </a:lstStyle>
          <a:p>
            <a:pPr>
              <a:defRPr/>
            </a:pPr>
            <a:endParaRPr lang="tr-TR"/>
          </a:p>
        </p:txBody>
      </p:sp>
      <p:sp>
        <p:nvSpPr>
          <p:cNvPr id="6" name="Rectangle 5">
            <a:extLst>
              <a:ext uri="{FF2B5EF4-FFF2-40B4-BE49-F238E27FC236}">
                <a16:creationId xmlns:a16="http://schemas.microsoft.com/office/drawing/2014/main" id="{0C9007C5-57EB-F532-15C9-671E611BB1FB}"/>
              </a:ext>
            </a:extLst>
          </p:cNvPr>
          <p:cNvSpPr>
            <a:spLocks noGrp="1" noChangeArrowheads="1"/>
          </p:cNvSpPr>
          <p:nvPr>
            <p:ph type="ftr" sz="quarter" idx="11"/>
          </p:nvPr>
        </p:nvSpPr>
        <p:spPr>
          <a:ln/>
        </p:spPr>
        <p:txBody>
          <a:bodyPr/>
          <a:lstStyle>
            <a:lvl1pPr>
              <a:defRPr/>
            </a:lvl1pPr>
          </a:lstStyle>
          <a:p>
            <a:pPr>
              <a:defRPr/>
            </a:pPr>
            <a:endParaRPr lang="tr-TR"/>
          </a:p>
        </p:txBody>
      </p:sp>
      <p:sp>
        <p:nvSpPr>
          <p:cNvPr id="7" name="Rectangle 6">
            <a:extLst>
              <a:ext uri="{FF2B5EF4-FFF2-40B4-BE49-F238E27FC236}">
                <a16:creationId xmlns:a16="http://schemas.microsoft.com/office/drawing/2014/main" id="{AE8E5B23-1F0D-8E55-C35A-5E2FC4A3387F}"/>
              </a:ext>
            </a:extLst>
          </p:cNvPr>
          <p:cNvSpPr>
            <a:spLocks noGrp="1" noChangeArrowheads="1"/>
          </p:cNvSpPr>
          <p:nvPr>
            <p:ph type="sldNum" sz="quarter" idx="12"/>
          </p:nvPr>
        </p:nvSpPr>
        <p:spPr>
          <a:ln/>
        </p:spPr>
        <p:txBody>
          <a:bodyPr/>
          <a:lstStyle>
            <a:lvl1pPr>
              <a:defRPr/>
            </a:lvl1pPr>
          </a:lstStyle>
          <a:p>
            <a:fld id="{E98036B8-644C-404B-940D-1A21C8EF51FD}" type="slidenum">
              <a:rPr lang="tr-TR" altLang="tr-TR"/>
              <a:pPr/>
              <a:t>‹#›</a:t>
            </a:fld>
            <a:endParaRPr lang="tr-TR" altLang="tr-TR"/>
          </a:p>
        </p:txBody>
      </p:sp>
    </p:spTree>
    <p:extLst>
      <p:ext uri="{BB962C8B-B14F-4D97-AF65-F5344CB8AC3E}">
        <p14:creationId xmlns:p14="http://schemas.microsoft.com/office/powerpoint/2010/main" val="3553423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a:extLst>
              <a:ext uri="{FF2B5EF4-FFF2-40B4-BE49-F238E27FC236}">
                <a16:creationId xmlns:a16="http://schemas.microsoft.com/office/drawing/2014/main" id="{51AE55AA-42AE-DCD2-E623-A564428D2CCC}"/>
              </a:ext>
            </a:extLst>
          </p:cNvPr>
          <p:cNvSpPr>
            <a:spLocks noGrp="1" noChangeArrowheads="1"/>
          </p:cNvSpPr>
          <p:nvPr>
            <p:ph type="dt" sz="half" idx="10"/>
          </p:nvPr>
        </p:nvSpPr>
        <p:spPr>
          <a:ln/>
        </p:spPr>
        <p:txBody>
          <a:bodyPr/>
          <a:lstStyle>
            <a:lvl1pPr>
              <a:defRPr/>
            </a:lvl1pPr>
          </a:lstStyle>
          <a:p>
            <a:pPr>
              <a:defRPr/>
            </a:pPr>
            <a:endParaRPr lang="tr-TR"/>
          </a:p>
        </p:txBody>
      </p:sp>
      <p:sp>
        <p:nvSpPr>
          <p:cNvPr id="5" name="Rectangle 5">
            <a:extLst>
              <a:ext uri="{FF2B5EF4-FFF2-40B4-BE49-F238E27FC236}">
                <a16:creationId xmlns:a16="http://schemas.microsoft.com/office/drawing/2014/main" id="{041095E5-30FE-3754-61E2-204776ED39B1}"/>
              </a:ext>
            </a:extLst>
          </p:cNvPr>
          <p:cNvSpPr>
            <a:spLocks noGrp="1" noChangeArrowheads="1"/>
          </p:cNvSpPr>
          <p:nvPr>
            <p:ph type="ftr" sz="quarter" idx="11"/>
          </p:nvPr>
        </p:nvSpPr>
        <p:spPr>
          <a:ln/>
        </p:spPr>
        <p:txBody>
          <a:bodyPr/>
          <a:lstStyle>
            <a:lvl1pPr>
              <a:defRPr/>
            </a:lvl1pPr>
          </a:lstStyle>
          <a:p>
            <a:pPr>
              <a:defRPr/>
            </a:pPr>
            <a:endParaRPr lang="tr-TR"/>
          </a:p>
        </p:txBody>
      </p:sp>
      <p:sp>
        <p:nvSpPr>
          <p:cNvPr id="6" name="Rectangle 6">
            <a:extLst>
              <a:ext uri="{FF2B5EF4-FFF2-40B4-BE49-F238E27FC236}">
                <a16:creationId xmlns:a16="http://schemas.microsoft.com/office/drawing/2014/main" id="{1D2944D1-5578-4D13-B0A3-8A4023D569C1}"/>
              </a:ext>
            </a:extLst>
          </p:cNvPr>
          <p:cNvSpPr>
            <a:spLocks noGrp="1" noChangeArrowheads="1"/>
          </p:cNvSpPr>
          <p:nvPr>
            <p:ph type="sldNum" sz="quarter" idx="12"/>
          </p:nvPr>
        </p:nvSpPr>
        <p:spPr>
          <a:ln/>
        </p:spPr>
        <p:txBody>
          <a:bodyPr/>
          <a:lstStyle>
            <a:lvl1pPr>
              <a:defRPr/>
            </a:lvl1pPr>
          </a:lstStyle>
          <a:p>
            <a:fld id="{59BC53A7-A7C1-4C47-92C6-2CF058525A40}" type="slidenum">
              <a:rPr lang="tr-TR" altLang="tr-TR"/>
              <a:pPr/>
              <a:t>‹#›</a:t>
            </a:fld>
            <a:endParaRPr lang="tr-TR" altLang="tr-TR"/>
          </a:p>
        </p:txBody>
      </p:sp>
    </p:spTree>
    <p:extLst>
      <p:ext uri="{BB962C8B-B14F-4D97-AF65-F5344CB8AC3E}">
        <p14:creationId xmlns:p14="http://schemas.microsoft.com/office/powerpoint/2010/main" val="2007295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a:extLst>
              <a:ext uri="{FF2B5EF4-FFF2-40B4-BE49-F238E27FC236}">
                <a16:creationId xmlns:a16="http://schemas.microsoft.com/office/drawing/2014/main" id="{F43E8C84-79DB-9070-1099-10279118EF9C}"/>
              </a:ext>
            </a:extLst>
          </p:cNvPr>
          <p:cNvSpPr>
            <a:spLocks noGrp="1" noChangeArrowheads="1"/>
          </p:cNvSpPr>
          <p:nvPr>
            <p:ph type="dt" sz="half" idx="10"/>
          </p:nvPr>
        </p:nvSpPr>
        <p:spPr>
          <a:ln/>
        </p:spPr>
        <p:txBody>
          <a:bodyPr/>
          <a:lstStyle>
            <a:lvl1pPr>
              <a:defRPr/>
            </a:lvl1pPr>
          </a:lstStyle>
          <a:p>
            <a:pPr>
              <a:defRPr/>
            </a:pPr>
            <a:endParaRPr lang="tr-TR"/>
          </a:p>
        </p:txBody>
      </p:sp>
      <p:sp>
        <p:nvSpPr>
          <p:cNvPr id="5" name="Rectangle 5">
            <a:extLst>
              <a:ext uri="{FF2B5EF4-FFF2-40B4-BE49-F238E27FC236}">
                <a16:creationId xmlns:a16="http://schemas.microsoft.com/office/drawing/2014/main" id="{85AA0803-E27A-AC06-185F-7E5FA70E7307}"/>
              </a:ext>
            </a:extLst>
          </p:cNvPr>
          <p:cNvSpPr>
            <a:spLocks noGrp="1" noChangeArrowheads="1"/>
          </p:cNvSpPr>
          <p:nvPr>
            <p:ph type="ftr" sz="quarter" idx="11"/>
          </p:nvPr>
        </p:nvSpPr>
        <p:spPr>
          <a:ln/>
        </p:spPr>
        <p:txBody>
          <a:bodyPr/>
          <a:lstStyle>
            <a:lvl1pPr>
              <a:defRPr/>
            </a:lvl1pPr>
          </a:lstStyle>
          <a:p>
            <a:pPr>
              <a:defRPr/>
            </a:pPr>
            <a:endParaRPr lang="tr-TR"/>
          </a:p>
        </p:txBody>
      </p:sp>
      <p:sp>
        <p:nvSpPr>
          <p:cNvPr id="6" name="Rectangle 6">
            <a:extLst>
              <a:ext uri="{FF2B5EF4-FFF2-40B4-BE49-F238E27FC236}">
                <a16:creationId xmlns:a16="http://schemas.microsoft.com/office/drawing/2014/main" id="{39E96B05-D322-E603-358D-DF312EA8D8D4}"/>
              </a:ext>
            </a:extLst>
          </p:cNvPr>
          <p:cNvSpPr>
            <a:spLocks noGrp="1" noChangeArrowheads="1"/>
          </p:cNvSpPr>
          <p:nvPr>
            <p:ph type="sldNum" sz="quarter" idx="12"/>
          </p:nvPr>
        </p:nvSpPr>
        <p:spPr>
          <a:ln/>
        </p:spPr>
        <p:txBody>
          <a:bodyPr/>
          <a:lstStyle>
            <a:lvl1pPr>
              <a:defRPr/>
            </a:lvl1pPr>
          </a:lstStyle>
          <a:p>
            <a:fld id="{886E226E-973B-4E23-9773-CC9DC61F6034}" type="slidenum">
              <a:rPr lang="tr-TR" altLang="tr-TR"/>
              <a:pPr/>
              <a:t>‹#›</a:t>
            </a:fld>
            <a:endParaRPr lang="tr-TR" altLang="tr-TR"/>
          </a:p>
        </p:txBody>
      </p:sp>
    </p:spTree>
    <p:extLst>
      <p:ext uri="{BB962C8B-B14F-4D97-AF65-F5344CB8AC3E}">
        <p14:creationId xmlns:p14="http://schemas.microsoft.com/office/powerpoint/2010/main" val="4132957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İçerik">
    <p:spTree>
      <p:nvGrpSpPr>
        <p:cNvPr id="1" name=""/>
        <p:cNvGrpSpPr/>
        <p:nvPr/>
      </p:nvGrpSpPr>
      <p:grpSpPr>
        <a:xfrm>
          <a:off x="0" y="0"/>
          <a:ext cx="0" cy="0"/>
          <a:chOff x="0" y="0"/>
          <a:chExt cx="0" cy="0"/>
        </a:xfrm>
      </p:grpSpPr>
      <p:sp>
        <p:nvSpPr>
          <p:cNvPr id="2" name="1 İçerik Yer Tutucusu"/>
          <p:cNvSpPr>
            <a:spLocks noGrp="1"/>
          </p:cNvSpPr>
          <p:nvPr>
            <p:ph/>
          </p:nvPr>
        </p:nvSpPr>
        <p:spPr>
          <a:xfrm>
            <a:off x="457200" y="274638"/>
            <a:ext cx="8229600" cy="5851525"/>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3" name="Rectangle 4">
            <a:extLst>
              <a:ext uri="{FF2B5EF4-FFF2-40B4-BE49-F238E27FC236}">
                <a16:creationId xmlns:a16="http://schemas.microsoft.com/office/drawing/2014/main" id="{D38B4CE1-2A79-C870-EBB5-30574264361B}"/>
              </a:ext>
            </a:extLst>
          </p:cNvPr>
          <p:cNvSpPr>
            <a:spLocks noGrp="1" noChangeArrowheads="1"/>
          </p:cNvSpPr>
          <p:nvPr>
            <p:ph type="dt" sz="half" idx="10"/>
          </p:nvPr>
        </p:nvSpPr>
        <p:spPr>
          <a:ln/>
        </p:spPr>
        <p:txBody>
          <a:bodyPr/>
          <a:lstStyle>
            <a:lvl1pPr>
              <a:defRPr/>
            </a:lvl1pPr>
          </a:lstStyle>
          <a:p>
            <a:pPr>
              <a:defRPr/>
            </a:pPr>
            <a:endParaRPr lang="tr-TR"/>
          </a:p>
        </p:txBody>
      </p:sp>
      <p:sp>
        <p:nvSpPr>
          <p:cNvPr id="4" name="Rectangle 5">
            <a:extLst>
              <a:ext uri="{FF2B5EF4-FFF2-40B4-BE49-F238E27FC236}">
                <a16:creationId xmlns:a16="http://schemas.microsoft.com/office/drawing/2014/main" id="{CC33F885-0CEE-F590-4DBC-F02A43C27870}"/>
              </a:ext>
            </a:extLst>
          </p:cNvPr>
          <p:cNvSpPr>
            <a:spLocks noGrp="1" noChangeArrowheads="1"/>
          </p:cNvSpPr>
          <p:nvPr>
            <p:ph type="ftr" sz="quarter" idx="11"/>
          </p:nvPr>
        </p:nvSpPr>
        <p:spPr>
          <a:ln/>
        </p:spPr>
        <p:txBody>
          <a:bodyPr/>
          <a:lstStyle>
            <a:lvl1pPr>
              <a:defRPr/>
            </a:lvl1pPr>
          </a:lstStyle>
          <a:p>
            <a:pPr>
              <a:defRPr/>
            </a:pPr>
            <a:endParaRPr lang="tr-TR"/>
          </a:p>
        </p:txBody>
      </p:sp>
      <p:sp>
        <p:nvSpPr>
          <p:cNvPr id="5" name="Rectangle 6">
            <a:extLst>
              <a:ext uri="{FF2B5EF4-FFF2-40B4-BE49-F238E27FC236}">
                <a16:creationId xmlns:a16="http://schemas.microsoft.com/office/drawing/2014/main" id="{4319E2BA-7D49-491B-0F55-54C2C4C17942}"/>
              </a:ext>
            </a:extLst>
          </p:cNvPr>
          <p:cNvSpPr>
            <a:spLocks noGrp="1" noChangeArrowheads="1"/>
          </p:cNvSpPr>
          <p:nvPr>
            <p:ph type="sldNum" sz="quarter" idx="12"/>
          </p:nvPr>
        </p:nvSpPr>
        <p:spPr>
          <a:ln/>
        </p:spPr>
        <p:txBody>
          <a:bodyPr/>
          <a:lstStyle>
            <a:lvl1pPr>
              <a:defRPr/>
            </a:lvl1pPr>
          </a:lstStyle>
          <a:p>
            <a:fld id="{D1B691FB-6299-4FB5-A7EB-CF1D9D10B173}" type="slidenum">
              <a:rPr lang="tr-TR" altLang="tr-TR"/>
              <a:pPr/>
              <a:t>‹#›</a:t>
            </a:fld>
            <a:endParaRPr lang="tr-TR" altLang="tr-TR"/>
          </a:p>
        </p:txBody>
      </p:sp>
    </p:spTree>
    <p:extLst>
      <p:ext uri="{BB962C8B-B14F-4D97-AF65-F5344CB8AC3E}">
        <p14:creationId xmlns:p14="http://schemas.microsoft.com/office/powerpoint/2010/main" val="2837308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reserve="1">
  <p:cSld name="Başlık ve Diyagram veya Kuruluş Grafiği">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143000"/>
          </a:xfrm>
        </p:spPr>
        <p:txBody>
          <a:bodyPr/>
          <a:lstStyle/>
          <a:p>
            <a:r>
              <a:rPr lang="tr-TR"/>
              <a:t>Asıl başlık stili için tıklatın</a:t>
            </a:r>
          </a:p>
        </p:txBody>
      </p:sp>
      <p:sp>
        <p:nvSpPr>
          <p:cNvPr id="3" name="2 SmartArt Yer Tutucusu"/>
          <p:cNvSpPr>
            <a:spLocks noGrp="1"/>
          </p:cNvSpPr>
          <p:nvPr>
            <p:ph type="dgm" idx="1"/>
          </p:nvPr>
        </p:nvSpPr>
        <p:spPr>
          <a:xfrm>
            <a:off x="457200" y="1600200"/>
            <a:ext cx="8229600" cy="4525963"/>
          </a:xfrm>
        </p:spPr>
        <p:txBody>
          <a:bodyPr/>
          <a:lstStyle/>
          <a:p>
            <a:pPr lvl="0"/>
            <a:endParaRPr lang="tr-TR" noProof="0"/>
          </a:p>
        </p:txBody>
      </p:sp>
      <p:sp>
        <p:nvSpPr>
          <p:cNvPr id="4" name="Rectangle 4">
            <a:extLst>
              <a:ext uri="{FF2B5EF4-FFF2-40B4-BE49-F238E27FC236}">
                <a16:creationId xmlns:a16="http://schemas.microsoft.com/office/drawing/2014/main" id="{77C64F0D-09DE-E1B5-98D2-48D8036C6AC4}"/>
              </a:ext>
            </a:extLst>
          </p:cNvPr>
          <p:cNvSpPr>
            <a:spLocks noGrp="1" noChangeArrowheads="1"/>
          </p:cNvSpPr>
          <p:nvPr>
            <p:ph type="dt" sz="half" idx="10"/>
          </p:nvPr>
        </p:nvSpPr>
        <p:spPr>
          <a:ln/>
        </p:spPr>
        <p:txBody>
          <a:bodyPr/>
          <a:lstStyle>
            <a:lvl1pPr>
              <a:defRPr/>
            </a:lvl1pPr>
          </a:lstStyle>
          <a:p>
            <a:pPr>
              <a:defRPr/>
            </a:pPr>
            <a:endParaRPr lang="tr-TR"/>
          </a:p>
        </p:txBody>
      </p:sp>
      <p:sp>
        <p:nvSpPr>
          <p:cNvPr id="5" name="Rectangle 5">
            <a:extLst>
              <a:ext uri="{FF2B5EF4-FFF2-40B4-BE49-F238E27FC236}">
                <a16:creationId xmlns:a16="http://schemas.microsoft.com/office/drawing/2014/main" id="{04DD64C9-042A-0FC0-C835-C64DE48BE27D}"/>
              </a:ext>
            </a:extLst>
          </p:cNvPr>
          <p:cNvSpPr>
            <a:spLocks noGrp="1" noChangeArrowheads="1"/>
          </p:cNvSpPr>
          <p:nvPr>
            <p:ph type="ftr" sz="quarter" idx="11"/>
          </p:nvPr>
        </p:nvSpPr>
        <p:spPr>
          <a:ln/>
        </p:spPr>
        <p:txBody>
          <a:bodyPr/>
          <a:lstStyle>
            <a:lvl1pPr>
              <a:defRPr/>
            </a:lvl1pPr>
          </a:lstStyle>
          <a:p>
            <a:pPr>
              <a:defRPr/>
            </a:pPr>
            <a:endParaRPr lang="tr-TR"/>
          </a:p>
        </p:txBody>
      </p:sp>
      <p:sp>
        <p:nvSpPr>
          <p:cNvPr id="6" name="Rectangle 6">
            <a:extLst>
              <a:ext uri="{FF2B5EF4-FFF2-40B4-BE49-F238E27FC236}">
                <a16:creationId xmlns:a16="http://schemas.microsoft.com/office/drawing/2014/main" id="{0ACF6B4E-D79C-DD2D-DDBA-50DD90715915}"/>
              </a:ext>
            </a:extLst>
          </p:cNvPr>
          <p:cNvSpPr>
            <a:spLocks noGrp="1" noChangeArrowheads="1"/>
          </p:cNvSpPr>
          <p:nvPr>
            <p:ph type="sldNum" sz="quarter" idx="12"/>
          </p:nvPr>
        </p:nvSpPr>
        <p:spPr>
          <a:ln/>
        </p:spPr>
        <p:txBody>
          <a:bodyPr/>
          <a:lstStyle>
            <a:lvl1pPr>
              <a:defRPr/>
            </a:lvl1pPr>
          </a:lstStyle>
          <a:p>
            <a:fld id="{7BAE91AC-161B-4899-A8A8-989678F6D9D1}" type="slidenum">
              <a:rPr lang="tr-TR" altLang="tr-TR"/>
              <a:pPr/>
              <a:t>‹#›</a:t>
            </a:fld>
            <a:endParaRPr lang="tr-TR" altLang="tr-TR"/>
          </a:p>
        </p:txBody>
      </p:sp>
    </p:spTree>
    <p:extLst>
      <p:ext uri="{BB962C8B-B14F-4D97-AF65-F5344CB8AC3E}">
        <p14:creationId xmlns:p14="http://schemas.microsoft.com/office/powerpoint/2010/main" val="1145966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Başlık, İçerik ve 2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143000"/>
          </a:xfrm>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quarter" idx="2"/>
          </p:nvPr>
        </p:nvSpPr>
        <p:spPr>
          <a:xfrm>
            <a:off x="4648200" y="1600200"/>
            <a:ext cx="4038600" cy="21859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İçerik Yer Tutucusu"/>
          <p:cNvSpPr>
            <a:spLocks noGrp="1"/>
          </p:cNvSpPr>
          <p:nvPr>
            <p:ph sz="quarter" idx="3"/>
          </p:nvPr>
        </p:nvSpPr>
        <p:spPr>
          <a:xfrm>
            <a:off x="4648200" y="3938588"/>
            <a:ext cx="4038600" cy="2187575"/>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Rectangle 4">
            <a:extLst>
              <a:ext uri="{FF2B5EF4-FFF2-40B4-BE49-F238E27FC236}">
                <a16:creationId xmlns:a16="http://schemas.microsoft.com/office/drawing/2014/main" id="{DCAEEE57-430E-6D58-A1ED-AFE0F1D06EAB}"/>
              </a:ext>
            </a:extLst>
          </p:cNvPr>
          <p:cNvSpPr>
            <a:spLocks noGrp="1" noChangeArrowheads="1"/>
          </p:cNvSpPr>
          <p:nvPr>
            <p:ph type="dt" sz="half" idx="10"/>
          </p:nvPr>
        </p:nvSpPr>
        <p:spPr>
          <a:ln/>
        </p:spPr>
        <p:txBody>
          <a:bodyPr/>
          <a:lstStyle>
            <a:lvl1pPr>
              <a:defRPr/>
            </a:lvl1pPr>
          </a:lstStyle>
          <a:p>
            <a:pPr>
              <a:defRPr/>
            </a:pPr>
            <a:endParaRPr lang="tr-TR"/>
          </a:p>
        </p:txBody>
      </p:sp>
      <p:sp>
        <p:nvSpPr>
          <p:cNvPr id="7" name="Rectangle 5">
            <a:extLst>
              <a:ext uri="{FF2B5EF4-FFF2-40B4-BE49-F238E27FC236}">
                <a16:creationId xmlns:a16="http://schemas.microsoft.com/office/drawing/2014/main" id="{C52E23EB-1B03-E3EE-E1DF-593AA992ACE1}"/>
              </a:ext>
            </a:extLst>
          </p:cNvPr>
          <p:cNvSpPr>
            <a:spLocks noGrp="1" noChangeArrowheads="1"/>
          </p:cNvSpPr>
          <p:nvPr>
            <p:ph type="ftr" sz="quarter" idx="11"/>
          </p:nvPr>
        </p:nvSpPr>
        <p:spPr>
          <a:ln/>
        </p:spPr>
        <p:txBody>
          <a:bodyPr/>
          <a:lstStyle>
            <a:lvl1pPr>
              <a:defRPr/>
            </a:lvl1pPr>
          </a:lstStyle>
          <a:p>
            <a:pPr>
              <a:defRPr/>
            </a:pPr>
            <a:endParaRPr lang="tr-TR"/>
          </a:p>
        </p:txBody>
      </p:sp>
      <p:sp>
        <p:nvSpPr>
          <p:cNvPr id="8" name="Rectangle 6">
            <a:extLst>
              <a:ext uri="{FF2B5EF4-FFF2-40B4-BE49-F238E27FC236}">
                <a16:creationId xmlns:a16="http://schemas.microsoft.com/office/drawing/2014/main" id="{1D379E21-B3AA-1FE3-2D1B-B9E4D8B32B31}"/>
              </a:ext>
            </a:extLst>
          </p:cNvPr>
          <p:cNvSpPr>
            <a:spLocks noGrp="1" noChangeArrowheads="1"/>
          </p:cNvSpPr>
          <p:nvPr>
            <p:ph type="sldNum" sz="quarter" idx="12"/>
          </p:nvPr>
        </p:nvSpPr>
        <p:spPr>
          <a:ln/>
        </p:spPr>
        <p:txBody>
          <a:bodyPr/>
          <a:lstStyle>
            <a:lvl1pPr>
              <a:defRPr/>
            </a:lvl1pPr>
          </a:lstStyle>
          <a:p>
            <a:fld id="{8E26077E-1904-4F90-8C2B-A4C50CEBC34F}" type="slidenum">
              <a:rPr lang="tr-TR" altLang="tr-TR"/>
              <a:pPr/>
              <a:t>‹#›</a:t>
            </a:fld>
            <a:endParaRPr lang="tr-TR" altLang="tr-TR"/>
          </a:p>
        </p:txBody>
      </p:sp>
    </p:spTree>
    <p:extLst>
      <p:ext uri="{BB962C8B-B14F-4D97-AF65-F5344CB8AC3E}">
        <p14:creationId xmlns:p14="http://schemas.microsoft.com/office/powerpoint/2010/main" val="42152424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Başlık ve Tablo">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143000"/>
          </a:xfrm>
        </p:spPr>
        <p:txBody>
          <a:bodyPr/>
          <a:lstStyle/>
          <a:p>
            <a:r>
              <a:rPr lang="tr-TR"/>
              <a:t>Asıl başlık stili için tıklatın</a:t>
            </a:r>
          </a:p>
        </p:txBody>
      </p:sp>
      <p:sp>
        <p:nvSpPr>
          <p:cNvPr id="3" name="2 Tablo Yer Tutucusu"/>
          <p:cNvSpPr>
            <a:spLocks noGrp="1"/>
          </p:cNvSpPr>
          <p:nvPr>
            <p:ph type="tbl" idx="1"/>
          </p:nvPr>
        </p:nvSpPr>
        <p:spPr>
          <a:xfrm>
            <a:off x="457200" y="1600200"/>
            <a:ext cx="8229600" cy="4525963"/>
          </a:xfrm>
        </p:spPr>
        <p:txBody>
          <a:bodyPr/>
          <a:lstStyle/>
          <a:p>
            <a:pPr lvl="0"/>
            <a:endParaRPr lang="tr-TR" noProof="0"/>
          </a:p>
        </p:txBody>
      </p:sp>
      <p:sp>
        <p:nvSpPr>
          <p:cNvPr id="4" name="Rectangle 4">
            <a:extLst>
              <a:ext uri="{FF2B5EF4-FFF2-40B4-BE49-F238E27FC236}">
                <a16:creationId xmlns:a16="http://schemas.microsoft.com/office/drawing/2014/main" id="{A216E3F8-559F-41BD-E470-12701D06B04E}"/>
              </a:ext>
            </a:extLst>
          </p:cNvPr>
          <p:cNvSpPr>
            <a:spLocks noGrp="1" noChangeArrowheads="1"/>
          </p:cNvSpPr>
          <p:nvPr>
            <p:ph type="dt" sz="half" idx="10"/>
          </p:nvPr>
        </p:nvSpPr>
        <p:spPr>
          <a:ln/>
        </p:spPr>
        <p:txBody>
          <a:bodyPr/>
          <a:lstStyle>
            <a:lvl1pPr>
              <a:defRPr/>
            </a:lvl1pPr>
          </a:lstStyle>
          <a:p>
            <a:pPr>
              <a:defRPr/>
            </a:pPr>
            <a:endParaRPr lang="tr-TR"/>
          </a:p>
        </p:txBody>
      </p:sp>
      <p:sp>
        <p:nvSpPr>
          <p:cNvPr id="5" name="Rectangle 5">
            <a:extLst>
              <a:ext uri="{FF2B5EF4-FFF2-40B4-BE49-F238E27FC236}">
                <a16:creationId xmlns:a16="http://schemas.microsoft.com/office/drawing/2014/main" id="{BB85AC33-4D0F-3CE4-F369-6A66D2F1B9A4}"/>
              </a:ext>
            </a:extLst>
          </p:cNvPr>
          <p:cNvSpPr>
            <a:spLocks noGrp="1" noChangeArrowheads="1"/>
          </p:cNvSpPr>
          <p:nvPr>
            <p:ph type="ftr" sz="quarter" idx="11"/>
          </p:nvPr>
        </p:nvSpPr>
        <p:spPr>
          <a:ln/>
        </p:spPr>
        <p:txBody>
          <a:bodyPr/>
          <a:lstStyle>
            <a:lvl1pPr>
              <a:defRPr/>
            </a:lvl1pPr>
          </a:lstStyle>
          <a:p>
            <a:pPr>
              <a:defRPr/>
            </a:pPr>
            <a:endParaRPr lang="tr-TR"/>
          </a:p>
        </p:txBody>
      </p:sp>
      <p:sp>
        <p:nvSpPr>
          <p:cNvPr id="6" name="Rectangle 6">
            <a:extLst>
              <a:ext uri="{FF2B5EF4-FFF2-40B4-BE49-F238E27FC236}">
                <a16:creationId xmlns:a16="http://schemas.microsoft.com/office/drawing/2014/main" id="{E8544DDF-EEA4-868A-59A7-0201D6282EBC}"/>
              </a:ext>
            </a:extLst>
          </p:cNvPr>
          <p:cNvSpPr>
            <a:spLocks noGrp="1" noChangeArrowheads="1"/>
          </p:cNvSpPr>
          <p:nvPr>
            <p:ph type="sldNum" sz="quarter" idx="12"/>
          </p:nvPr>
        </p:nvSpPr>
        <p:spPr>
          <a:ln/>
        </p:spPr>
        <p:txBody>
          <a:bodyPr/>
          <a:lstStyle>
            <a:lvl1pPr>
              <a:defRPr/>
            </a:lvl1pPr>
          </a:lstStyle>
          <a:p>
            <a:fld id="{614DD92E-F536-44C3-BD14-77CF92D815B2}" type="slidenum">
              <a:rPr lang="tr-TR" altLang="tr-TR"/>
              <a:pPr/>
              <a:t>‹#›</a:t>
            </a:fld>
            <a:endParaRPr lang="tr-TR" altLang="tr-TR"/>
          </a:p>
        </p:txBody>
      </p:sp>
    </p:spTree>
    <p:extLst>
      <p:ext uri="{BB962C8B-B14F-4D97-AF65-F5344CB8AC3E}">
        <p14:creationId xmlns:p14="http://schemas.microsoft.com/office/powerpoint/2010/main" val="18040855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chart" preserve="1">
  <p:cSld name="Başlık ve Graf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143000"/>
          </a:xfrm>
        </p:spPr>
        <p:txBody>
          <a:bodyPr/>
          <a:lstStyle/>
          <a:p>
            <a:r>
              <a:rPr lang="tr-TR"/>
              <a:t>Asıl başlık stili için tıklatın</a:t>
            </a:r>
          </a:p>
        </p:txBody>
      </p:sp>
      <p:sp>
        <p:nvSpPr>
          <p:cNvPr id="3" name="2 Grafik Yer Tutucusu"/>
          <p:cNvSpPr>
            <a:spLocks noGrp="1"/>
          </p:cNvSpPr>
          <p:nvPr>
            <p:ph type="chart" idx="1"/>
          </p:nvPr>
        </p:nvSpPr>
        <p:spPr>
          <a:xfrm>
            <a:off x="457200" y="1600200"/>
            <a:ext cx="8229600" cy="4525963"/>
          </a:xfrm>
        </p:spPr>
        <p:txBody>
          <a:bodyPr/>
          <a:lstStyle/>
          <a:p>
            <a:pPr lvl="0"/>
            <a:endParaRPr lang="tr-TR" noProof="0"/>
          </a:p>
        </p:txBody>
      </p:sp>
      <p:sp>
        <p:nvSpPr>
          <p:cNvPr id="4" name="Rectangle 4">
            <a:extLst>
              <a:ext uri="{FF2B5EF4-FFF2-40B4-BE49-F238E27FC236}">
                <a16:creationId xmlns:a16="http://schemas.microsoft.com/office/drawing/2014/main" id="{CE10D69D-F2A7-5F55-FFCE-F9AE9DEB2C8B}"/>
              </a:ext>
            </a:extLst>
          </p:cNvPr>
          <p:cNvSpPr>
            <a:spLocks noGrp="1" noChangeArrowheads="1"/>
          </p:cNvSpPr>
          <p:nvPr>
            <p:ph type="dt" sz="half" idx="10"/>
          </p:nvPr>
        </p:nvSpPr>
        <p:spPr>
          <a:ln/>
        </p:spPr>
        <p:txBody>
          <a:bodyPr/>
          <a:lstStyle>
            <a:lvl1pPr>
              <a:defRPr/>
            </a:lvl1pPr>
          </a:lstStyle>
          <a:p>
            <a:pPr>
              <a:defRPr/>
            </a:pPr>
            <a:endParaRPr lang="tr-TR"/>
          </a:p>
        </p:txBody>
      </p:sp>
      <p:sp>
        <p:nvSpPr>
          <p:cNvPr id="5" name="Rectangle 5">
            <a:extLst>
              <a:ext uri="{FF2B5EF4-FFF2-40B4-BE49-F238E27FC236}">
                <a16:creationId xmlns:a16="http://schemas.microsoft.com/office/drawing/2014/main" id="{66F9EEAA-CCFB-9F81-FE05-609223C5F8F5}"/>
              </a:ext>
            </a:extLst>
          </p:cNvPr>
          <p:cNvSpPr>
            <a:spLocks noGrp="1" noChangeArrowheads="1"/>
          </p:cNvSpPr>
          <p:nvPr>
            <p:ph type="ftr" sz="quarter" idx="11"/>
          </p:nvPr>
        </p:nvSpPr>
        <p:spPr>
          <a:ln/>
        </p:spPr>
        <p:txBody>
          <a:bodyPr/>
          <a:lstStyle>
            <a:lvl1pPr>
              <a:defRPr/>
            </a:lvl1pPr>
          </a:lstStyle>
          <a:p>
            <a:pPr>
              <a:defRPr/>
            </a:pPr>
            <a:endParaRPr lang="tr-TR"/>
          </a:p>
        </p:txBody>
      </p:sp>
      <p:sp>
        <p:nvSpPr>
          <p:cNvPr id="6" name="Rectangle 6">
            <a:extLst>
              <a:ext uri="{FF2B5EF4-FFF2-40B4-BE49-F238E27FC236}">
                <a16:creationId xmlns:a16="http://schemas.microsoft.com/office/drawing/2014/main" id="{FA22DBC7-8CC2-0A95-63E2-A6A613C29401}"/>
              </a:ext>
            </a:extLst>
          </p:cNvPr>
          <p:cNvSpPr>
            <a:spLocks noGrp="1" noChangeArrowheads="1"/>
          </p:cNvSpPr>
          <p:nvPr>
            <p:ph type="sldNum" sz="quarter" idx="12"/>
          </p:nvPr>
        </p:nvSpPr>
        <p:spPr>
          <a:ln/>
        </p:spPr>
        <p:txBody>
          <a:bodyPr/>
          <a:lstStyle>
            <a:lvl1pPr>
              <a:defRPr/>
            </a:lvl1pPr>
          </a:lstStyle>
          <a:p>
            <a:fld id="{5741C7B8-AD8B-429F-9992-2A70591C525D}" type="slidenum">
              <a:rPr lang="tr-TR" altLang="tr-TR"/>
              <a:pPr/>
              <a:t>‹#›</a:t>
            </a:fld>
            <a:endParaRPr lang="tr-TR" altLang="tr-TR"/>
          </a:p>
        </p:txBody>
      </p:sp>
    </p:spTree>
    <p:extLst>
      <p:ext uri="{BB962C8B-B14F-4D97-AF65-F5344CB8AC3E}">
        <p14:creationId xmlns:p14="http://schemas.microsoft.com/office/powerpoint/2010/main" val="18754331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alpha val="22000"/>
          </a:schemeClr>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5BA4B5F0-6E5F-9603-8E9C-288AD49461F1}"/>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tr-TR"/>
              <a:t>Asıl başlık stili için tıklatın</a:t>
            </a:r>
          </a:p>
        </p:txBody>
      </p:sp>
      <p:sp>
        <p:nvSpPr>
          <p:cNvPr id="10243" name="Rectangle 3">
            <a:extLst>
              <a:ext uri="{FF2B5EF4-FFF2-40B4-BE49-F238E27FC236}">
                <a16:creationId xmlns:a16="http://schemas.microsoft.com/office/drawing/2014/main" id="{DB987D34-BD84-BD9D-9FAA-579557630E1B}"/>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tr-TR"/>
              <a:t>Asıl metin stillerini düzenlemek için tıklatın</a:t>
            </a:r>
          </a:p>
          <a:p>
            <a:pPr lvl="1"/>
            <a:r>
              <a:rPr lang="tr-TR" altLang="tr-TR"/>
              <a:t>İkinci düzey</a:t>
            </a:r>
          </a:p>
          <a:p>
            <a:pPr lvl="2"/>
            <a:r>
              <a:rPr lang="tr-TR" altLang="tr-TR"/>
              <a:t>Üçüncü düzey</a:t>
            </a:r>
          </a:p>
          <a:p>
            <a:pPr lvl="3"/>
            <a:r>
              <a:rPr lang="tr-TR" altLang="tr-TR"/>
              <a:t>Dördüncü düzey</a:t>
            </a:r>
          </a:p>
          <a:p>
            <a:pPr lvl="4"/>
            <a:r>
              <a:rPr lang="tr-TR" altLang="tr-TR"/>
              <a:t>Beşinci düzey</a:t>
            </a:r>
          </a:p>
        </p:txBody>
      </p:sp>
      <p:sp>
        <p:nvSpPr>
          <p:cNvPr id="1028" name="Rectangle 4">
            <a:extLst>
              <a:ext uri="{FF2B5EF4-FFF2-40B4-BE49-F238E27FC236}">
                <a16:creationId xmlns:a16="http://schemas.microsoft.com/office/drawing/2014/main" id="{B71F7CD9-9CB6-62DD-461A-A3D435C74B55}"/>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i="0" smtClean="0"/>
            </a:lvl1pPr>
          </a:lstStyle>
          <a:p>
            <a:pPr>
              <a:defRPr/>
            </a:pPr>
            <a:endParaRPr lang="tr-TR"/>
          </a:p>
        </p:txBody>
      </p:sp>
      <p:sp>
        <p:nvSpPr>
          <p:cNvPr id="1029" name="Rectangle 5">
            <a:extLst>
              <a:ext uri="{FF2B5EF4-FFF2-40B4-BE49-F238E27FC236}">
                <a16:creationId xmlns:a16="http://schemas.microsoft.com/office/drawing/2014/main" id="{17B8C790-AD0A-412A-DB73-F7CDF06F085F}"/>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i="0" smtClean="0"/>
            </a:lvl1pPr>
          </a:lstStyle>
          <a:p>
            <a:pPr>
              <a:defRPr/>
            </a:pPr>
            <a:endParaRPr lang="tr-TR"/>
          </a:p>
        </p:txBody>
      </p:sp>
      <p:sp>
        <p:nvSpPr>
          <p:cNvPr id="1030" name="Rectangle 6">
            <a:extLst>
              <a:ext uri="{FF2B5EF4-FFF2-40B4-BE49-F238E27FC236}">
                <a16:creationId xmlns:a16="http://schemas.microsoft.com/office/drawing/2014/main" id="{639DF462-E683-E313-BD64-ACAF1C8B5D2B}"/>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i="0"/>
            </a:lvl1pPr>
          </a:lstStyle>
          <a:p>
            <a:fld id="{8EE17400-07E8-41C4-BDFC-E52F091AAD1B}" type="slidenum">
              <a:rPr lang="tr-TR" altLang="tr-TR"/>
              <a:pPr/>
              <a:t>‹#›</a:t>
            </a:fld>
            <a:endParaRPr lang="tr-TR" alt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hyperlink" Target="https://stileex.xyz/en/types-computer-softwar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oleObject" Target="../embeddings/oleObject1.bin"/><Relationship Id="rId3" Type="http://schemas.openxmlformats.org/officeDocument/2006/relationships/image" Target="../media/image2.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oleObject" Target="../embeddings/oleObject2.bin"/><Relationship Id="rId3" Type="http://schemas.openxmlformats.org/officeDocument/2006/relationships/image" Target="../media/image3.wmf"/><Relationship Id="rId4" Type="http://schemas.openxmlformats.org/officeDocument/2006/relationships/oleObject" Target="../embeddings/oleObject3.bin"/><Relationship Id="rId5" Type="http://schemas.openxmlformats.org/officeDocument/2006/relationships/image" Target="../media/image4.e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e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chart" Target="../charts/char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oleObject" Target="../embeddings/oleObject4.bin"/><Relationship Id="rId3" Type="http://schemas.openxmlformats.org/officeDocument/2006/relationships/image" Target="../media/image6.e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oleObject" Target="../embeddings/oleObject5.bin"/><Relationship Id="rId4" Type="http://schemas.openxmlformats.org/officeDocument/2006/relationships/image" Target="../media/image7.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5 Slayt Numarası Yer Tutucusu">
            <a:extLst>
              <a:ext uri="{FF2B5EF4-FFF2-40B4-BE49-F238E27FC236}">
                <a16:creationId xmlns:a16="http://schemas.microsoft.com/office/drawing/2014/main" id="{D3139BF9-2A3E-C83D-9C1C-B2A284DF0DF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0AFA475-3293-4A95-8FA0-7C2C7D59A3EB}" type="slidenum">
              <a:rPr lang="tr-TR" altLang="tr-TR" b="0" i="0"/>
              <a:pPr eaLnBrk="1" hangingPunct="1"/>
              <a:t>1</a:t>
            </a:fld>
            <a:endParaRPr lang="tr-TR" altLang="tr-TR" b="0" i="0"/>
          </a:p>
        </p:txBody>
      </p:sp>
      <p:sp>
        <p:nvSpPr>
          <p:cNvPr id="4098" name="Rectangle 2">
            <a:extLst>
              <a:ext uri="{FF2B5EF4-FFF2-40B4-BE49-F238E27FC236}">
                <a16:creationId xmlns:a16="http://schemas.microsoft.com/office/drawing/2014/main" id="{F0139987-DAAB-9343-CAB5-9A3BA0F3C192}"/>
              </a:ext>
            </a:extLst>
          </p:cNvPr>
          <p:cNvSpPr>
            <a:spLocks noGrp="1" noChangeArrowheads="1"/>
          </p:cNvSpPr>
          <p:nvPr>
            <p:ph type="ctrTitle"/>
          </p:nvPr>
        </p:nvSpPr>
        <p:spPr>
          <a:xfrm>
            <a:off x="533400" y="1752600"/>
            <a:ext cx="7772400" cy="1470025"/>
          </a:xfrm>
        </p:spPr>
        <p:txBody>
          <a:bodyPr/>
          <a:lstStyle/>
          <a:p>
            <a:pPr eaLnBrk="1" hangingPunct="1">
              <a:defRPr/>
            </a:pPr>
            <a:r>
              <a:rPr lang="tr-TR" sz="6000" b="1" u="sng">
                <a:effectLst>
                  <a:outerShdw blurRad="38100" dist="38100" dir="2700000" algn="tl">
                    <a:srgbClr val="C0C0C0"/>
                  </a:outerShdw>
                </a:effectLst>
              </a:rPr>
              <a:t>İSTATİSTİK </a:t>
            </a:r>
            <a:r>
              <a:rPr lang="tr-TR"/>
              <a:t> </a:t>
            </a:r>
          </a:p>
        </p:txBody>
      </p:sp>
      <p:sp>
        <p:nvSpPr>
          <p:cNvPr id="11267" name="TextBox 11266"/>
          <p:cNvSpPr txBox="1"/>
          <p:nvPr/>
        </p:nvSpPr>
        <p:spPr>
          <a:xfrm>
            <a:off x="533400" y="3300000"/>
            <a:ext cx="7772400" cy="600000"/>
          </a:xfrm>
          <a:prstGeom prst="rect">
            <a:avLst/>
          </a:prstGeom>
          <a:noFill/>
        </p:spPr>
        <p:txBody>
          <a:bodyPr wrap="square">
            <a:spAutoFit/>
          </a:bodyPr>
          <a:lstStyle/>
          <a:p>
            <a:pPr algn="ctr"/>
            <a:r>
              <a:rPr sz="2400" b="0" i="0">
                <a:solidFill>
                  <a:srgbClr val="595959"/>
                </a:solidFill>
              </a:rPr>
              <a:t>1. Bölüm: Temel Kavramlar ve Verinin Düzenlenmesi</a:t>
            </a:r>
          </a:p>
        </p:txBody>
      </p:sp>
      <p:sp>
        <p:nvSpPr>
          <p:cNvPr id="11268" name="yazar_kapak"/>
          <p:cNvSpPr txBox="1"/>
          <p:nvPr/>
        </p:nvSpPr>
        <p:spPr>
          <a:xfrm>
            <a:off x="533400" y="4150000"/>
            <a:ext cx="7772400" cy="800000"/>
          </a:xfrm>
          <a:prstGeom prst="rect">
            <a:avLst/>
          </a:prstGeom>
          <a:noFill/>
        </p:spPr>
        <p:txBody>
          <a:bodyPr wrap="square">
            <a:spAutoFit/>
          </a:bodyPr>
          <a:lstStyle/>
          <a:p>
            <a:pPr algn="ctr"/>
            <a:r>
              <a:rPr sz="2000" b="1">
                <a:solidFill>
                  <a:srgbClr val="1E2D5E"/>
                </a:solidFill>
              </a:rPr>
              <a:t>Doç. Dr. M. Hanifi VAN</a:t>
            </a:r>
          </a:p>
          <a:p>
            <a:pPr algn="ctr"/>
            <a:r>
              <a:rPr sz="1400" b="0">
                <a:solidFill>
                  <a:srgbClr val="1E2D5E"/>
                </a:solidFill>
              </a:rPr>
              <a:t>Van Yüzüncü Yıl Üniversitesi, İİBF Ekonometri Bölümü</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5 Slayt Numarası Yer Tutucusu">
            <a:extLst>
              <a:ext uri="{FF2B5EF4-FFF2-40B4-BE49-F238E27FC236}">
                <a16:creationId xmlns:a16="http://schemas.microsoft.com/office/drawing/2014/main" id="{D3139BF9-2A3E-C83D-9C1C-B2A284DF0DF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0AFA475-3293-4A95-8FA0-7C2C7D59A3EB}" type="slidenum">
              <a:rPr lang="tr-TR" altLang="tr-TR" b="0" i="0"/>
              <a:pPr eaLnBrk="1" hangingPunct="1"/>
              <a:t>2</a:t>
            </a:fld>
            <a:endParaRPr lang="tr-TR" altLang="tr-TR" b="0" i="0"/>
          </a:p>
        </p:txBody>
      </p:sp>
      <p:sp>
        <p:nvSpPr>
          <p:cNvPr id="4098" name="Rectangle 2">
            <a:extLst>
              <a:ext uri="{FF2B5EF4-FFF2-40B4-BE49-F238E27FC236}">
                <a16:creationId xmlns:a16="http://schemas.microsoft.com/office/drawing/2014/main" id="{F0139987-DAAB-9343-CAB5-9A3BA0F3C192}"/>
              </a:ext>
            </a:extLst>
          </p:cNvPr>
          <p:cNvSpPr>
            <a:spLocks noGrp="1" noChangeArrowheads="1"/>
          </p:cNvSpPr>
          <p:nvPr>
            <p:ph type="ctrTitle"/>
          </p:nvPr>
        </p:nvSpPr>
        <p:spPr>
          <a:xfrm>
            <a:off x="533400" y="1752600"/>
            <a:ext cx="7772400" cy="1470025"/>
          </a:xfrm>
        </p:spPr>
        <p:txBody>
          <a:bodyPr/>
          <a:lstStyle/>
          <a:p>
            <a:pPr eaLnBrk="1" hangingPunct="1">
              <a:defRPr/>
            </a:pPr>
            <a:r>
              <a:rPr lang="tr-TR" sz="6000" b="1" u="sng">
                <a:effectLst>
                  <a:outerShdw blurRad="38100" dist="38100" dir="2700000" algn="tl">
                    <a:srgbClr val="C0C0C0"/>
                  </a:outerShdw>
                </a:effectLst>
              </a:rPr>
              <a:t>1. Araştırma ve Veri</a:t>
            </a:r>
          </a:p>
        </p:txBody>
      </p:sp>
      <p:sp>
        <p:nvSpPr>
          <p:cNvPr id="1126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3</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Bir Araştırma Sorusuyla Başlayalım</a:t>
            </a:r>
            <a:endParaRPr lang="tr-TR" altLang="tr-TR" sz="3600" dirty="0">
              <a:solidFill>
                <a:srgbClr val="92D050"/>
              </a:solidFill>
            </a:endParaRPr>
          </a:p>
        </p:txBody>
      </p:sp>
      <p:sp>
        <p:nvSpPr>
          <p:cNvPr id="43012" name="Rectangle 3">
            <a:extLst>
              <a:ext uri="{FF2B5EF4-FFF2-40B4-BE49-F238E27FC236}">
                <a16:creationId xmlns:a16="http://schemas.microsoft.com/office/drawing/2014/main" id="{2B3B72A8-077D-4EF5-E711-69D1A798579B}"/>
              </a:ext>
            </a:extLst>
          </p:cNvPr>
          <p:cNvSpPr>
            <a:spLocks noGrp="1" noChangeArrowheads="1"/>
          </p:cNvSpPr>
          <p:nvPr>
            <p:ph type="body" idx="1"/>
          </p:nvPr>
        </p:nvSpPr>
        <p:spPr>
          <a:xfrm>
            <a:off x="76200" y="2900000"/>
            <a:ext cx="8915400" cy="3200000"/>
          </a:xfrm>
        </p:spPr>
        <p:txBody>
          <a:bodyPr>
            <a:noAutofit/>
          </a:bodyPr>
          <a:lstStyle/>
          <a:p>
            <a:pPr algn="l" eaLnBrk="1" hangingPunct="1">
              <a:lnSpc>
                <a:spcPct val="125000"/>
              </a:lnSpc>
            </a:pPr>
            <a:r>
              <a:rPr lang="tr-TR" altLang="tr-TR" sz="2400" dirty="0"/>
              <a:t>Cinsiyete göre mi? Mezhebe göre mi? İbadet alışkanlığına göre mi?</a:t>
            </a:r>
          </a:p>
          <a:p>
            <a:pPr algn="l" eaLnBrk="1" hangingPunct="1">
              <a:lnSpc>
                <a:spcPct val="125000"/>
              </a:lnSpc>
            </a:pPr>
            <a:r>
              <a:rPr lang="tr-TR" altLang="tr-TR" sz="2400" dirty="0"/>
              <a:t>Bu soruyu cevaplamak için veri toplamamız, düzenlememiz ve yorumlamamız gerekir.</a:t>
            </a:r>
          </a:p>
          <a:p>
            <a:pPr algn="l" eaLnBrk="1" hangingPunct="1">
              <a:lnSpc>
                <a:spcPct val="125000"/>
              </a:lnSpc>
            </a:pPr>
            <a:r>
              <a:rPr lang="tr-TR" altLang="tr-TR" sz="2400" dirty="0"/>
              <a:t>Bu bölümdeki bütün kavramları bu araştırma üzerinden öğreneceğiz.</a:t>
            </a:r>
          </a:p>
        </p:txBody>
      </p:sp>
      <p:sp>
        <p:nvSpPr>
          <p:cNvPr id="43013" name="Rounded Rectangle 43012"/>
          <p:cNvSpPr/>
          <p:nvPr/>
        </p:nvSpPr>
        <p:spPr>
          <a:xfrm>
            <a:off x="685800" y="1350000"/>
            <a:ext cx="7772400" cy="120000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i="0">
                <a:solidFill>
                  <a:srgbClr val="262626"/>
                </a:solidFill>
              </a:rPr>
              <a:t>“Van'daki üniversite öğrencilerinin dindarlığı neye göre değişiyor?”</a:t>
            </a:r>
          </a:p>
        </p:txBody>
      </p:sp>
      <p:sp>
        <p:nvSpPr>
          <p:cNvPr id="43014"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4</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Araştırmamızın Verisi</a:t>
            </a:r>
            <a:endParaRPr lang="tr-TR" altLang="tr-TR" sz="3600" dirty="0">
              <a:solidFill>
                <a:srgbClr val="92D050"/>
              </a:solidFill>
            </a:endParaRPr>
          </a:p>
        </p:txBody>
      </p:sp>
      <p:graphicFrame>
        <p:nvGraphicFramePr>
          <p:cNvPr id="43012" name="Table 43011"/>
          <p:cNvGraphicFramePr>
            <a:graphicFrameLocks noGrp="1"/>
          </p:cNvGraphicFramePr>
          <p:nvPr/>
        </p:nvGraphicFramePr>
        <p:xfrm>
          <a:off x="300000" y="1250000"/>
          <a:ext cx="8544000" cy="430624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20000"/>
                    </a:ext>
                  </a:extLst>
                </a:gridCol>
                <a:gridCol w="1100000">
                  <a:extLst>
                    <a:ext uri="{9D8B030D-6E8A-4147-A177-3AD203B41FA5}">
                      <a16:colId xmlns:a16="http://schemas.microsoft.com/office/drawing/2014/main" val="20001"/>
                    </a:ext>
                  </a:extLst>
                </a:gridCol>
                <a:gridCol w="700000">
                  <a:extLst>
                    <a:ext uri="{9D8B030D-6E8A-4147-A177-3AD203B41FA5}">
                      <a16:colId xmlns:a16="http://schemas.microsoft.com/office/drawing/2014/main" val="20002"/>
                    </a:ext>
                  </a:extLst>
                </a:gridCol>
                <a:gridCol w="1100000">
                  <a:extLst>
                    <a:ext uri="{9D8B030D-6E8A-4147-A177-3AD203B41FA5}">
                      <a16:colId xmlns:a16="http://schemas.microsoft.com/office/drawing/2014/main" val="20003"/>
                    </a:ext>
                  </a:extLst>
                </a:gridCol>
                <a:gridCol w="900000">
                  <a:extLst>
                    <a:ext uri="{9D8B030D-6E8A-4147-A177-3AD203B41FA5}">
                      <a16:colId xmlns:a16="http://schemas.microsoft.com/office/drawing/2014/main" val="20004"/>
                    </a:ext>
                  </a:extLst>
                </a:gridCol>
                <a:gridCol w="1150000">
                  <a:extLst>
                    <a:ext uri="{9D8B030D-6E8A-4147-A177-3AD203B41FA5}">
                      <a16:colId xmlns:a16="http://schemas.microsoft.com/office/drawing/2014/main" val="20005"/>
                    </a:ext>
                  </a:extLst>
                </a:gridCol>
                <a:gridCol w="1450000">
                  <a:extLst>
                    <a:ext uri="{9D8B030D-6E8A-4147-A177-3AD203B41FA5}">
                      <a16:colId xmlns:a16="http://schemas.microsoft.com/office/drawing/2014/main" val="20006"/>
                    </a:ext>
                  </a:extLst>
                </a:gridCol>
                <a:gridCol w="1544000">
                  <a:extLst>
                    <a:ext uri="{9D8B030D-6E8A-4147-A177-3AD203B41FA5}">
                      <a16:colId xmlns:a16="http://schemas.microsoft.com/office/drawing/2014/main" val="20007"/>
                    </a:ext>
                  </a:extLst>
                </a:gridCol>
              </a:tblGrid>
              <a:tr h="430000">
                <a:tc>
                  <a:txBody>
                    <a:bodyPr/>
                    <a:lstStyle/>
                    <a:p>
                      <a:pPr algn="ctr"/>
                      <a:r>
                        <a:rPr sz="1300" b="1"/>
                        <a:t>No</a:t>
                      </a:r>
                    </a:p>
                  </a:txBody>
                  <a:tcPr marT="20000" marB="20000" anchor="ctr"/>
                </a:tc>
                <a:tc>
                  <a:txBody>
                    <a:bodyPr/>
                    <a:lstStyle/>
                    <a:p>
                      <a:pPr algn="ctr"/>
                      <a:r>
                        <a:rPr sz="1300" b="1"/>
                        <a:t>Cinsiyet</a:t>
                      </a:r>
                    </a:p>
                  </a:txBody>
                  <a:tcPr marT="20000" marB="20000" anchor="ctr"/>
                </a:tc>
                <a:tc>
                  <a:txBody>
                    <a:bodyPr/>
                    <a:lstStyle/>
                    <a:p>
                      <a:pPr algn="ctr"/>
                      <a:r>
                        <a:rPr sz="1300" b="1"/>
                        <a:t>Yaş</a:t>
                      </a:r>
                    </a:p>
                  </a:txBody>
                  <a:tcPr marT="20000" marB="20000" anchor="ctr"/>
                </a:tc>
                <a:tc>
                  <a:txBody>
                    <a:bodyPr/>
                    <a:lstStyle/>
                    <a:p>
                      <a:pPr algn="ctr"/>
                      <a:r>
                        <a:rPr sz="1300" b="1"/>
                        <a:t>Mezhep</a:t>
                      </a:r>
                    </a:p>
                  </a:txBody>
                  <a:tcPr marT="20000" marB="20000" anchor="ctr"/>
                </a:tc>
                <a:tc>
                  <a:txBody>
                    <a:bodyPr/>
                    <a:lstStyle/>
                    <a:p>
                      <a:pPr algn="ctr"/>
                      <a:r>
                        <a:rPr sz="1300" b="1"/>
                        <a:t>Kardeş</a:t>
                      </a:r>
                    </a:p>
                  </a:txBody>
                  <a:tcPr marT="20000" marB="20000" anchor="ctr"/>
                </a:tc>
                <a:tc>
                  <a:txBody>
                    <a:bodyPr/>
                    <a:lstStyle/>
                    <a:p>
                      <a:pPr algn="ctr"/>
                      <a:r>
                        <a:rPr sz="1300" b="1"/>
                        <a:t>Namaz</a:t>
                      </a:r>
                    </a:p>
                  </a:txBody>
                  <a:tcPr marT="20000" marB="20000" anchor="ctr"/>
                </a:tc>
                <a:tc>
                  <a:txBody>
                    <a:bodyPr/>
                    <a:lstStyle/>
                    <a:p>
                      <a:pPr algn="ctr"/>
                      <a:r>
                        <a:rPr sz="1300" b="1"/>
                        <a:t>Kur'an</a:t>
                      </a:r>
                    </a:p>
                    <a:p>
                      <a:pPr algn="ctr"/>
                      <a:r>
                        <a:rPr sz="1300" b="1"/>
                        <a:t>(dk/hafta)</a:t>
                      </a:r>
                    </a:p>
                  </a:txBody>
                  <a:tcPr marT="20000" marB="20000" anchor="ctr"/>
                </a:tc>
                <a:tc>
                  <a:txBody>
                    <a:bodyPr/>
                    <a:lstStyle/>
                    <a:p>
                      <a:pPr algn="ctr"/>
                      <a:r>
                        <a:rPr sz="1300" b="1"/>
                        <a:t>Dindarlık</a:t>
                      </a:r>
                    </a:p>
                    <a:p>
                      <a:pPr algn="ctr"/>
                      <a:r>
                        <a:rPr sz="1300" b="1"/>
                        <a:t>(10-50)</a:t>
                      </a:r>
                    </a:p>
                  </a:txBody>
                  <a:tcPr marT="20000" marB="20000" anchor="ctr"/>
                </a:tc>
                <a:extLst>
                  <a:ext uri="{0D108BD9-81ED-4DB2-BD59-A6C34878D82A}">
                    <a16:rowId xmlns:a16="http://schemas.microsoft.com/office/drawing/2014/main" val="10000"/>
                  </a:ext>
                </a:extLst>
              </a:tr>
              <a:tr h="430000">
                <a:tc>
                  <a:txBody>
                    <a:bodyPr/>
                    <a:lstStyle/>
                    <a:p>
                      <a:pPr algn="ctr"/>
                      <a:r>
                        <a:rPr sz="1300" b="0"/>
                        <a:t>1</a:t>
                      </a:r>
                    </a:p>
                  </a:txBody>
                  <a:tcPr marT="20000" marB="20000" anchor="ctr"/>
                </a:tc>
                <a:tc>
                  <a:txBody>
                    <a:bodyPr/>
                    <a:lstStyle/>
                    <a:p>
                      <a:pPr algn="ctr"/>
                      <a:r>
                        <a:rPr sz="1300" b="0"/>
                        <a:t>Kadın</a:t>
                      </a:r>
                    </a:p>
                  </a:txBody>
                  <a:tcPr marT="20000" marB="20000" anchor="ctr"/>
                </a:tc>
                <a:tc>
                  <a:txBody>
                    <a:bodyPr/>
                    <a:lstStyle/>
                    <a:p>
                      <a:pPr algn="ctr"/>
                      <a:r>
                        <a:rPr sz="1300" b="0"/>
                        <a:t>22</a:t>
                      </a:r>
                    </a:p>
                  </a:txBody>
                  <a:tcPr marT="20000" marB="20000" anchor="ctr"/>
                </a:tc>
                <a:tc>
                  <a:txBody>
                    <a:bodyPr/>
                    <a:lstStyle/>
                    <a:p>
                      <a:pPr algn="ctr"/>
                      <a:r>
                        <a:rPr sz="1300" b="0"/>
                        <a:t>Hanefî</a:t>
                      </a:r>
                    </a:p>
                  </a:txBody>
                  <a:tcPr marT="20000" marB="20000" anchor="ctr"/>
                </a:tc>
                <a:tc>
                  <a:txBody>
                    <a:bodyPr/>
                    <a:lstStyle/>
                    <a:p>
                      <a:pPr algn="ctr"/>
                      <a:r>
                        <a:rPr sz="1300" b="0"/>
                        <a:t>6</a:t>
                      </a:r>
                    </a:p>
                  </a:txBody>
                  <a:tcPr marT="20000" marB="20000" anchor="ctr"/>
                </a:tc>
                <a:tc>
                  <a:txBody>
                    <a:bodyPr/>
                    <a:lstStyle/>
                    <a:p>
                      <a:pPr algn="ctr"/>
                      <a:r>
                        <a:rPr sz="1300" b="0"/>
                        <a:t>Bazen</a:t>
                      </a:r>
                    </a:p>
                  </a:txBody>
                  <a:tcPr marT="20000" marB="20000" anchor="ctr"/>
                </a:tc>
                <a:tc>
                  <a:txBody>
                    <a:bodyPr/>
                    <a:lstStyle/>
                    <a:p>
                      <a:pPr algn="ctr"/>
                      <a:r>
                        <a:rPr sz="1300" b="0"/>
                        <a:t>47</a:t>
                      </a:r>
                    </a:p>
                  </a:txBody>
                  <a:tcPr marT="20000" marB="20000" anchor="ctr"/>
                </a:tc>
                <a:tc>
                  <a:txBody>
                    <a:bodyPr/>
                    <a:lstStyle/>
                    <a:p>
                      <a:pPr algn="ctr"/>
                      <a:r>
                        <a:rPr sz="1300" b="0"/>
                        <a:t>30</a:t>
                      </a:r>
                    </a:p>
                  </a:txBody>
                  <a:tcPr marT="20000" marB="20000" anchor="ctr"/>
                </a:tc>
                <a:extLst>
                  <a:ext uri="{0D108BD9-81ED-4DB2-BD59-A6C34878D82A}">
                    <a16:rowId xmlns:a16="http://schemas.microsoft.com/office/drawing/2014/main" val="10001"/>
                  </a:ext>
                </a:extLst>
              </a:tr>
              <a:tr h="430000">
                <a:tc>
                  <a:txBody>
                    <a:bodyPr/>
                    <a:lstStyle/>
                    <a:p>
                      <a:pPr algn="ctr"/>
                      <a:r>
                        <a:rPr sz="1300" b="0"/>
                        <a:t>2</a:t>
                      </a:r>
                    </a:p>
                  </a:txBody>
                  <a:tcPr marT="20000" marB="20000" anchor="ctr"/>
                </a:tc>
                <a:tc>
                  <a:txBody>
                    <a:bodyPr/>
                    <a:lstStyle/>
                    <a:p>
                      <a:pPr algn="ctr"/>
                      <a:r>
                        <a:rPr sz="1300" b="0"/>
                        <a:t>Erkek</a:t>
                      </a:r>
                    </a:p>
                  </a:txBody>
                  <a:tcPr marT="20000" marB="20000" anchor="ctr"/>
                </a:tc>
                <a:tc>
                  <a:txBody>
                    <a:bodyPr/>
                    <a:lstStyle/>
                    <a:p>
                      <a:pPr algn="ctr"/>
                      <a:r>
                        <a:rPr sz="1300" b="0"/>
                        <a:t>24</a:t>
                      </a:r>
                    </a:p>
                  </a:txBody>
                  <a:tcPr marT="20000" marB="20000" anchor="ctr"/>
                </a:tc>
                <a:tc>
                  <a:txBody>
                    <a:bodyPr/>
                    <a:lstStyle/>
                    <a:p>
                      <a:pPr algn="ctr"/>
                      <a:r>
                        <a:rPr sz="1300" b="0"/>
                        <a:t>Şâfiî</a:t>
                      </a:r>
                    </a:p>
                  </a:txBody>
                  <a:tcPr marT="20000" marB="20000" anchor="ctr"/>
                </a:tc>
                <a:tc>
                  <a:txBody>
                    <a:bodyPr/>
                    <a:lstStyle/>
                    <a:p>
                      <a:pPr algn="ctr"/>
                      <a:r>
                        <a:rPr sz="1300" b="0"/>
                        <a:t>7</a:t>
                      </a:r>
                    </a:p>
                  </a:txBody>
                  <a:tcPr marT="20000" marB="20000" anchor="ctr"/>
                </a:tc>
                <a:tc>
                  <a:txBody>
                    <a:bodyPr/>
                    <a:lstStyle/>
                    <a:p>
                      <a:pPr algn="ctr"/>
                      <a:r>
                        <a:rPr sz="1300" b="0"/>
                        <a:t>Bazen</a:t>
                      </a:r>
                    </a:p>
                  </a:txBody>
                  <a:tcPr marT="20000" marB="20000" anchor="ctr"/>
                </a:tc>
                <a:tc>
                  <a:txBody>
                    <a:bodyPr/>
                    <a:lstStyle/>
                    <a:p>
                      <a:pPr algn="ctr"/>
                      <a:r>
                        <a:rPr sz="1300" b="0"/>
                        <a:t>28</a:t>
                      </a:r>
                    </a:p>
                  </a:txBody>
                  <a:tcPr marT="20000" marB="20000" anchor="ctr"/>
                </a:tc>
                <a:tc>
                  <a:txBody>
                    <a:bodyPr/>
                    <a:lstStyle/>
                    <a:p>
                      <a:pPr algn="ctr"/>
                      <a:r>
                        <a:rPr sz="1300" b="0"/>
                        <a:t>33</a:t>
                      </a:r>
                    </a:p>
                  </a:txBody>
                  <a:tcPr marT="20000" marB="20000" anchor="ctr"/>
                </a:tc>
                <a:extLst>
                  <a:ext uri="{0D108BD9-81ED-4DB2-BD59-A6C34878D82A}">
                    <a16:rowId xmlns:a16="http://schemas.microsoft.com/office/drawing/2014/main" val="10002"/>
                  </a:ext>
                </a:extLst>
              </a:tr>
              <a:tr h="430000">
                <a:tc>
                  <a:txBody>
                    <a:bodyPr/>
                    <a:lstStyle/>
                    <a:p>
                      <a:pPr algn="ctr"/>
                      <a:r>
                        <a:rPr sz="1300" b="0"/>
                        <a:t>3</a:t>
                      </a:r>
                    </a:p>
                  </a:txBody>
                  <a:tcPr marT="20000" marB="20000" anchor="ctr"/>
                </a:tc>
                <a:tc>
                  <a:txBody>
                    <a:bodyPr/>
                    <a:lstStyle/>
                    <a:p>
                      <a:pPr algn="ctr"/>
                      <a:r>
                        <a:rPr sz="1300" b="0"/>
                        <a:t>Kadın</a:t>
                      </a:r>
                    </a:p>
                  </a:txBody>
                  <a:tcPr marT="20000" marB="20000" anchor="ctr"/>
                </a:tc>
                <a:tc>
                  <a:txBody>
                    <a:bodyPr/>
                    <a:lstStyle/>
                    <a:p>
                      <a:pPr algn="ctr"/>
                      <a:r>
                        <a:rPr sz="1300" b="0"/>
                        <a:t>18</a:t>
                      </a:r>
                    </a:p>
                  </a:txBody>
                  <a:tcPr marT="20000" marB="20000" anchor="ctr"/>
                </a:tc>
                <a:tc>
                  <a:txBody>
                    <a:bodyPr/>
                    <a:lstStyle/>
                    <a:p>
                      <a:pPr algn="ctr"/>
                      <a:r>
                        <a:rPr sz="1300" b="0"/>
                        <a:t>Diğer</a:t>
                      </a:r>
                    </a:p>
                  </a:txBody>
                  <a:tcPr marT="20000" marB="20000" anchor="ctr"/>
                </a:tc>
                <a:tc>
                  <a:txBody>
                    <a:bodyPr/>
                    <a:lstStyle/>
                    <a:p>
                      <a:pPr algn="ctr"/>
                      <a:r>
                        <a:rPr sz="1300" b="0"/>
                        <a:t>3</a:t>
                      </a:r>
                    </a:p>
                  </a:txBody>
                  <a:tcPr marT="20000" marB="20000" anchor="ctr"/>
                </a:tc>
                <a:tc>
                  <a:txBody>
                    <a:bodyPr/>
                    <a:lstStyle/>
                    <a:p>
                      <a:pPr algn="ctr"/>
                      <a:r>
                        <a:rPr sz="1300" b="0"/>
                        <a:t>Düzenli</a:t>
                      </a:r>
                    </a:p>
                  </a:txBody>
                  <a:tcPr marT="20000" marB="20000" anchor="ctr"/>
                </a:tc>
                <a:tc>
                  <a:txBody>
                    <a:bodyPr/>
                    <a:lstStyle/>
                    <a:p>
                      <a:pPr algn="ctr"/>
                      <a:r>
                        <a:rPr sz="1300" b="0"/>
                        <a:t>0</a:t>
                      </a:r>
                    </a:p>
                  </a:txBody>
                  <a:tcPr marT="20000" marB="20000" anchor="ctr"/>
                </a:tc>
                <a:tc>
                  <a:txBody>
                    <a:bodyPr/>
                    <a:lstStyle/>
                    <a:p>
                      <a:pPr algn="ctr"/>
                      <a:r>
                        <a:rPr sz="1300" b="0"/>
                        <a:t>42</a:t>
                      </a:r>
                    </a:p>
                  </a:txBody>
                  <a:tcPr marT="20000" marB="20000" anchor="ctr"/>
                </a:tc>
                <a:extLst>
                  <a:ext uri="{0D108BD9-81ED-4DB2-BD59-A6C34878D82A}">
                    <a16:rowId xmlns:a16="http://schemas.microsoft.com/office/drawing/2014/main" val="10003"/>
                  </a:ext>
                </a:extLst>
              </a:tr>
              <a:tr h="430000">
                <a:tc>
                  <a:txBody>
                    <a:bodyPr/>
                    <a:lstStyle/>
                    <a:p>
                      <a:pPr algn="ctr"/>
                      <a:r>
                        <a:rPr sz="1300" b="0"/>
                        <a:t>4</a:t>
                      </a:r>
                    </a:p>
                  </a:txBody>
                  <a:tcPr marT="20000" marB="20000" anchor="ctr"/>
                </a:tc>
                <a:tc>
                  <a:txBody>
                    <a:bodyPr/>
                    <a:lstStyle/>
                    <a:p>
                      <a:pPr algn="ctr"/>
                      <a:r>
                        <a:rPr sz="1300" b="0"/>
                        <a:t>Kadın</a:t>
                      </a:r>
                    </a:p>
                  </a:txBody>
                  <a:tcPr marT="20000" marB="20000" anchor="ctr"/>
                </a:tc>
                <a:tc>
                  <a:txBody>
                    <a:bodyPr/>
                    <a:lstStyle/>
                    <a:p>
                      <a:pPr algn="ctr"/>
                      <a:r>
                        <a:rPr sz="1300" b="0"/>
                        <a:t>22</a:t>
                      </a:r>
                    </a:p>
                  </a:txBody>
                  <a:tcPr marT="20000" marB="20000" anchor="ctr"/>
                </a:tc>
                <a:tc>
                  <a:txBody>
                    <a:bodyPr/>
                    <a:lstStyle/>
                    <a:p>
                      <a:pPr algn="ctr"/>
                      <a:r>
                        <a:rPr sz="1300" b="0"/>
                        <a:t>Şâfiî</a:t>
                      </a:r>
                    </a:p>
                  </a:txBody>
                  <a:tcPr marT="20000" marB="20000" anchor="ctr"/>
                </a:tc>
                <a:tc>
                  <a:txBody>
                    <a:bodyPr/>
                    <a:lstStyle/>
                    <a:p>
                      <a:pPr algn="ctr"/>
                      <a:r>
                        <a:rPr sz="1300" b="0"/>
                        <a:t>3</a:t>
                      </a:r>
                    </a:p>
                  </a:txBody>
                  <a:tcPr marT="20000" marB="20000" anchor="ctr"/>
                </a:tc>
                <a:tc>
                  <a:txBody>
                    <a:bodyPr/>
                    <a:lstStyle/>
                    <a:p>
                      <a:pPr algn="ctr"/>
                      <a:r>
                        <a:rPr sz="1300" b="0"/>
                        <a:t>Düzenli</a:t>
                      </a:r>
                    </a:p>
                  </a:txBody>
                  <a:tcPr marT="20000" marB="20000" anchor="ctr"/>
                </a:tc>
                <a:tc>
                  <a:txBody>
                    <a:bodyPr/>
                    <a:lstStyle/>
                    <a:p>
                      <a:pPr algn="ctr"/>
                      <a:r>
                        <a:rPr sz="1300" b="0"/>
                        <a:t>10</a:t>
                      </a:r>
                    </a:p>
                  </a:txBody>
                  <a:tcPr marT="20000" marB="20000" anchor="ctr"/>
                </a:tc>
                <a:tc>
                  <a:txBody>
                    <a:bodyPr/>
                    <a:lstStyle/>
                    <a:p>
                      <a:pPr algn="ctr"/>
                      <a:r>
                        <a:rPr sz="1300" b="0"/>
                        <a:t>42</a:t>
                      </a:r>
                    </a:p>
                  </a:txBody>
                  <a:tcPr marT="20000" marB="20000" anchor="ctr"/>
                </a:tc>
                <a:extLst>
                  <a:ext uri="{0D108BD9-81ED-4DB2-BD59-A6C34878D82A}">
                    <a16:rowId xmlns:a16="http://schemas.microsoft.com/office/drawing/2014/main" val="10004"/>
                  </a:ext>
                </a:extLst>
              </a:tr>
              <a:tr h="430000">
                <a:tc>
                  <a:txBody>
                    <a:bodyPr/>
                    <a:lstStyle/>
                    <a:p>
                      <a:pPr algn="ctr"/>
                      <a:r>
                        <a:rPr sz="1300" b="0"/>
                        <a:t>5</a:t>
                      </a:r>
                    </a:p>
                  </a:txBody>
                  <a:tcPr marT="20000" marB="20000" anchor="ctr"/>
                </a:tc>
                <a:tc>
                  <a:txBody>
                    <a:bodyPr/>
                    <a:lstStyle/>
                    <a:p>
                      <a:pPr algn="ctr"/>
                      <a:r>
                        <a:rPr sz="1300" b="0"/>
                        <a:t>Kadın</a:t>
                      </a:r>
                    </a:p>
                  </a:txBody>
                  <a:tcPr marT="20000" marB="20000" anchor="ctr"/>
                </a:tc>
                <a:tc>
                  <a:txBody>
                    <a:bodyPr/>
                    <a:lstStyle/>
                    <a:p>
                      <a:pPr algn="ctr"/>
                      <a:r>
                        <a:rPr sz="1300" b="0"/>
                        <a:t>21</a:t>
                      </a:r>
                    </a:p>
                  </a:txBody>
                  <a:tcPr marT="20000" marB="20000" anchor="ctr"/>
                </a:tc>
                <a:tc>
                  <a:txBody>
                    <a:bodyPr/>
                    <a:lstStyle/>
                    <a:p>
                      <a:pPr algn="ctr"/>
                      <a:r>
                        <a:rPr sz="1300" b="0"/>
                        <a:t>Şâfiî</a:t>
                      </a:r>
                    </a:p>
                  </a:txBody>
                  <a:tcPr marT="20000" marB="20000" anchor="ctr"/>
                </a:tc>
                <a:tc>
                  <a:txBody>
                    <a:bodyPr/>
                    <a:lstStyle/>
                    <a:p>
                      <a:pPr algn="ctr"/>
                      <a:r>
                        <a:rPr sz="1300" b="0"/>
                        <a:t>3</a:t>
                      </a:r>
                    </a:p>
                  </a:txBody>
                  <a:tcPr marT="20000" marB="20000" anchor="ctr"/>
                </a:tc>
                <a:tc>
                  <a:txBody>
                    <a:bodyPr/>
                    <a:lstStyle/>
                    <a:p>
                      <a:pPr algn="ctr"/>
                      <a:r>
                        <a:rPr sz="1300" b="0"/>
                        <a:t>Hiç</a:t>
                      </a:r>
                    </a:p>
                  </a:txBody>
                  <a:tcPr marT="20000" marB="20000" anchor="ctr"/>
                </a:tc>
                <a:tc>
                  <a:txBody>
                    <a:bodyPr/>
                    <a:lstStyle/>
                    <a:p>
                      <a:pPr algn="ctr"/>
                      <a:r>
                        <a:rPr sz="1300" b="0"/>
                        <a:t>5</a:t>
                      </a:r>
                    </a:p>
                  </a:txBody>
                  <a:tcPr marT="20000" marB="20000" anchor="ctr"/>
                </a:tc>
                <a:tc>
                  <a:txBody>
                    <a:bodyPr/>
                    <a:lstStyle/>
                    <a:p>
                      <a:pPr algn="ctr"/>
                      <a:r>
                        <a:rPr sz="1300" b="0"/>
                        <a:t>26</a:t>
                      </a:r>
                    </a:p>
                  </a:txBody>
                  <a:tcPr marT="20000" marB="20000" anchor="ctr"/>
                </a:tc>
                <a:extLst>
                  <a:ext uri="{0D108BD9-81ED-4DB2-BD59-A6C34878D82A}">
                    <a16:rowId xmlns:a16="http://schemas.microsoft.com/office/drawing/2014/main" val="10005"/>
                  </a:ext>
                </a:extLst>
              </a:tr>
              <a:tr h="430000">
                <a:tc>
                  <a:txBody>
                    <a:bodyPr/>
                    <a:lstStyle/>
                    <a:p>
                      <a:pPr algn="ctr"/>
                      <a:r>
                        <a:rPr sz="1300" b="0"/>
                        <a:t>6</a:t>
                      </a:r>
                    </a:p>
                  </a:txBody>
                  <a:tcPr marT="20000" marB="20000" anchor="ctr"/>
                </a:tc>
                <a:tc>
                  <a:txBody>
                    <a:bodyPr/>
                    <a:lstStyle/>
                    <a:p>
                      <a:pPr algn="ctr"/>
                      <a:r>
                        <a:rPr sz="1300" b="0"/>
                        <a:t>Erkek</a:t>
                      </a:r>
                    </a:p>
                  </a:txBody>
                  <a:tcPr marT="20000" marB="20000" anchor="ctr"/>
                </a:tc>
                <a:tc>
                  <a:txBody>
                    <a:bodyPr/>
                    <a:lstStyle/>
                    <a:p>
                      <a:pPr algn="ctr"/>
                      <a:r>
                        <a:rPr sz="1300" b="0"/>
                        <a:t>22</a:t>
                      </a:r>
                    </a:p>
                  </a:txBody>
                  <a:tcPr marT="20000" marB="20000" anchor="ctr"/>
                </a:tc>
                <a:tc>
                  <a:txBody>
                    <a:bodyPr/>
                    <a:lstStyle/>
                    <a:p>
                      <a:pPr algn="ctr"/>
                      <a:r>
                        <a:rPr sz="1300" b="0"/>
                        <a:t>Şâfiî</a:t>
                      </a:r>
                    </a:p>
                  </a:txBody>
                  <a:tcPr marT="20000" marB="20000" anchor="ctr"/>
                </a:tc>
                <a:tc>
                  <a:txBody>
                    <a:bodyPr/>
                    <a:lstStyle/>
                    <a:p>
                      <a:pPr algn="ctr"/>
                      <a:r>
                        <a:rPr sz="1300" b="0"/>
                        <a:t>3</a:t>
                      </a:r>
                    </a:p>
                  </a:txBody>
                  <a:tcPr marT="20000" marB="20000" anchor="ctr"/>
                </a:tc>
                <a:tc>
                  <a:txBody>
                    <a:bodyPr/>
                    <a:lstStyle/>
                    <a:p>
                      <a:pPr algn="ctr"/>
                      <a:r>
                        <a:rPr sz="1300" b="0"/>
                        <a:t>Düzenli</a:t>
                      </a:r>
                    </a:p>
                  </a:txBody>
                  <a:tcPr marT="20000" marB="20000" anchor="ctr"/>
                </a:tc>
                <a:tc>
                  <a:txBody>
                    <a:bodyPr/>
                    <a:lstStyle/>
                    <a:p>
                      <a:pPr algn="ctr"/>
                      <a:r>
                        <a:rPr sz="1300" b="0"/>
                        <a:t>98</a:t>
                      </a:r>
                    </a:p>
                  </a:txBody>
                  <a:tcPr marT="20000" marB="20000" anchor="ctr"/>
                </a:tc>
                <a:tc>
                  <a:txBody>
                    <a:bodyPr/>
                    <a:lstStyle/>
                    <a:p>
                      <a:pPr algn="ctr"/>
                      <a:r>
                        <a:rPr sz="1300" b="0"/>
                        <a:t>36</a:t>
                      </a:r>
                    </a:p>
                  </a:txBody>
                  <a:tcPr marT="20000" marB="20000" anchor="ctr"/>
                </a:tc>
                <a:extLst>
                  <a:ext uri="{0D108BD9-81ED-4DB2-BD59-A6C34878D82A}">
                    <a16:rowId xmlns:a16="http://schemas.microsoft.com/office/drawing/2014/main" val="10006"/>
                  </a:ext>
                </a:extLst>
              </a:tr>
              <a:tr h="430000">
                <a:tc>
                  <a:txBody>
                    <a:bodyPr/>
                    <a:lstStyle/>
                    <a:p>
                      <a:pPr algn="ctr"/>
                      <a:r>
                        <a:rPr sz="1300" b="0"/>
                        <a:t>7</a:t>
                      </a:r>
                    </a:p>
                  </a:txBody>
                  <a:tcPr marT="20000" marB="20000" anchor="ctr"/>
                </a:tc>
                <a:tc>
                  <a:txBody>
                    <a:bodyPr/>
                    <a:lstStyle/>
                    <a:p>
                      <a:pPr algn="ctr"/>
                      <a:r>
                        <a:rPr sz="1300" b="0"/>
                        <a:t>Erkek</a:t>
                      </a:r>
                    </a:p>
                  </a:txBody>
                  <a:tcPr marT="20000" marB="20000" anchor="ctr"/>
                </a:tc>
                <a:tc>
                  <a:txBody>
                    <a:bodyPr/>
                    <a:lstStyle/>
                    <a:p>
                      <a:pPr algn="ctr"/>
                      <a:r>
                        <a:rPr sz="1300" b="0"/>
                        <a:t>26</a:t>
                      </a:r>
                    </a:p>
                  </a:txBody>
                  <a:tcPr marT="20000" marB="20000" anchor="ctr"/>
                </a:tc>
                <a:tc>
                  <a:txBody>
                    <a:bodyPr/>
                    <a:lstStyle/>
                    <a:p>
                      <a:pPr algn="ctr"/>
                      <a:r>
                        <a:rPr sz="1300" b="0"/>
                        <a:t>Hanefî</a:t>
                      </a:r>
                    </a:p>
                  </a:txBody>
                  <a:tcPr marT="20000" marB="20000" anchor="ctr"/>
                </a:tc>
                <a:tc>
                  <a:txBody>
                    <a:bodyPr/>
                    <a:lstStyle/>
                    <a:p>
                      <a:pPr algn="ctr"/>
                      <a:r>
                        <a:rPr sz="1300" b="0"/>
                        <a:t>5</a:t>
                      </a:r>
                    </a:p>
                  </a:txBody>
                  <a:tcPr marT="20000" marB="20000" anchor="ctr"/>
                </a:tc>
                <a:tc>
                  <a:txBody>
                    <a:bodyPr/>
                    <a:lstStyle/>
                    <a:p>
                      <a:pPr algn="ctr"/>
                      <a:r>
                        <a:rPr sz="1300" b="0"/>
                        <a:t>Bazen</a:t>
                      </a:r>
                    </a:p>
                  </a:txBody>
                  <a:tcPr marT="20000" marB="20000" anchor="ctr"/>
                </a:tc>
                <a:tc>
                  <a:txBody>
                    <a:bodyPr/>
                    <a:lstStyle/>
                    <a:p>
                      <a:pPr algn="ctr"/>
                      <a:r>
                        <a:rPr sz="1300" b="0"/>
                        <a:t>27</a:t>
                      </a:r>
                    </a:p>
                  </a:txBody>
                  <a:tcPr marT="20000" marB="20000" anchor="ctr"/>
                </a:tc>
                <a:tc>
                  <a:txBody>
                    <a:bodyPr/>
                    <a:lstStyle/>
                    <a:p>
                      <a:pPr algn="ctr"/>
                      <a:r>
                        <a:rPr sz="1300" b="0"/>
                        <a:t>38</a:t>
                      </a:r>
                    </a:p>
                  </a:txBody>
                  <a:tcPr marT="20000" marB="20000" anchor="ctr"/>
                </a:tc>
                <a:extLst>
                  <a:ext uri="{0D108BD9-81ED-4DB2-BD59-A6C34878D82A}">
                    <a16:rowId xmlns:a16="http://schemas.microsoft.com/office/drawing/2014/main" val="10007"/>
                  </a:ext>
                </a:extLst>
              </a:tr>
              <a:tr h="430000">
                <a:tc>
                  <a:txBody>
                    <a:bodyPr/>
                    <a:lstStyle/>
                    <a:p>
                      <a:pPr algn="ctr"/>
                      <a:r>
                        <a:rPr sz="1300" b="0"/>
                        <a:t>8</a:t>
                      </a:r>
                    </a:p>
                  </a:txBody>
                  <a:tcPr marT="20000" marB="20000" anchor="ctr"/>
                </a:tc>
                <a:tc>
                  <a:txBody>
                    <a:bodyPr/>
                    <a:lstStyle/>
                    <a:p>
                      <a:pPr algn="ctr"/>
                      <a:r>
                        <a:rPr sz="1300" b="0"/>
                        <a:t>Kadın</a:t>
                      </a:r>
                    </a:p>
                  </a:txBody>
                  <a:tcPr marT="20000" marB="20000" anchor="ctr"/>
                </a:tc>
                <a:tc>
                  <a:txBody>
                    <a:bodyPr/>
                    <a:lstStyle/>
                    <a:p>
                      <a:pPr algn="ctr"/>
                      <a:r>
                        <a:rPr sz="1300" b="0"/>
                        <a:t>23</a:t>
                      </a:r>
                    </a:p>
                  </a:txBody>
                  <a:tcPr marT="20000" marB="20000" anchor="ctr"/>
                </a:tc>
                <a:tc>
                  <a:txBody>
                    <a:bodyPr/>
                    <a:lstStyle/>
                    <a:p>
                      <a:pPr algn="ctr"/>
                      <a:r>
                        <a:rPr sz="1300" b="0"/>
                        <a:t>Şâfiî</a:t>
                      </a:r>
                    </a:p>
                  </a:txBody>
                  <a:tcPr marT="20000" marB="20000" anchor="ctr"/>
                </a:tc>
                <a:tc>
                  <a:txBody>
                    <a:bodyPr/>
                    <a:lstStyle/>
                    <a:p>
                      <a:pPr algn="ctr"/>
                      <a:r>
                        <a:rPr sz="1300" b="0"/>
                        <a:t>3</a:t>
                      </a:r>
                    </a:p>
                  </a:txBody>
                  <a:tcPr marT="20000" marB="20000" anchor="ctr"/>
                </a:tc>
                <a:tc>
                  <a:txBody>
                    <a:bodyPr/>
                    <a:lstStyle/>
                    <a:p>
                      <a:pPr algn="ctr"/>
                      <a:r>
                        <a:rPr sz="1300" b="0"/>
                        <a:t>Düzenli</a:t>
                      </a:r>
                    </a:p>
                  </a:txBody>
                  <a:tcPr marT="20000" marB="20000" anchor="ctr"/>
                </a:tc>
                <a:tc>
                  <a:txBody>
                    <a:bodyPr/>
                    <a:lstStyle/>
                    <a:p>
                      <a:pPr algn="ctr"/>
                      <a:r>
                        <a:rPr sz="1300" b="0"/>
                        <a:t>65</a:t>
                      </a:r>
                    </a:p>
                  </a:txBody>
                  <a:tcPr marT="20000" marB="20000" anchor="ctr"/>
                </a:tc>
                <a:tc>
                  <a:txBody>
                    <a:bodyPr/>
                    <a:lstStyle/>
                    <a:p>
                      <a:pPr algn="ctr"/>
                      <a:r>
                        <a:rPr sz="1300" b="0"/>
                        <a:t>44</a:t>
                      </a:r>
                    </a:p>
                  </a:txBody>
                  <a:tcPr marT="20000" marB="20000" anchor="ctr"/>
                </a:tc>
                <a:extLst>
                  <a:ext uri="{0D108BD9-81ED-4DB2-BD59-A6C34878D82A}">
                    <a16:rowId xmlns:a16="http://schemas.microsoft.com/office/drawing/2014/main" val="10008"/>
                  </a:ext>
                </a:extLst>
              </a:tr>
              <a:tr h="430000">
                <a:tc>
                  <a:txBody>
                    <a:bodyPr/>
                    <a:lstStyle/>
                    <a:p>
                      <a:pPr algn="ctr"/>
                      <a:r>
                        <a:rPr sz="1300" b="0"/>
                        <a:t>…</a:t>
                      </a:r>
                    </a:p>
                  </a:txBody>
                  <a:tcPr marT="20000" marB="20000" anchor="ctr"/>
                </a:tc>
                <a:tc>
                  <a:txBody>
                    <a:bodyPr/>
                    <a:lstStyle/>
                    <a:p>
                      <a:pPr algn="ctr"/>
                      <a:r>
                        <a:rPr sz="1300" b="0"/>
                        <a:t>…</a:t>
                      </a:r>
                    </a:p>
                  </a:txBody>
                  <a:tcPr marT="20000" marB="20000" anchor="ctr"/>
                </a:tc>
                <a:tc>
                  <a:txBody>
                    <a:bodyPr/>
                    <a:lstStyle/>
                    <a:p>
                      <a:pPr algn="ctr"/>
                      <a:r>
                        <a:rPr sz="1300" b="0"/>
                        <a:t>…</a:t>
                      </a:r>
                    </a:p>
                  </a:txBody>
                  <a:tcPr marT="20000" marB="20000" anchor="ctr"/>
                </a:tc>
                <a:tc>
                  <a:txBody>
                    <a:bodyPr/>
                    <a:lstStyle/>
                    <a:p>
                      <a:pPr algn="ctr"/>
                      <a:r>
                        <a:rPr sz="1300" b="0"/>
                        <a:t>…</a:t>
                      </a:r>
                    </a:p>
                  </a:txBody>
                  <a:tcPr marT="20000" marB="20000" anchor="ctr"/>
                </a:tc>
                <a:tc>
                  <a:txBody>
                    <a:bodyPr/>
                    <a:lstStyle/>
                    <a:p>
                      <a:pPr algn="ctr"/>
                      <a:r>
                        <a:rPr sz="1300" b="0"/>
                        <a:t>…</a:t>
                      </a:r>
                    </a:p>
                  </a:txBody>
                  <a:tcPr marT="20000" marB="20000" anchor="ctr"/>
                </a:tc>
                <a:tc>
                  <a:txBody>
                    <a:bodyPr/>
                    <a:lstStyle/>
                    <a:p>
                      <a:pPr algn="ctr"/>
                      <a:r>
                        <a:rPr sz="1300" b="0"/>
                        <a:t>…</a:t>
                      </a:r>
                    </a:p>
                  </a:txBody>
                  <a:tcPr marT="20000" marB="20000" anchor="ctr"/>
                </a:tc>
                <a:tc>
                  <a:txBody>
                    <a:bodyPr/>
                    <a:lstStyle/>
                    <a:p>
                      <a:pPr algn="ctr"/>
                      <a:r>
                        <a:rPr sz="1300" b="0"/>
                        <a:t>…</a:t>
                      </a:r>
                    </a:p>
                  </a:txBody>
                  <a:tcPr marT="20000" marB="20000" anchor="ctr"/>
                </a:tc>
                <a:tc>
                  <a:txBody>
                    <a:bodyPr/>
                    <a:lstStyle/>
                    <a:p>
                      <a:pPr algn="ctr"/>
                      <a:r>
                        <a:rPr sz="1300" b="0"/>
                        <a:t>…</a:t>
                      </a:r>
                    </a:p>
                  </a:txBody>
                  <a:tcPr marT="20000" marB="20000" anchor="ctr"/>
                </a:tc>
                <a:extLst>
                  <a:ext uri="{0D108BD9-81ED-4DB2-BD59-A6C34878D82A}">
                    <a16:rowId xmlns:a16="http://schemas.microsoft.com/office/drawing/2014/main" val="10009"/>
                  </a:ext>
                </a:extLst>
              </a:tr>
            </a:tbl>
          </a:graphicData>
        </a:graphic>
      </p:graphicFrame>
      <p:sp>
        <p:nvSpPr>
          <p:cNvPr id="43013" name="TextBox 43012"/>
          <p:cNvSpPr txBox="1"/>
          <p:nvPr/>
        </p:nvSpPr>
        <p:spPr>
          <a:xfrm>
            <a:off x="300000" y="5700000"/>
            <a:ext cx="8544000" cy="450000"/>
          </a:xfrm>
          <a:prstGeom prst="rect">
            <a:avLst/>
          </a:prstGeom>
          <a:noFill/>
        </p:spPr>
        <p:txBody>
          <a:bodyPr wrap="square">
            <a:spAutoFit/>
          </a:bodyPr>
          <a:lstStyle/>
          <a:p>
            <a:r>
              <a:rPr sz="1400" b="0" i="1">
                <a:solidFill>
                  <a:srgbClr val="595959"/>
                </a:solidFill>
              </a:rPr>
              <a:t>50 öğrenciden ilk 8'i. Veri ders için üretilmiş kurgusal veridir (dosya: ornek_veri_50_ogrenci.xlsx).</a:t>
            </a:r>
          </a:p>
        </p:txBody>
      </p:sp>
      <p:sp>
        <p:nvSpPr>
          <p:cNvPr id="43014"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6 Slayt Numarası Yer Tutucusu">
            <a:extLst>
              <a:ext uri="{FF2B5EF4-FFF2-40B4-BE49-F238E27FC236}">
                <a16:creationId xmlns:a16="http://schemas.microsoft.com/office/drawing/2014/main" id="{082565BC-B9C8-D62B-46A9-290CA8E3B55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2AA9C80-B4B5-400C-939F-A42E337CA334}" type="slidenum">
              <a:rPr lang="tr-TR" altLang="tr-TR" b="0" i="0"/>
              <a:pPr eaLnBrk="1" hangingPunct="1"/>
              <a:t>5</a:t>
            </a:fld>
            <a:endParaRPr lang="tr-TR" altLang="tr-TR" b="0" i="0"/>
          </a:p>
        </p:txBody>
      </p:sp>
      <p:sp>
        <p:nvSpPr>
          <p:cNvPr id="12291" name="Rectangle 2">
            <a:extLst>
              <a:ext uri="{FF2B5EF4-FFF2-40B4-BE49-F238E27FC236}">
                <a16:creationId xmlns:a16="http://schemas.microsoft.com/office/drawing/2014/main" id="{01652D2D-8BFF-4DCD-7AB1-7CB101DDF291}"/>
              </a:ext>
            </a:extLst>
          </p:cNvPr>
          <p:cNvSpPr>
            <a:spLocks noGrp="1" noChangeArrowheads="1"/>
          </p:cNvSpPr>
          <p:nvPr>
            <p:ph type="title"/>
          </p:nvPr>
        </p:nvSpPr>
        <p:spPr>
          <a:xfrm>
            <a:off x="457200" y="304800"/>
            <a:ext cx="8229600" cy="1143000"/>
          </a:xfrm>
        </p:spPr>
        <p:txBody>
          <a:bodyPr/>
          <a:lstStyle/>
          <a:p>
            <a:pPr eaLnBrk="1" hangingPunct="1"/>
            <a:r>
              <a:rPr lang="tr-TR" altLang="tr-TR" dirty="0">
                <a:solidFill>
                  <a:srgbClr val="C00000"/>
                </a:solidFill>
              </a:rPr>
              <a:t>İstatistik Nedir?</a:t>
            </a:r>
            <a:endParaRPr lang="en-US" altLang="tr-TR" dirty="0">
              <a:solidFill>
                <a:srgbClr val="C00000"/>
              </a:solidFill>
            </a:endParaRPr>
          </a:p>
        </p:txBody>
      </p:sp>
      <p:sp>
        <p:nvSpPr>
          <p:cNvPr id="12292" name="Text Box 12">
            <a:extLst>
              <a:ext uri="{FF2B5EF4-FFF2-40B4-BE49-F238E27FC236}">
                <a16:creationId xmlns:a16="http://schemas.microsoft.com/office/drawing/2014/main" id="{F930E4ED-0AEF-4BEF-10C8-0ED874A86298}"/>
              </a:ext>
            </a:extLst>
          </p:cNvPr>
          <p:cNvSpPr txBox="1">
            <a:spLocks noChangeArrowheads="1"/>
          </p:cNvSpPr>
          <p:nvPr/>
        </p:nvSpPr>
        <p:spPr bwMode="auto">
          <a:xfrm>
            <a:off x="838200" y="2057400"/>
            <a:ext cx="7162800"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lnSpc>
                <a:spcPct val="150000"/>
              </a:lnSpc>
              <a:spcBef>
                <a:spcPct val="50000"/>
              </a:spcBef>
            </a:pPr>
            <a:r>
              <a:rPr lang="tr-TR" altLang="tr-TR" sz="2400" b="0" i="0" dirty="0"/>
              <a:t>Tanım 1:</a:t>
            </a:r>
          </a:p>
          <a:p>
            <a:pPr algn="just" eaLnBrk="1" hangingPunct="1">
              <a:lnSpc>
                <a:spcPct val="150000"/>
              </a:lnSpc>
              <a:spcBef>
                <a:spcPct val="50000"/>
              </a:spcBef>
            </a:pPr>
            <a:r>
              <a:rPr lang="tr-TR" altLang="tr-TR" sz="2400" b="0" i="0" dirty="0"/>
              <a:t>İstatistik  bilimi, verilerin toplanması, düzenlenmesi, özetlenmesi, takdimi, analizi ve bu analizler aracılığıyla elde edilen sonuçların yorumlanması ve bir karara bağlanması ile ilgilenir.</a:t>
            </a:r>
          </a:p>
        </p:txBody>
      </p:sp>
      <p:sp>
        <p:nvSpPr>
          <p:cNvPr id="1229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3 Slayt Numarası Yer Tutucusu">
            <a:extLst>
              <a:ext uri="{FF2B5EF4-FFF2-40B4-BE49-F238E27FC236}">
                <a16:creationId xmlns:a16="http://schemas.microsoft.com/office/drawing/2014/main" id="{45217607-A872-A906-FF46-FE67B90C942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A9E7F37B-8EF5-453B-AB65-318AD15EC7C4}" type="slidenum">
              <a:rPr lang="tr-TR" altLang="tr-TR" b="0" i="0"/>
              <a:pPr eaLnBrk="1" hangingPunct="1"/>
              <a:t>6</a:t>
            </a:fld>
            <a:endParaRPr lang="tr-TR" altLang="tr-TR" b="0" i="0"/>
          </a:p>
        </p:txBody>
      </p:sp>
      <p:sp>
        <p:nvSpPr>
          <p:cNvPr id="14339" name="Rectangle 4">
            <a:extLst>
              <a:ext uri="{FF2B5EF4-FFF2-40B4-BE49-F238E27FC236}">
                <a16:creationId xmlns:a16="http://schemas.microsoft.com/office/drawing/2014/main" id="{AB97986E-7576-9F9C-E46C-B9E2D1D8894A}"/>
              </a:ext>
            </a:extLst>
          </p:cNvPr>
          <p:cNvSpPr>
            <a:spLocks noChangeArrowheads="1"/>
          </p:cNvSpPr>
          <p:nvPr/>
        </p:nvSpPr>
        <p:spPr bwMode="auto">
          <a:xfrm>
            <a:off x="381000" y="1066800"/>
            <a:ext cx="7620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lnSpc>
                <a:spcPct val="80000"/>
              </a:lnSpc>
              <a:spcBef>
                <a:spcPct val="20000"/>
              </a:spcBef>
            </a:pPr>
            <a:endParaRPr lang="tr-TR" altLang="tr-TR" sz="2800" b="0" i="0" dirty="0"/>
          </a:p>
          <a:p>
            <a:pPr algn="just" eaLnBrk="1" hangingPunct="1">
              <a:lnSpc>
                <a:spcPct val="80000"/>
              </a:lnSpc>
              <a:spcBef>
                <a:spcPct val="20000"/>
              </a:spcBef>
            </a:pPr>
            <a:r>
              <a:rPr lang="tr-TR" altLang="tr-TR" sz="2400" i="0" dirty="0"/>
              <a:t>TANIM 2:</a:t>
            </a:r>
          </a:p>
          <a:p>
            <a:pPr algn="just" eaLnBrk="1" hangingPunct="1">
              <a:lnSpc>
                <a:spcPct val="80000"/>
              </a:lnSpc>
              <a:spcBef>
                <a:spcPct val="20000"/>
              </a:spcBef>
            </a:pPr>
            <a:endParaRPr lang="tr-TR" altLang="tr-TR" sz="2400" i="0" dirty="0"/>
          </a:p>
          <a:p>
            <a:pPr algn="just" eaLnBrk="1" hangingPunct="1">
              <a:lnSpc>
                <a:spcPct val="150000"/>
              </a:lnSpc>
              <a:spcBef>
                <a:spcPct val="20000"/>
              </a:spcBef>
            </a:pPr>
            <a:r>
              <a:rPr lang="tr-TR" altLang="tr-TR" sz="2400" b="0" i="0" dirty="0"/>
              <a:t>İstatistik, ilgili anakütleden belirli yöntemlerle elde edilen örnek verilerinin uygun analizlere  dayanarak anakütle ile çıkarsamalar  yapan bir bilimdir. </a:t>
            </a:r>
          </a:p>
        </p:txBody>
      </p:sp>
      <p:sp>
        <p:nvSpPr>
          <p:cNvPr id="14340"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3 Slayt Numarası Yer Tutucusu">
            <a:extLst>
              <a:ext uri="{FF2B5EF4-FFF2-40B4-BE49-F238E27FC236}">
                <a16:creationId xmlns:a16="http://schemas.microsoft.com/office/drawing/2014/main" id="{0E1B4C23-3C8F-98A7-8317-E1F56E7CC8C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7412238-A034-4FB5-94B5-0731099EB108}" type="slidenum">
              <a:rPr lang="tr-TR" altLang="tr-TR" b="0" i="0"/>
              <a:pPr eaLnBrk="1" hangingPunct="1"/>
              <a:t>7</a:t>
            </a:fld>
            <a:endParaRPr lang="tr-TR" altLang="tr-TR" b="0" i="0"/>
          </a:p>
        </p:txBody>
      </p:sp>
      <p:sp>
        <p:nvSpPr>
          <p:cNvPr id="13315" name="Text Box 4">
            <a:extLst>
              <a:ext uri="{FF2B5EF4-FFF2-40B4-BE49-F238E27FC236}">
                <a16:creationId xmlns:a16="http://schemas.microsoft.com/office/drawing/2014/main" id="{C5AF7444-86FD-44D1-CBD8-5623D2A8D705}"/>
              </a:ext>
            </a:extLst>
          </p:cNvPr>
          <p:cNvSpPr txBox="1">
            <a:spLocks noChangeArrowheads="1"/>
          </p:cNvSpPr>
          <p:nvPr/>
        </p:nvSpPr>
        <p:spPr bwMode="auto">
          <a:xfrm>
            <a:off x="381000" y="228600"/>
            <a:ext cx="7924800" cy="6555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spcBef>
                <a:spcPct val="50000"/>
              </a:spcBef>
            </a:pPr>
            <a:r>
              <a:rPr lang="tr-TR" altLang="tr-TR" sz="2400" b="0" i="0" dirty="0">
                <a:solidFill>
                  <a:srgbClr val="C00000"/>
                </a:solidFill>
              </a:rPr>
              <a:t>İstatistik ikiye ayrılabilir:</a:t>
            </a:r>
          </a:p>
          <a:p>
            <a:pPr algn="just" eaLnBrk="1" hangingPunct="1">
              <a:spcBef>
                <a:spcPct val="50000"/>
              </a:spcBef>
              <a:buFontTx/>
              <a:buAutoNum type="arabicPeriod"/>
            </a:pPr>
            <a:r>
              <a:rPr lang="tr-TR" altLang="tr-TR" sz="2400" b="0" i="0" dirty="0"/>
              <a:t>Tasviri İstatistik (deskriptif, tanımlayıcı) :verilerin özetlenmesi ile ilgilidir:</a:t>
            </a:r>
          </a:p>
          <a:p>
            <a:pPr algn="just" eaLnBrk="1" hangingPunct="1">
              <a:spcBef>
                <a:spcPct val="50000"/>
              </a:spcBef>
              <a:buFontTx/>
              <a:buChar char="•"/>
            </a:pPr>
            <a:r>
              <a:rPr lang="tr-TR" altLang="tr-TR" sz="2400" b="0" i="0" dirty="0"/>
              <a:t>Frekans dağılımı, </a:t>
            </a:r>
          </a:p>
          <a:p>
            <a:pPr algn="just" eaLnBrk="1" hangingPunct="1">
              <a:spcBef>
                <a:spcPct val="50000"/>
              </a:spcBef>
              <a:buFontTx/>
              <a:buChar char="•"/>
            </a:pPr>
            <a:r>
              <a:rPr lang="tr-TR" altLang="tr-TR" sz="2400" b="0" i="0" dirty="0"/>
              <a:t>Yer ölçüleri (aritmetik ortalama, mod ve medyan)</a:t>
            </a:r>
          </a:p>
          <a:p>
            <a:pPr algn="just" eaLnBrk="1" hangingPunct="1">
              <a:spcBef>
                <a:spcPct val="50000"/>
              </a:spcBef>
              <a:buFontTx/>
              <a:buChar char="•"/>
            </a:pPr>
            <a:r>
              <a:rPr lang="tr-TR" altLang="tr-TR" sz="2400" b="0" i="0" dirty="0"/>
              <a:t>Dağılma ölçüleri (değişim aralığı, varyans, standart sapma)</a:t>
            </a:r>
          </a:p>
          <a:p>
            <a:pPr algn="just" eaLnBrk="1" hangingPunct="1">
              <a:spcBef>
                <a:spcPct val="50000"/>
              </a:spcBef>
              <a:buFontTx/>
              <a:buChar char="•"/>
            </a:pPr>
            <a:r>
              <a:rPr lang="tr-TR" altLang="tr-TR" sz="2400" b="0" i="0" dirty="0"/>
              <a:t>Çarpıklık ve basıklık ölçüleri</a:t>
            </a:r>
          </a:p>
          <a:p>
            <a:pPr algn="just" eaLnBrk="1" hangingPunct="1">
              <a:spcBef>
                <a:spcPct val="50000"/>
              </a:spcBef>
            </a:pPr>
            <a:r>
              <a:rPr lang="tr-TR" altLang="tr-TR" sz="2400" b="0" i="0" dirty="0"/>
              <a:t>2. Tahlili istatistik (çıkarımsal, yorumlayıcı):</a:t>
            </a:r>
          </a:p>
          <a:p>
            <a:pPr algn="just" eaLnBrk="1" hangingPunct="1">
              <a:spcBef>
                <a:spcPct val="50000"/>
              </a:spcBef>
              <a:buFontTx/>
              <a:buChar char="•"/>
            </a:pPr>
            <a:r>
              <a:rPr lang="tr-TR" altLang="tr-TR" sz="2400" b="0" i="0" dirty="0"/>
              <a:t>Örnekleme Teorisi</a:t>
            </a:r>
          </a:p>
          <a:p>
            <a:pPr algn="just" eaLnBrk="1" hangingPunct="1">
              <a:spcBef>
                <a:spcPct val="50000"/>
              </a:spcBef>
              <a:buFontTx/>
              <a:buChar char="•"/>
            </a:pPr>
            <a:r>
              <a:rPr lang="tr-TR" altLang="tr-TR" sz="2400" b="0" i="0" dirty="0"/>
              <a:t>Hipotez testleri</a:t>
            </a:r>
          </a:p>
          <a:p>
            <a:pPr algn="just" eaLnBrk="1" hangingPunct="1">
              <a:spcBef>
                <a:spcPct val="50000"/>
              </a:spcBef>
              <a:buFontTx/>
              <a:buChar char="•"/>
            </a:pPr>
            <a:r>
              <a:rPr lang="tr-TR" altLang="tr-TR" sz="2400" b="0" i="0" dirty="0"/>
              <a:t>Regresyon ve Korelasyon analizi</a:t>
            </a:r>
          </a:p>
        </p:txBody>
      </p:sp>
      <p:sp>
        <p:nvSpPr>
          <p:cNvPr id="13316"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8</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İstatistik Araştırmanın Hangi Adımında?</a:t>
            </a:r>
            <a:endParaRPr lang="tr-TR" altLang="tr-TR" sz="3600" dirty="0">
              <a:solidFill>
                <a:srgbClr val="92D050"/>
              </a:solidFill>
            </a:endParaRPr>
          </a:p>
        </p:txBody>
      </p:sp>
      <p:sp>
        <p:nvSpPr>
          <p:cNvPr id="43012" name="Pentagon 43011"/>
          <p:cNvSpPr/>
          <p:nvPr/>
        </p:nvSpPr>
        <p:spPr>
          <a:xfrm>
            <a:off x="180000" y="2400000"/>
            <a:ext cx="1260000" cy="1300000"/>
          </a:xfrm>
          <a:prstGeom prst="homePlate">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300" b="0" i="0">
                <a:solidFill>
                  <a:srgbClr val="262626"/>
                </a:solidFill>
              </a:rPr>
              <a:t>Araştırma</a:t>
            </a:r>
          </a:p>
          <a:p>
            <a:pPr algn="ctr"/>
            <a:r>
              <a:rPr sz="1300" b="0" i="0">
                <a:solidFill>
                  <a:srgbClr val="262626"/>
                </a:solidFill>
              </a:rPr>
              <a:t>sorusu</a:t>
            </a:r>
          </a:p>
        </p:txBody>
      </p:sp>
      <p:sp>
        <p:nvSpPr>
          <p:cNvPr id="43013" name="Pentagon 43012"/>
          <p:cNvSpPr/>
          <p:nvPr/>
        </p:nvSpPr>
        <p:spPr>
          <a:xfrm>
            <a:off x="1420000" y="2400000"/>
            <a:ext cx="1260000" cy="1300000"/>
          </a:xfrm>
          <a:prstGeom prst="homePlate">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300" b="0" i="0">
                <a:solidFill>
                  <a:srgbClr val="262626"/>
                </a:solidFill>
              </a:rPr>
              <a:t>Kavram</a:t>
            </a:r>
          </a:p>
        </p:txBody>
      </p:sp>
      <p:sp>
        <p:nvSpPr>
          <p:cNvPr id="43014" name="Pentagon 43013"/>
          <p:cNvSpPr/>
          <p:nvPr/>
        </p:nvSpPr>
        <p:spPr>
          <a:xfrm>
            <a:off x="2660000" y="2400000"/>
            <a:ext cx="1260000" cy="1300000"/>
          </a:xfrm>
          <a:prstGeom prst="homePlat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300" b="1" i="0">
                <a:solidFill>
                  <a:srgbClr val="FFFFFF"/>
                </a:solidFill>
              </a:rPr>
              <a:t>Ölçme</a:t>
            </a:r>
          </a:p>
        </p:txBody>
      </p:sp>
      <p:sp>
        <p:nvSpPr>
          <p:cNvPr id="43015" name="Pentagon 43014"/>
          <p:cNvSpPr/>
          <p:nvPr/>
        </p:nvSpPr>
        <p:spPr>
          <a:xfrm>
            <a:off x="3900000" y="2400000"/>
            <a:ext cx="1260000" cy="1300000"/>
          </a:xfrm>
          <a:prstGeom prst="homePlate">
            <a:avLst/>
          </a:prstGeom>
          <a:solidFill>
            <a:srgbClr val="F4B183"/>
          </a:solidFill>
          <a:ln>
            <a:noFill/>
          </a:ln>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300" b="0" i="0">
                <a:solidFill>
                  <a:srgbClr val="262626"/>
                </a:solidFill>
              </a:rPr>
              <a:t>Veri</a:t>
            </a:r>
          </a:p>
          <a:p>
            <a:pPr algn="ctr"/>
            <a:r>
              <a:rPr sz="1300" b="0" i="0">
                <a:solidFill>
                  <a:srgbClr val="262626"/>
                </a:solidFill>
              </a:rPr>
              <a:t>toplama</a:t>
            </a:r>
          </a:p>
        </p:txBody>
      </p:sp>
      <p:sp>
        <p:nvSpPr>
          <p:cNvPr id="43016" name="Pentagon 43015"/>
          <p:cNvSpPr/>
          <p:nvPr/>
        </p:nvSpPr>
        <p:spPr>
          <a:xfrm>
            <a:off x="5140000" y="2400000"/>
            <a:ext cx="1260000" cy="1300000"/>
          </a:xfrm>
          <a:prstGeom prst="homePlat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300" b="1" i="0">
                <a:solidFill>
                  <a:srgbClr val="FFFFFF"/>
                </a:solidFill>
              </a:rPr>
              <a:t>Düzenleme</a:t>
            </a:r>
          </a:p>
          <a:p>
            <a:pPr algn="ctr"/>
            <a:r>
              <a:rPr sz="1300" b="1" i="0">
                <a:solidFill>
                  <a:srgbClr val="FFFFFF"/>
                </a:solidFill>
              </a:rPr>
              <a:t>ve özet</a:t>
            </a:r>
          </a:p>
        </p:txBody>
      </p:sp>
      <p:sp>
        <p:nvSpPr>
          <p:cNvPr id="43017" name="Pentagon 43016"/>
          <p:cNvSpPr/>
          <p:nvPr/>
        </p:nvSpPr>
        <p:spPr>
          <a:xfrm>
            <a:off x="6380000" y="2400000"/>
            <a:ext cx="1260000" cy="1300000"/>
          </a:xfrm>
          <a:prstGeom prst="homePlate">
            <a:avLst/>
          </a:prstGeom>
          <a:solidFill>
            <a:srgbClr val="9DC3E6"/>
          </a:solidFill>
          <a:ln>
            <a:noFill/>
          </a:ln>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300" b="0" i="0">
                <a:solidFill>
                  <a:srgbClr val="262626"/>
                </a:solidFill>
              </a:rPr>
              <a:t>Çıkarım</a:t>
            </a:r>
          </a:p>
        </p:txBody>
      </p:sp>
      <p:sp>
        <p:nvSpPr>
          <p:cNvPr id="43018" name="Pentagon 43017"/>
          <p:cNvSpPr/>
          <p:nvPr/>
        </p:nvSpPr>
        <p:spPr>
          <a:xfrm>
            <a:off x="7620000" y="2400000"/>
            <a:ext cx="1260000" cy="1300000"/>
          </a:xfrm>
          <a:prstGeom prst="homePlate">
            <a:avLst/>
          </a:prstGeom>
          <a:solidFill>
            <a:srgbClr val="9DC3E6"/>
          </a:solidFill>
          <a:ln>
            <a:noFill/>
          </a:ln>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300" b="0" i="0">
                <a:solidFill>
                  <a:srgbClr val="262626"/>
                </a:solidFill>
              </a:rPr>
              <a:t>Yorum</a:t>
            </a:r>
          </a:p>
        </p:txBody>
      </p:sp>
      <p:sp>
        <p:nvSpPr>
          <p:cNvPr id="43019" name="Rectangle 43018"/>
          <p:cNvSpPr/>
          <p:nvPr/>
        </p:nvSpPr>
        <p:spPr>
          <a:xfrm>
            <a:off x="700000" y="4260000"/>
            <a:ext cx="300000" cy="300000"/>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020" name="TextBox 43019"/>
          <p:cNvSpPr txBox="1"/>
          <p:nvPr/>
        </p:nvSpPr>
        <p:spPr>
          <a:xfrm>
            <a:off x="1080000" y="4200000"/>
            <a:ext cx="3500000" cy="420000"/>
          </a:xfrm>
          <a:prstGeom prst="rect">
            <a:avLst/>
          </a:prstGeom>
          <a:noFill/>
        </p:spPr>
        <p:txBody>
          <a:bodyPr wrap="square">
            <a:spAutoFit/>
          </a:bodyPr>
          <a:lstStyle/>
          <a:p>
            <a:r>
              <a:rPr sz="1600" b="0" i="0"/>
              <a:t>Bu bölüm</a:t>
            </a:r>
          </a:p>
        </p:txBody>
      </p:sp>
      <p:sp>
        <p:nvSpPr>
          <p:cNvPr id="43021" name="Rectangle 43020"/>
          <p:cNvSpPr/>
          <p:nvPr/>
        </p:nvSpPr>
        <p:spPr>
          <a:xfrm>
            <a:off x="4700000" y="4260000"/>
            <a:ext cx="300000" cy="300000"/>
          </a:xfrm>
          <a:prstGeom prst="rect">
            <a:avLst/>
          </a:prstGeom>
          <a:solidFill>
            <a:srgbClr val="F4B18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022" name="TextBox 43021"/>
          <p:cNvSpPr txBox="1"/>
          <p:nvPr/>
        </p:nvSpPr>
        <p:spPr>
          <a:xfrm>
            <a:off x="5080000" y="4200000"/>
            <a:ext cx="3500000" cy="420000"/>
          </a:xfrm>
          <a:prstGeom prst="rect">
            <a:avLst/>
          </a:prstGeom>
          <a:noFill/>
        </p:spPr>
        <p:txBody>
          <a:bodyPr wrap="square">
            <a:spAutoFit/>
          </a:bodyPr>
          <a:lstStyle/>
          <a:p>
            <a:r>
              <a:rPr sz="1600" b="0" i="0"/>
              <a:t>Bahar dönemi (anket)</a:t>
            </a:r>
          </a:p>
        </p:txBody>
      </p:sp>
      <p:sp>
        <p:nvSpPr>
          <p:cNvPr id="43023" name="Rectangle 43022"/>
          <p:cNvSpPr/>
          <p:nvPr/>
        </p:nvSpPr>
        <p:spPr>
          <a:xfrm>
            <a:off x="700000" y="4810000"/>
            <a:ext cx="300000" cy="300000"/>
          </a:xfrm>
          <a:prstGeom prst="rect">
            <a:avLst/>
          </a:prstGeom>
          <a:solidFill>
            <a:srgbClr val="9DC3E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024" name="TextBox 43023"/>
          <p:cNvSpPr txBox="1"/>
          <p:nvPr/>
        </p:nvSpPr>
        <p:spPr>
          <a:xfrm>
            <a:off x="1080000" y="4750000"/>
            <a:ext cx="3500000" cy="420000"/>
          </a:xfrm>
          <a:prstGeom prst="rect">
            <a:avLst/>
          </a:prstGeom>
          <a:noFill/>
        </p:spPr>
        <p:txBody>
          <a:bodyPr wrap="square">
            <a:spAutoFit/>
          </a:bodyPr>
          <a:lstStyle/>
          <a:p>
            <a:r>
              <a:rPr sz="1600" b="0" i="0"/>
              <a:t>İlerleyen bölümler</a:t>
            </a:r>
          </a:p>
        </p:txBody>
      </p:sp>
      <p:sp>
        <p:nvSpPr>
          <p:cNvPr id="43025" name="Rectangle 43024"/>
          <p:cNvSpPr/>
          <p:nvPr/>
        </p:nvSpPr>
        <p:spPr>
          <a:xfrm>
            <a:off x="4700000" y="4810000"/>
            <a:ext cx="300000" cy="30000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026" name="TextBox 43025"/>
          <p:cNvSpPr txBox="1"/>
          <p:nvPr/>
        </p:nvSpPr>
        <p:spPr>
          <a:xfrm>
            <a:off x="5080000" y="4750000"/>
            <a:ext cx="3500000" cy="420000"/>
          </a:xfrm>
          <a:prstGeom prst="rect">
            <a:avLst/>
          </a:prstGeom>
          <a:noFill/>
        </p:spPr>
        <p:txBody>
          <a:bodyPr wrap="square">
            <a:spAutoFit/>
          </a:bodyPr>
          <a:lstStyle/>
          <a:p>
            <a:r>
              <a:rPr sz="1600" b="0" i="0"/>
              <a:t>Araştırma yöntemleri ve tez süreci</a:t>
            </a:r>
          </a:p>
        </p:txBody>
      </p:sp>
      <p:sp>
        <p:nvSpPr>
          <p:cNvPr id="4302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9</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İstatistik Din Bilimlerinde</a:t>
            </a:r>
            <a:endParaRPr lang="tr-TR" altLang="tr-TR" sz="3600" dirty="0">
              <a:solidFill>
                <a:srgbClr val="92D050"/>
              </a:solidFill>
            </a:endParaRPr>
          </a:p>
        </p:txBody>
      </p:sp>
      <p:sp>
        <p:nvSpPr>
          <p:cNvPr id="43012" name="Rounded Rectangle 43011"/>
          <p:cNvSpPr/>
          <p:nvPr/>
        </p:nvSpPr>
        <p:spPr>
          <a:xfrm>
            <a:off x="300000" y="1500000"/>
            <a:ext cx="2700000" cy="700000"/>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FFFFFF"/>
                </a:solidFill>
              </a:rPr>
              <a:t>Din Sosyolojisi</a:t>
            </a:r>
          </a:p>
        </p:txBody>
      </p:sp>
      <p:sp>
        <p:nvSpPr>
          <p:cNvPr id="43013" name="TextBox 43012"/>
          <p:cNvSpPr txBox="1"/>
          <p:nvPr/>
        </p:nvSpPr>
        <p:spPr>
          <a:xfrm>
            <a:off x="300000" y="2350000"/>
            <a:ext cx="2700000" cy="3000000"/>
          </a:xfrm>
          <a:prstGeom prst="rect">
            <a:avLst/>
          </a:prstGeom>
          <a:noFill/>
        </p:spPr>
        <p:txBody>
          <a:bodyPr wrap="square">
            <a:spAutoFit/>
          </a:bodyPr>
          <a:lstStyle/>
          <a:p>
            <a:r>
              <a:rPr sz="1900" b="0" i="0"/>
              <a:t>• Dindarlığın yaş, eğitim ve kentleşmeyle ilişkisi</a:t>
            </a:r>
          </a:p>
          <a:p>
            <a:r>
              <a:rPr sz="1900" b="0" i="0"/>
              <a:t>• Dinî katılımın bölgelere göre dağılımı</a:t>
            </a:r>
          </a:p>
        </p:txBody>
      </p:sp>
      <p:sp>
        <p:nvSpPr>
          <p:cNvPr id="43014" name="Rounded Rectangle 43013"/>
          <p:cNvSpPr/>
          <p:nvPr/>
        </p:nvSpPr>
        <p:spPr>
          <a:xfrm>
            <a:off x="3200000" y="1500000"/>
            <a:ext cx="2700000" cy="700000"/>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FFFFFF"/>
                </a:solidFill>
              </a:rPr>
              <a:t>Din Eğitimi</a:t>
            </a:r>
          </a:p>
        </p:txBody>
      </p:sp>
      <p:sp>
        <p:nvSpPr>
          <p:cNvPr id="43015" name="TextBox 43014"/>
          <p:cNvSpPr txBox="1"/>
          <p:nvPr/>
        </p:nvSpPr>
        <p:spPr>
          <a:xfrm>
            <a:off x="3200000" y="2350000"/>
            <a:ext cx="2700000" cy="3000000"/>
          </a:xfrm>
          <a:prstGeom prst="rect">
            <a:avLst/>
          </a:prstGeom>
          <a:noFill/>
        </p:spPr>
        <p:txBody>
          <a:bodyPr wrap="square">
            <a:spAutoFit/>
          </a:bodyPr>
          <a:lstStyle/>
          <a:p>
            <a:r>
              <a:rPr sz="1900" b="0" i="0"/>
              <a:t>• Bir öğretim yönteminin başarıya etkisi</a:t>
            </a:r>
          </a:p>
          <a:p>
            <a:r>
              <a:rPr sz="1900" b="0" i="0"/>
              <a:t>• Kur'an kursu öğrencilerinin tutumları</a:t>
            </a:r>
          </a:p>
        </p:txBody>
      </p:sp>
      <p:sp>
        <p:nvSpPr>
          <p:cNvPr id="43016" name="Rounded Rectangle 43015"/>
          <p:cNvSpPr/>
          <p:nvPr/>
        </p:nvSpPr>
        <p:spPr>
          <a:xfrm>
            <a:off x="6100000" y="1500000"/>
            <a:ext cx="2700000" cy="700000"/>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FFFFFF"/>
                </a:solidFill>
              </a:rPr>
              <a:t>Din Psikolojisi</a:t>
            </a:r>
          </a:p>
        </p:txBody>
      </p:sp>
      <p:sp>
        <p:nvSpPr>
          <p:cNvPr id="43017" name="TextBox 43016"/>
          <p:cNvSpPr txBox="1"/>
          <p:nvPr/>
        </p:nvSpPr>
        <p:spPr>
          <a:xfrm>
            <a:off x="6100000" y="2350000"/>
            <a:ext cx="2700000" cy="3000000"/>
          </a:xfrm>
          <a:prstGeom prst="rect">
            <a:avLst/>
          </a:prstGeom>
          <a:noFill/>
        </p:spPr>
        <p:txBody>
          <a:bodyPr wrap="square">
            <a:spAutoFit/>
          </a:bodyPr>
          <a:lstStyle/>
          <a:p>
            <a:r>
              <a:rPr sz="1900" b="0" i="0"/>
              <a:t>• Dua ve dinî başa çıkmanın kaygıyla ilişkisi</a:t>
            </a:r>
          </a:p>
          <a:p>
            <a:r>
              <a:rPr sz="1900" b="0" i="0"/>
              <a:t>• Dindarlık ölçeklerinin geliştirilmesi</a:t>
            </a:r>
          </a:p>
        </p:txBody>
      </p:sp>
      <p:sp>
        <p:nvSpPr>
          <p:cNvPr id="43018"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5 Slayt Numarası Yer Tutucusu">
            <a:extLst>
              <a:ext uri="{FF2B5EF4-FFF2-40B4-BE49-F238E27FC236}">
                <a16:creationId xmlns:a16="http://schemas.microsoft.com/office/drawing/2014/main" id="{C223837F-D499-775E-0F2C-C6CB0DAB3F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415504E5-9B68-4117-AAA9-D9A9B786702A}" type="slidenum">
              <a:rPr lang="tr-TR" altLang="tr-TR" b="0" i="0"/>
              <a:pPr eaLnBrk="1" hangingPunct="1"/>
              <a:t>10</a:t>
            </a:fld>
            <a:endParaRPr lang="tr-TR" altLang="tr-TR" b="0" i="0" dirty="0"/>
          </a:p>
        </p:txBody>
      </p:sp>
      <p:sp>
        <p:nvSpPr>
          <p:cNvPr id="16387" name="Rectangle 2">
            <a:extLst>
              <a:ext uri="{FF2B5EF4-FFF2-40B4-BE49-F238E27FC236}">
                <a16:creationId xmlns:a16="http://schemas.microsoft.com/office/drawing/2014/main" id="{721DC419-C11F-CEE6-7E02-4C8970243B6C}"/>
              </a:ext>
            </a:extLst>
          </p:cNvPr>
          <p:cNvSpPr>
            <a:spLocks noChangeArrowheads="1"/>
          </p:cNvSpPr>
          <p:nvPr/>
        </p:nvSpPr>
        <p:spPr bwMode="auto">
          <a:xfrm>
            <a:off x="762000" y="457200"/>
            <a:ext cx="8077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nchorCtr="1"/>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eaLnBrk="1" hangingPunct="1"/>
            <a:r>
              <a:rPr lang="tr-TR" altLang="tr-TR" sz="4400" b="0" i="0" dirty="0">
                <a:solidFill>
                  <a:srgbClr val="FF0000"/>
                </a:solidFill>
              </a:rPr>
              <a:t>İstatistiksel</a:t>
            </a:r>
            <a:br>
              <a:rPr lang="tr-TR" altLang="tr-TR" sz="4400" b="0" i="0" dirty="0">
                <a:solidFill>
                  <a:srgbClr val="FF0000"/>
                </a:solidFill>
              </a:rPr>
            </a:br>
            <a:r>
              <a:rPr lang="tr-TR" altLang="tr-TR" sz="4400" b="0" i="0" dirty="0">
                <a:solidFill>
                  <a:srgbClr val="FF0000"/>
                </a:solidFill>
              </a:rPr>
              <a:t>Bilgisayar Paket Programları</a:t>
            </a:r>
          </a:p>
        </p:txBody>
      </p:sp>
      <p:sp>
        <p:nvSpPr>
          <p:cNvPr id="16388" name="Rectangle 3">
            <a:extLst>
              <a:ext uri="{FF2B5EF4-FFF2-40B4-BE49-F238E27FC236}">
                <a16:creationId xmlns:a16="http://schemas.microsoft.com/office/drawing/2014/main" id="{22556F91-7FE0-B115-997C-DCEA26E18B0F}"/>
              </a:ext>
            </a:extLst>
          </p:cNvPr>
          <p:cNvSpPr>
            <a:spLocks noChangeArrowheads="1"/>
          </p:cNvSpPr>
          <p:nvPr/>
        </p:nvSpPr>
        <p:spPr bwMode="auto">
          <a:xfrm>
            <a:off x="6400800" y="1752599"/>
            <a:ext cx="2247900" cy="449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r" eaLnBrk="1" hangingPunct="1">
              <a:lnSpc>
                <a:spcPct val="150000"/>
              </a:lnSpc>
              <a:spcBef>
                <a:spcPct val="20000"/>
              </a:spcBef>
            </a:pPr>
            <a:r>
              <a:rPr lang="tr-TR" altLang="tr-TR" sz="2800" b="0" i="0" dirty="0" err="1"/>
              <a:t>Rstudio</a:t>
            </a:r>
            <a:endParaRPr lang="tr-TR" altLang="tr-TR" sz="2800" b="0" i="0" dirty="0"/>
          </a:p>
          <a:p>
            <a:pPr algn="r" eaLnBrk="1" hangingPunct="1">
              <a:lnSpc>
                <a:spcPct val="150000"/>
              </a:lnSpc>
              <a:spcBef>
                <a:spcPct val="20000"/>
              </a:spcBef>
            </a:pPr>
            <a:r>
              <a:rPr lang="tr-TR" altLang="tr-TR" sz="2800" b="0" i="0" dirty="0" err="1"/>
              <a:t>Statistica</a:t>
            </a:r>
            <a:endParaRPr lang="tr-TR" altLang="tr-TR" sz="2800" b="0" i="0" dirty="0"/>
          </a:p>
          <a:p>
            <a:pPr algn="r" eaLnBrk="1" hangingPunct="1">
              <a:lnSpc>
                <a:spcPct val="150000"/>
              </a:lnSpc>
              <a:spcBef>
                <a:spcPct val="20000"/>
              </a:spcBef>
            </a:pPr>
            <a:r>
              <a:rPr lang="tr-TR" altLang="tr-TR" sz="2800" b="0" i="0" dirty="0"/>
              <a:t>SPSS</a:t>
            </a:r>
          </a:p>
          <a:p>
            <a:pPr algn="r" eaLnBrk="1" hangingPunct="1">
              <a:lnSpc>
                <a:spcPct val="150000"/>
              </a:lnSpc>
              <a:spcBef>
                <a:spcPct val="20000"/>
              </a:spcBef>
            </a:pPr>
            <a:r>
              <a:rPr lang="tr-TR" altLang="tr-TR" sz="2800" b="0" i="0" dirty="0"/>
              <a:t>Stata</a:t>
            </a:r>
          </a:p>
          <a:p>
            <a:pPr algn="r" eaLnBrk="1" hangingPunct="1">
              <a:lnSpc>
                <a:spcPct val="150000"/>
              </a:lnSpc>
              <a:spcBef>
                <a:spcPct val="20000"/>
              </a:spcBef>
            </a:pPr>
            <a:r>
              <a:rPr lang="tr-TR" altLang="tr-TR" sz="2800" b="0" i="0" dirty="0"/>
              <a:t>     MINITAB</a:t>
            </a:r>
          </a:p>
          <a:p>
            <a:pPr algn="r" eaLnBrk="1" hangingPunct="1">
              <a:lnSpc>
                <a:spcPct val="150000"/>
              </a:lnSpc>
              <a:spcBef>
                <a:spcPct val="20000"/>
              </a:spcBef>
            </a:pPr>
            <a:r>
              <a:rPr lang="tr-TR" altLang="tr-TR" sz="2800" b="0" i="0" dirty="0"/>
              <a:t>     </a:t>
            </a:r>
            <a:r>
              <a:rPr lang="tr-TR" altLang="tr-TR" sz="2800" b="0" i="0" dirty="0" err="1"/>
              <a:t>Jamovi</a:t>
            </a:r>
            <a:endParaRPr lang="tr-TR" altLang="tr-TR" sz="2800" b="0" i="0" dirty="0"/>
          </a:p>
          <a:p>
            <a:pPr algn="r" eaLnBrk="1" hangingPunct="1">
              <a:lnSpc>
                <a:spcPct val="150000"/>
              </a:lnSpc>
              <a:spcBef>
                <a:spcPct val="20000"/>
              </a:spcBef>
            </a:pPr>
            <a:r>
              <a:rPr lang="tr-TR" altLang="tr-TR" sz="2800" b="0" i="0" dirty="0"/>
              <a:t>     </a:t>
            </a:r>
          </a:p>
          <a:p>
            <a:pPr eaLnBrk="1" hangingPunct="1">
              <a:lnSpc>
                <a:spcPct val="150000"/>
              </a:lnSpc>
              <a:spcBef>
                <a:spcPct val="20000"/>
              </a:spcBef>
            </a:pPr>
            <a:endParaRPr lang="tr-TR" altLang="tr-TR" sz="2800" b="0" i="0" dirty="0"/>
          </a:p>
          <a:p>
            <a:pPr eaLnBrk="1" hangingPunct="1">
              <a:lnSpc>
                <a:spcPct val="150000"/>
              </a:lnSpc>
              <a:spcBef>
                <a:spcPct val="20000"/>
              </a:spcBef>
              <a:buFontTx/>
              <a:buChar char="•"/>
            </a:pPr>
            <a:endParaRPr lang="tr-TR" altLang="tr-TR" sz="2800" b="0" i="0" dirty="0"/>
          </a:p>
        </p:txBody>
      </p:sp>
      <p:pic>
        <p:nvPicPr>
          <p:cNvPr id="3" name="Resim 2" descr="metin, dizüstü, işletim sistemi, çıkış cihazı içeren bir resim&#10;&#10;Açıklama otomatik olarak oluşturuldu">
            <a:extLst>
              <a:ext uri="{FF2B5EF4-FFF2-40B4-BE49-F238E27FC236}">
                <a16:creationId xmlns:a16="http://schemas.microsoft.com/office/drawing/2014/main" id="{3F41B6F6-F632-6E26-F9F3-7BAFC0021E0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6200" y="1808526"/>
            <a:ext cx="6612636" cy="4648200"/>
          </a:xfrm>
          <a:prstGeom prst="rect">
            <a:avLst/>
          </a:prstGeom>
        </p:spPr>
      </p:pic>
      <p:sp>
        <p:nvSpPr>
          <p:cNvPr id="16389"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5 Slayt Numarası Yer Tutucusu">
            <a:extLst>
              <a:ext uri="{FF2B5EF4-FFF2-40B4-BE49-F238E27FC236}">
                <a16:creationId xmlns:a16="http://schemas.microsoft.com/office/drawing/2014/main" id="{D3139BF9-2A3E-C83D-9C1C-B2A284DF0DF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0AFA475-3293-4A95-8FA0-7C2C7D59A3EB}" type="slidenum">
              <a:rPr lang="tr-TR" altLang="tr-TR" b="0" i="0"/>
              <a:pPr eaLnBrk="1" hangingPunct="1"/>
              <a:t>11</a:t>
            </a:fld>
            <a:endParaRPr lang="tr-TR" altLang="tr-TR" b="0" i="0"/>
          </a:p>
        </p:txBody>
      </p:sp>
      <p:sp>
        <p:nvSpPr>
          <p:cNvPr id="4098" name="Rectangle 2">
            <a:extLst>
              <a:ext uri="{FF2B5EF4-FFF2-40B4-BE49-F238E27FC236}">
                <a16:creationId xmlns:a16="http://schemas.microsoft.com/office/drawing/2014/main" id="{F0139987-DAAB-9343-CAB5-9A3BA0F3C192}"/>
              </a:ext>
            </a:extLst>
          </p:cNvPr>
          <p:cNvSpPr>
            <a:spLocks noGrp="1" noChangeArrowheads="1"/>
          </p:cNvSpPr>
          <p:nvPr>
            <p:ph type="ctrTitle"/>
          </p:nvPr>
        </p:nvSpPr>
        <p:spPr>
          <a:xfrm>
            <a:off x="533400" y="1752600"/>
            <a:ext cx="7772400" cy="1470025"/>
          </a:xfrm>
        </p:spPr>
        <p:txBody>
          <a:bodyPr/>
          <a:lstStyle/>
          <a:p>
            <a:pPr eaLnBrk="1" hangingPunct="1">
              <a:defRPr/>
            </a:pPr>
            <a:r>
              <a:rPr lang="tr-TR" sz="6000" b="1" u="sng">
                <a:effectLst>
                  <a:outerShdw blurRad="38100" dist="38100" dir="2700000" algn="tl">
                    <a:srgbClr val="C0C0C0"/>
                  </a:outerShdw>
                </a:effectLst>
              </a:rPr>
              <a:t>2. Anakütle ve Örnek</a:t>
            </a:r>
          </a:p>
        </p:txBody>
      </p:sp>
      <p:sp>
        <p:nvSpPr>
          <p:cNvPr id="1126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5 Slayt Numarası Yer Tutucusu">
            <a:extLst>
              <a:ext uri="{FF2B5EF4-FFF2-40B4-BE49-F238E27FC236}">
                <a16:creationId xmlns:a16="http://schemas.microsoft.com/office/drawing/2014/main" id="{DDA9E7DC-DADB-BEE2-755D-CD58091BCD1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C95B466-81D7-425E-8945-480A5E6BF907}" type="slidenum">
              <a:rPr lang="tr-TR" altLang="tr-TR" b="0" i="0"/>
              <a:pPr eaLnBrk="1" hangingPunct="1"/>
              <a:t>12</a:t>
            </a:fld>
            <a:endParaRPr lang="tr-TR" altLang="tr-TR" b="0" i="0"/>
          </a:p>
        </p:txBody>
      </p:sp>
      <p:sp>
        <p:nvSpPr>
          <p:cNvPr id="18435" name="Rectangle 2">
            <a:extLst>
              <a:ext uri="{FF2B5EF4-FFF2-40B4-BE49-F238E27FC236}">
                <a16:creationId xmlns:a16="http://schemas.microsoft.com/office/drawing/2014/main" id="{7980AC89-C9C7-8E01-E583-2B6F24D59023}"/>
              </a:ext>
            </a:extLst>
          </p:cNvPr>
          <p:cNvSpPr>
            <a:spLocks noGrp="1" noChangeArrowheads="1"/>
          </p:cNvSpPr>
          <p:nvPr>
            <p:ph type="title"/>
          </p:nvPr>
        </p:nvSpPr>
        <p:spPr/>
        <p:txBody>
          <a:bodyPr/>
          <a:lstStyle/>
          <a:p>
            <a:pPr eaLnBrk="1" hangingPunct="1"/>
            <a:r>
              <a:rPr lang="tr-TR" altLang="tr-TR" dirty="0">
                <a:solidFill>
                  <a:srgbClr val="C00000"/>
                </a:solidFill>
              </a:rPr>
              <a:t>Anakütle (</a:t>
            </a:r>
            <a:r>
              <a:rPr lang="tr-TR" altLang="tr-TR" dirty="0" err="1">
                <a:solidFill>
                  <a:srgbClr val="C00000"/>
                </a:solidFill>
              </a:rPr>
              <a:t>Populasyon</a:t>
            </a:r>
            <a:r>
              <a:rPr lang="tr-TR" altLang="tr-TR" dirty="0">
                <a:solidFill>
                  <a:srgbClr val="C00000"/>
                </a:solidFill>
              </a:rPr>
              <a:t>)</a:t>
            </a:r>
            <a:endParaRPr lang="en-US" altLang="tr-TR" dirty="0">
              <a:solidFill>
                <a:srgbClr val="C00000"/>
              </a:solidFill>
            </a:endParaRPr>
          </a:p>
        </p:txBody>
      </p:sp>
      <p:sp>
        <p:nvSpPr>
          <p:cNvPr id="18436" name="Rectangle 3">
            <a:extLst>
              <a:ext uri="{FF2B5EF4-FFF2-40B4-BE49-F238E27FC236}">
                <a16:creationId xmlns:a16="http://schemas.microsoft.com/office/drawing/2014/main" id="{9C6D32B3-A9AD-51B5-13C9-0D8B2BC13853}"/>
              </a:ext>
            </a:extLst>
          </p:cNvPr>
          <p:cNvSpPr>
            <a:spLocks noGrp="1" noChangeArrowheads="1"/>
          </p:cNvSpPr>
          <p:nvPr>
            <p:ph type="body" idx="1"/>
          </p:nvPr>
        </p:nvSpPr>
        <p:spPr>
          <a:xfrm>
            <a:off x="381000" y="1447800"/>
            <a:ext cx="8382000" cy="4648200"/>
          </a:xfrm>
        </p:spPr>
        <p:txBody>
          <a:bodyPr/>
          <a:lstStyle/>
          <a:p>
            <a:pPr algn="just" eaLnBrk="1" hangingPunct="1">
              <a:lnSpc>
                <a:spcPct val="90000"/>
              </a:lnSpc>
            </a:pPr>
            <a:r>
              <a:rPr lang="tr-TR" altLang="tr-TR" sz="2400" dirty="0"/>
              <a:t>Üzerinde çalışılan, araştırmaya konu olan bütün birimlere denir.</a:t>
            </a:r>
          </a:p>
          <a:p>
            <a:pPr algn="just" eaLnBrk="1" hangingPunct="1">
              <a:lnSpc>
                <a:spcPct val="90000"/>
              </a:lnSpc>
            </a:pPr>
            <a:endParaRPr lang="tr-TR" altLang="tr-TR" sz="2400" dirty="0"/>
          </a:p>
          <a:p>
            <a:pPr algn="just" eaLnBrk="1" hangingPunct="1">
              <a:lnSpc>
                <a:spcPct val="90000"/>
              </a:lnSpc>
            </a:pPr>
            <a:r>
              <a:rPr lang="tr-TR" altLang="tr-TR" sz="2400" dirty="0"/>
              <a:t> İstatistiksel sonuçların genelleştirileceği gruptur.</a:t>
            </a:r>
          </a:p>
          <a:p>
            <a:pPr algn="just" eaLnBrk="1" hangingPunct="1">
              <a:lnSpc>
                <a:spcPct val="90000"/>
              </a:lnSpc>
            </a:pPr>
            <a:endParaRPr lang="tr-TR" altLang="tr-TR" sz="2400" dirty="0"/>
          </a:p>
        </p:txBody>
      </p:sp>
      <p:sp>
        <p:nvSpPr>
          <p:cNvPr id="1843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6 Slayt Numarası Yer Tutucusu">
            <a:extLst>
              <a:ext uri="{FF2B5EF4-FFF2-40B4-BE49-F238E27FC236}">
                <a16:creationId xmlns:a16="http://schemas.microsoft.com/office/drawing/2014/main" id="{6FEA3823-FDA0-E235-A267-12CEFEBB8D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5A0153CB-1A72-4DAD-B480-872FC538E5B8}" type="slidenum">
              <a:rPr lang="tr-TR" altLang="tr-TR" b="0" i="0"/>
              <a:pPr eaLnBrk="1" hangingPunct="1"/>
              <a:t>13</a:t>
            </a:fld>
            <a:endParaRPr lang="tr-TR" altLang="tr-TR" b="0" i="0"/>
          </a:p>
        </p:txBody>
      </p:sp>
      <p:sp>
        <p:nvSpPr>
          <p:cNvPr id="19459" name="Rectangle 2">
            <a:extLst>
              <a:ext uri="{FF2B5EF4-FFF2-40B4-BE49-F238E27FC236}">
                <a16:creationId xmlns:a16="http://schemas.microsoft.com/office/drawing/2014/main" id="{D2C579F0-4DE1-8467-4551-C17DEAE55341}"/>
              </a:ext>
            </a:extLst>
          </p:cNvPr>
          <p:cNvSpPr>
            <a:spLocks noGrp="1" noChangeArrowheads="1"/>
          </p:cNvSpPr>
          <p:nvPr>
            <p:ph type="title"/>
          </p:nvPr>
        </p:nvSpPr>
        <p:spPr>
          <a:xfrm>
            <a:off x="656422" y="457200"/>
            <a:ext cx="8229600" cy="1050925"/>
          </a:xfrm>
        </p:spPr>
        <p:txBody>
          <a:bodyPr/>
          <a:lstStyle/>
          <a:p>
            <a:pPr eaLnBrk="1" hangingPunct="1">
              <a:spcBef>
                <a:spcPts val="600"/>
              </a:spcBef>
            </a:pPr>
            <a:r>
              <a:rPr lang="tr-TR" altLang="tr-TR" dirty="0">
                <a:solidFill>
                  <a:srgbClr val="92D050"/>
                </a:solidFill>
              </a:rPr>
              <a:t>İstatistiksel Anlamda Anakütle</a:t>
            </a:r>
            <a:endParaRPr lang="en-US" altLang="tr-TR" dirty="0">
              <a:solidFill>
                <a:srgbClr val="92D050"/>
              </a:solidFill>
            </a:endParaRPr>
          </a:p>
        </p:txBody>
      </p:sp>
      <p:sp>
        <p:nvSpPr>
          <p:cNvPr id="19460" name="Rectangle 3">
            <a:extLst>
              <a:ext uri="{FF2B5EF4-FFF2-40B4-BE49-F238E27FC236}">
                <a16:creationId xmlns:a16="http://schemas.microsoft.com/office/drawing/2014/main" id="{F4FD76E1-DADF-ED89-71B0-B77CBEB065AF}"/>
              </a:ext>
            </a:extLst>
          </p:cNvPr>
          <p:cNvSpPr>
            <a:spLocks noGrp="1" noChangeArrowheads="1"/>
          </p:cNvSpPr>
          <p:nvPr>
            <p:ph type="body" sz="half" idx="1"/>
          </p:nvPr>
        </p:nvSpPr>
        <p:spPr>
          <a:xfrm>
            <a:off x="228600" y="2209800"/>
            <a:ext cx="4338638" cy="3962400"/>
          </a:xfrm>
        </p:spPr>
        <p:txBody>
          <a:bodyPr/>
          <a:lstStyle/>
          <a:p>
            <a:pPr eaLnBrk="1" hangingPunct="1"/>
            <a:r>
              <a:rPr lang="tr-TR" altLang="tr-TR" dirty="0"/>
              <a:t>    </a:t>
            </a:r>
            <a:r>
              <a:rPr lang="tr-TR" altLang="tr-TR" b="1" dirty="0"/>
              <a:t>Ne Değildir?</a:t>
            </a:r>
          </a:p>
          <a:p>
            <a:pPr eaLnBrk="1" hangingPunct="1">
              <a:buFontTx/>
              <a:buNone/>
            </a:pPr>
            <a:endParaRPr lang="tr-TR" altLang="tr-TR" b="1" dirty="0"/>
          </a:p>
          <a:p>
            <a:pPr lvl="1" eaLnBrk="1" hangingPunct="1"/>
            <a:r>
              <a:rPr lang="tr-TR" altLang="tr-TR" dirty="0"/>
              <a:t>Van'daki üniversite öğrencileri.</a:t>
            </a:r>
          </a:p>
          <a:p>
            <a:pPr lvl="1" eaLnBrk="1" hangingPunct="1">
              <a:buFontTx/>
              <a:buNone/>
            </a:pPr>
            <a:endParaRPr lang="tr-TR" altLang="tr-TR" dirty="0"/>
          </a:p>
          <a:p>
            <a:pPr lvl="1" eaLnBrk="1" hangingPunct="1"/>
            <a:r>
              <a:rPr lang="tr-TR" altLang="tr-TR" dirty="0"/>
              <a:t>Van'daki camiler.</a:t>
            </a:r>
            <a:endParaRPr lang="en-US" altLang="tr-TR" dirty="0"/>
          </a:p>
        </p:txBody>
      </p:sp>
      <p:sp>
        <p:nvSpPr>
          <p:cNvPr id="19461" name="Rectangle 4">
            <a:extLst>
              <a:ext uri="{FF2B5EF4-FFF2-40B4-BE49-F238E27FC236}">
                <a16:creationId xmlns:a16="http://schemas.microsoft.com/office/drawing/2014/main" id="{F0257CA5-3DB5-41D3-09B1-9CCCE9B2966F}"/>
              </a:ext>
            </a:extLst>
          </p:cNvPr>
          <p:cNvSpPr>
            <a:spLocks noGrp="1" noChangeArrowheads="1"/>
          </p:cNvSpPr>
          <p:nvPr>
            <p:ph type="body" sz="half" idx="2"/>
          </p:nvPr>
        </p:nvSpPr>
        <p:spPr>
          <a:xfrm>
            <a:off x="4572000" y="2209800"/>
            <a:ext cx="4343400" cy="4038600"/>
          </a:xfrm>
        </p:spPr>
        <p:txBody>
          <a:bodyPr/>
          <a:lstStyle/>
          <a:p>
            <a:pPr eaLnBrk="1" hangingPunct="1"/>
            <a:r>
              <a:rPr lang="tr-TR" altLang="tr-TR" b="1" dirty="0"/>
              <a:t>Nedir?</a:t>
            </a:r>
          </a:p>
          <a:p>
            <a:pPr eaLnBrk="1" hangingPunct="1">
              <a:buFontTx/>
              <a:buNone/>
            </a:pPr>
            <a:endParaRPr lang="tr-TR" altLang="tr-TR" b="1" dirty="0"/>
          </a:p>
          <a:p>
            <a:pPr lvl="1" eaLnBrk="1" hangingPunct="1"/>
            <a:r>
              <a:rPr lang="tr-TR" altLang="tr-TR" dirty="0"/>
              <a:t>Van'daki üniversite öğrencilerinin </a:t>
            </a:r>
            <a:r>
              <a:rPr lang="tr-TR" altLang="tr-TR" b="1" i="1" dirty="0"/>
              <a:t>dindarlık puanları.</a:t>
            </a:r>
          </a:p>
          <a:p>
            <a:pPr lvl="1" eaLnBrk="1" hangingPunct="1"/>
            <a:endParaRPr lang="tr-TR" altLang="tr-TR" b="1" i="1" dirty="0"/>
          </a:p>
          <a:p>
            <a:pPr lvl="1" eaLnBrk="1" hangingPunct="1"/>
            <a:r>
              <a:rPr lang="tr-TR" altLang="tr-TR" dirty="0"/>
              <a:t>Van'daki camilerin </a:t>
            </a:r>
            <a:r>
              <a:rPr lang="tr-TR" altLang="tr-TR" b="1" i="1" dirty="0"/>
              <a:t>Cuma cemaati sayıları.</a:t>
            </a:r>
            <a:endParaRPr lang="en-US" altLang="tr-TR" b="1" i="1" dirty="0"/>
          </a:p>
        </p:txBody>
      </p:sp>
      <p:sp>
        <p:nvSpPr>
          <p:cNvPr id="19462"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5 Slayt Numarası Yer Tutucusu">
            <a:extLst>
              <a:ext uri="{FF2B5EF4-FFF2-40B4-BE49-F238E27FC236}">
                <a16:creationId xmlns:a16="http://schemas.microsoft.com/office/drawing/2014/main" id="{89642EFE-C738-5C0C-0D21-1FB9B809B07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65E25679-FA00-48AE-9B8E-26D4804FF515}" type="slidenum">
              <a:rPr lang="tr-TR" altLang="tr-TR" b="0" i="0"/>
              <a:pPr eaLnBrk="1" hangingPunct="1"/>
              <a:t>14</a:t>
            </a:fld>
            <a:endParaRPr lang="tr-TR" altLang="tr-TR" b="0" i="0"/>
          </a:p>
        </p:txBody>
      </p:sp>
      <p:sp>
        <p:nvSpPr>
          <p:cNvPr id="20483" name="Rectangle 2">
            <a:extLst>
              <a:ext uri="{FF2B5EF4-FFF2-40B4-BE49-F238E27FC236}">
                <a16:creationId xmlns:a16="http://schemas.microsoft.com/office/drawing/2014/main" id="{3C5E40DE-F583-805C-7D88-5A021381A5D3}"/>
              </a:ext>
            </a:extLst>
          </p:cNvPr>
          <p:cNvSpPr>
            <a:spLocks noGrp="1" noChangeArrowheads="1"/>
          </p:cNvSpPr>
          <p:nvPr>
            <p:ph type="title"/>
          </p:nvPr>
        </p:nvSpPr>
        <p:spPr>
          <a:xfrm>
            <a:off x="457200" y="152400"/>
            <a:ext cx="8229600" cy="1143000"/>
          </a:xfrm>
        </p:spPr>
        <p:txBody>
          <a:bodyPr/>
          <a:lstStyle/>
          <a:p>
            <a:pPr eaLnBrk="1" hangingPunct="1"/>
            <a:r>
              <a:rPr lang="tr-TR" altLang="tr-TR" dirty="0"/>
              <a:t>Örnek</a:t>
            </a:r>
            <a:endParaRPr lang="en-US" altLang="tr-TR" dirty="0"/>
          </a:p>
        </p:txBody>
      </p:sp>
      <p:sp>
        <p:nvSpPr>
          <p:cNvPr id="20484" name="Rectangle 3">
            <a:extLst>
              <a:ext uri="{FF2B5EF4-FFF2-40B4-BE49-F238E27FC236}">
                <a16:creationId xmlns:a16="http://schemas.microsoft.com/office/drawing/2014/main" id="{7898378E-A6DB-98B0-B9F4-10A8F48C6B54}"/>
              </a:ext>
            </a:extLst>
          </p:cNvPr>
          <p:cNvSpPr>
            <a:spLocks noGrp="1" noChangeArrowheads="1"/>
          </p:cNvSpPr>
          <p:nvPr>
            <p:ph type="body" idx="1"/>
          </p:nvPr>
        </p:nvSpPr>
        <p:spPr>
          <a:xfrm>
            <a:off x="457200" y="1143000"/>
            <a:ext cx="8229600" cy="5715000"/>
          </a:xfrm>
        </p:spPr>
        <p:txBody>
          <a:bodyPr/>
          <a:lstStyle/>
          <a:p>
            <a:pPr algn="just" eaLnBrk="1" hangingPunct="1">
              <a:lnSpc>
                <a:spcPct val="150000"/>
              </a:lnSpc>
            </a:pPr>
            <a:r>
              <a:rPr lang="tr-TR" altLang="tr-TR" sz="2400" dirty="0"/>
              <a:t>Anakütleden seçilen ve anakütlenin özelliklerini yansıtma özelliğine sahip bir alt kümedir.</a:t>
            </a:r>
          </a:p>
          <a:p>
            <a:pPr algn="just" eaLnBrk="1" hangingPunct="1">
              <a:lnSpc>
                <a:spcPct val="90000"/>
              </a:lnSpc>
              <a:buFontTx/>
              <a:buNone/>
            </a:pPr>
            <a:endParaRPr lang="tr-TR" altLang="tr-TR" sz="2400" dirty="0"/>
          </a:p>
          <a:p>
            <a:pPr algn="just" eaLnBrk="1" hangingPunct="1">
              <a:lnSpc>
                <a:spcPct val="90000"/>
              </a:lnSpc>
            </a:pPr>
            <a:r>
              <a:rPr lang="tr-TR" altLang="tr-TR" sz="2400" dirty="0"/>
              <a:t>Örneğin en önemli iki özelliği;</a:t>
            </a:r>
          </a:p>
          <a:p>
            <a:pPr algn="just" eaLnBrk="1" hangingPunct="1">
              <a:lnSpc>
                <a:spcPct val="90000"/>
              </a:lnSpc>
              <a:buFontTx/>
              <a:buNone/>
            </a:pPr>
            <a:r>
              <a:rPr lang="tr-TR" altLang="tr-TR" sz="2400" dirty="0"/>
              <a:t>    </a:t>
            </a:r>
          </a:p>
          <a:p>
            <a:pPr algn="just" eaLnBrk="1" hangingPunct="1">
              <a:lnSpc>
                <a:spcPct val="90000"/>
              </a:lnSpc>
              <a:buFont typeface="Wingdings" pitchFamily="2" charset="2"/>
              <a:buChar char="v"/>
            </a:pPr>
            <a:r>
              <a:rPr lang="tr-TR" altLang="tr-TR" sz="2400" i="1" dirty="0"/>
              <a:t> zaman ve maliyet kaybını minimuma düşürmek,(optimum örnek hacmi)</a:t>
            </a:r>
          </a:p>
          <a:p>
            <a:pPr algn="just" eaLnBrk="1" hangingPunct="1">
              <a:lnSpc>
                <a:spcPct val="90000"/>
              </a:lnSpc>
              <a:buFontTx/>
              <a:buNone/>
            </a:pPr>
            <a:r>
              <a:rPr lang="tr-TR" altLang="tr-TR" sz="2400" dirty="0"/>
              <a:t>   </a:t>
            </a:r>
          </a:p>
          <a:p>
            <a:pPr algn="just" eaLnBrk="1" hangingPunct="1">
              <a:lnSpc>
                <a:spcPct val="90000"/>
              </a:lnSpc>
              <a:buFont typeface="Wingdings" pitchFamily="2" charset="2"/>
              <a:buChar char="v"/>
            </a:pPr>
            <a:r>
              <a:rPr lang="tr-TR" altLang="tr-TR" sz="2400" i="1"/>
              <a:t>anakütleyi </a:t>
            </a:r>
            <a:r>
              <a:rPr lang="tr-TR" altLang="tr-TR" sz="2400" i="1" dirty="0"/>
              <a:t>iyi bir şekilde yansıtmak</a:t>
            </a:r>
          </a:p>
          <a:p>
            <a:pPr algn="just" eaLnBrk="1" hangingPunct="1">
              <a:lnSpc>
                <a:spcPct val="90000"/>
              </a:lnSpc>
              <a:buFontTx/>
              <a:buNone/>
            </a:pPr>
            <a:endParaRPr lang="tr-TR" altLang="tr-TR" sz="2400" dirty="0"/>
          </a:p>
          <a:p>
            <a:pPr algn="just" eaLnBrk="1" hangingPunct="1">
              <a:lnSpc>
                <a:spcPct val="90000"/>
              </a:lnSpc>
              <a:buFontTx/>
              <a:buNone/>
            </a:pPr>
            <a:r>
              <a:rPr lang="tr-TR" altLang="tr-TR" sz="2400" dirty="0"/>
              <a:t>olarak ifade edilebilir. </a:t>
            </a:r>
            <a:endParaRPr lang="en-US" altLang="tr-TR" sz="2400" dirty="0"/>
          </a:p>
        </p:txBody>
      </p:sp>
      <p:sp>
        <p:nvSpPr>
          <p:cNvPr id="20485"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5 Slayt Numarası Yer Tutucusu">
            <a:extLst>
              <a:ext uri="{FF2B5EF4-FFF2-40B4-BE49-F238E27FC236}">
                <a16:creationId xmlns:a16="http://schemas.microsoft.com/office/drawing/2014/main" id="{EFB29300-93E6-C50E-3772-003D327CDAC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7C8627A0-F4D6-44AB-9C72-B60A6CB12AB1}" type="slidenum">
              <a:rPr lang="tr-TR" altLang="tr-TR" b="0" i="0"/>
              <a:pPr eaLnBrk="1" hangingPunct="1"/>
              <a:t>15</a:t>
            </a:fld>
            <a:endParaRPr lang="tr-TR" altLang="tr-TR" b="0" i="0"/>
          </a:p>
        </p:txBody>
      </p:sp>
      <p:sp>
        <p:nvSpPr>
          <p:cNvPr id="21507" name="Rectangle 2">
            <a:extLst>
              <a:ext uri="{FF2B5EF4-FFF2-40B4-BE49-F238E27FC236}">
                <a16:creationId xmlns:a16="http://schemas.microsoft.com/office/drawing/2014/main" id="{62BAA1B2-5D85-8D84-DB5E-EF68283C641D}"/>
              </a:ext>
            </a:extLst>
          </p:cNvPr>
          <p:cNvSpPr>
            <a:spLocks noGrp="1" noChangeArrowheads="1"/>
          </p:cNvSpPr>
          <p:nvPr>
            <p:ph type="title"/>
          </p:nvPr>
        </p:nvSpPr>
        <p:spPr>
          <a:xfrm>
            <a:off x="457200" y="152400"/>
            <a:ext cx="8229600" cy="1143000"/>
          </a:xfrm>
        </p:spPr>
        <p:txBody>
          <a:bodyPr/>
          <a:lstStyle/>
          <a:p>
            <a:pPr eaLnBrk="1" hangingPunct="1"/>
            <a:r>
              <a:rPr lang="tr-TR" altLang="tr-TR" dirty="0">
                <a:solidFill>
                  <a:srgbClr val="C00000"/>
                </a:solidFill>
              </a:rPr>
              <a:t>Parametre</a:t>
            </a:r>
            <a:endParaRPr lang="en-US" altLang="tr-TR" dirty="0">
              <a:solidFill>
                <a:srgbClr val="C00000"/>
              </a:solidFill>
            </a:endParaRPr>
          </a:p>
        </p:txBody>
      </p:sp>
      <p:sp>
        <p:nvSpPr>
          <p:cNvPr id="21508" name="Rectangle 3">
            <a:extLst>
              <a:ext uri="{FF2B5EF4-FFF2-40B4-BE49-F238E27FC236}">
                <a16:creationId xmlns:a16="http://schemas.microsoft.com/office/drawing/2014/main" id="{B57060DF-9239-D4EB-4320-1FFF074BDBA2}"/>
              </a:ext>
            </a:extLst>
          </p:cNvPr>
          <p:cNvSpPr>
            <a:spLocks noGrp="1" noChangeArrowheads="1"/>
          </p:cNvSpPr>
          <p:nvPr>
            <p:ph type="body" idx="1"/>
          </p:nvPr>
        </p:nvSpPr>
        <p:spPr>
          <a:xfrm>
            <a:off x="0" y="1371600"/>
            <a:ext cx="9144000" cy="4754563"/>
          </a:xfrm>
        </p:spPr>
        <p:txBody>
          <a:bodyPr/>
          <a:lstStyle/>
          <a:p>
            <a:pPr marL="0" indent="0" algn="just" eaLnBrk="1" hangingPunct="1">
              <a:buFontTx/>
              <a:buNone/>
            </a:pPr>
            <a:r>
              <a:rPr lang="tr-TR" altLang="tr-TR" b="1">
                <a:solidFill>
                  <a:schemeClr val="accent2"/>
                </a:solidFill>
              </a:rPr>
              <a:t>Anakütlenin tanımlayıcı sayısal ölçüsüdür.</a:t>
            </a:r>
          </a:p>
          <a:p>
            <a:pPr marL="0" indent="0" algn="just" eaLnBrk="1" hangingPunct="1">
              <a:lnSpc>
                <a:spcPct val="150000"/>
              </a:lnSpc>
              <a:buFontTx/>
              <a:buNone/>
            </a:pPr>
            <a:r>
              <a:rPr lang="tr-TR" altLang="tr-TR"/>
              <a:t>Kütledeki gözlemlere dayandığından değeri genelde bilinmemektedir. Populasyonun parametresi olarak tanımlanabilir.</a:t>
            </a:r>
          </a:p>
          <a:p>
            <a:pPr marL="0" indent="0" algn="just" eaLnBrk="1" hangingPunct="1">
              <a:buFontTx/>
              <a:buNone/>
            </a:pPr>
            <a:endParaRPr lang="tr-TR" altLang="tr-TR" sz="3600" b="1" i="1"/>
          </a:p>
          <a:p>
            <a:pPr marL="0" indent="0" algn="just" eaLnBrk="1" hangingPunct="1">
              <a:buFontTx/>
              <a:buNone/>
            </a:pPr>
            <a:r>
              <a:rPr lang="tr-TR" altLang="tr-TR" sz="2800" b="1" i="1"/>
              <a:t>Parametreyi belirlemek  için anakütledeki tüm elemanların incelenmesi gerekir.</a:t>
            </a:r>
          </a:p>
          <a:p>
            <a:pPr marL="179388" lvl="1" indent="6350" algn="just" eaLnBrk="1" hangingPunct="1">
              <a:buFontTx/>
              <a:buNone/>
            </a:pPr>
            <a:endParaRPr lang="tr-TR" altLang="tr-TR" sz="3200" b="1" i="1"/>
          </a:p>
        </p:txBody>
      </p:sp>
      <p:sp>
        <p:nvSpPr>
          <p:cNvPr id="21509"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5 Slayt Numarası Yer Tutucusu">
            <a:extLst>
              <a:ext uri="{FF2B5EF4-FFF2-40B4-BE49-F238E27FC236}">
                <a16:creationId xmlns:a16="http://schemas.microsoft.com/office/drawing/2014/main" id="{69A5C504-66A5-F9BB-3B10-756B93AAD6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17AFDE69-05CE-4491-B497-6C38027F1B34}" type="slidenum">
              <a:rPr lang="tr-TR" altLang="tr-TR" b="0" i="0"/>
              <a:pPr eaLnBrk="1" hangingPunct="1"/>
              <a:t>16</a:t>
            </a:fld>
            <a:endParaRPr lang="tr-TR" altLang="tr-TR" b="0" i="0"/>
          </a:p>
        </p:txBody>
      </p:sp>
      <p:sp>
        <p:nvSpPr>
          <p:cNvPr id="22531" name="Rectangle 5">
            <a:extLst>
              <a:ext uri="{FF2B5EF4-FFF2-40B4-BE49-F238E27FC236}">
                <a16:creationId xmlns:a16="http://schemas.microsoft.com/office/drawing/2014/main" id="{A2A243F3-5E5A-3163-C1C9-01307A0A954F}"/>
              </a:ext>
            </a:extLst>
          </p:cNvPr>
          <p:cNvSpPr>
            <a:spLocks noGrp="1" noChangeArrowheads="1"/>
          </p:cNvSpPr>
          <p:nvPr>
            <p:ph type="body" idx="1"/>
          </p:nvPr>
        </p:nvSpPr>
        <p:spPr>
          <a:xfrm>
            <a:off x="533400" y="1295400"/>
            <a:ext cx="8229600" cy="5287963"/>
          </a:xfrm>
        </p:spPr>
        <p:txBody>
          <a:bodyPr/>
          <a:lstStyle/>
          <a:p>
            <a:pPr eaLnBrk="1" hangingPunct="1"/>
            <a:r>
              <a:rPr lang="tr-TR" altLang="tr-TR" dirty="0"/>
              <a:t>Van'daki tüm üniversite öğrencilerinin ortalama dindarlık puanı,</a:t>
            </a:r>
          </a:p>
          <a:p>
            <a:pPr eaLnBrk="1" hangingPunct="1"/>
            <a:endParaRPr lang="tr-TR" altLang="tr-TR" dirty="0"/>
          </a:p>
          <a:p>
            <a:pPr eaLnBrk="1" hangingPunct="1"/>
            <a:r>
              <a:rPr lang="tr-TR" altLang="tr-TR" dirty="0"/>
              <a:t>Van'daki üniversite öğrencileri arasında düzenli namaz kılanların oranı,</a:t>
            </a:r>
          </a:p>
          <a:p>
            <a:pPr eaLnBrk="1" hangingPunct="1">
              <a:buFontTx/>
              <a:buNone/>
            </a:pPr>
            <a:endParaRPr lang="tr-TR" altLang="tr-TR" dirty="0"/>
          </a:p>
          <a:p>
            <a:pPr eaLnBrk="1" hangingPunct="1"/>
            <a:r>
              <a:rPr lang="tr-TR" altLang="tr-TR" dirty="0">
                <a:cs typeface="Arial" panose="020B0604020202020204" pitchFamily="34" charset="0"/>
              </a:rPr>
              <a:t>Van'daki camilerde bir Cuma günü namaza katılan ortalama cemaat sayısı.</a:t>
            </a:r>
            <a:endParaRPr lang="en-US" altLang="tr-TR" dirty="0">
              <a:cs typeface="Arial" panose="020B0604020202020204" pitchFamily="34" charset="0"/>
            </a:endParaRPr>
          </a:p>
        </p:txBody>
      </p:sp>
      <p:sp>
        <p:nvSpPr>
          <p:cNvPr id="22532" name="Text Box 6">
            <a:extLst>
              <a:ext uri="{FF2B5EF4-FFF2-40B4-BE49-F238E27FC236}">
                <a16:creationId xmlns:a16="http://schemas.microsoft.com/office/drawing/2014/main" id="{397EA0C0-1E39-1B02-F1EB-AC9B23D999FD}"/>
              </a:ext>
            </a:extLst>
          </p:cNvPr>
          <p:cNvSpPr txBox="1">
            <a:spLocks noChangeArrowheads="1"/>
          </p:cNvSpPr>
          <p:nvPr/>
        </p:nvSpPr>
        <p:spPr bwMode="auto">
          <a:xfrm>
            <a:off x="685800" y="304800"/>
            <a:ext cx="7391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spcBef>
                <a:spcPct val="50000"/>
              </a:spcBef>
            </a:pPr>
            <a:r>
              <a:rPr lang="tr-TR" altLang="tr-TR" sz="2800" dirty="0">
                <a:solidFill>
                  <a:srgbClr val="92D050"/>
                </a:solidFill>
              </a:rPr>
              <a:t>PARAMETREYE İLİŞKİN ÖRNEKLER</a:t>
            </a:r>
            <a:r>
              <a:rPr lang="tr-TR" altLang="tr-TR" sz="3200" dirty="0"/>
              <a:t>:</a:t>
            </a:r>
          </a:p>
        </p:txBody>
      </p:sp>
      <p:sp>
        <p:nvSpPr>
          <p:cNvPr id="2253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6 Slayt Numarası Yer Tutucusu">
            <a:extLst>
              <a:ext uri="{FF2B5EF4-FFF2-40B4-BE49-F238E27FC236}">
                <a16:creationId xmlns:a16="http://schemas.microsoft.com/office/drawing/2014/main" id="{FC395C09-020B-CCC8-98B3-6FFA85018EF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FE66827B-1B0E-443E-A3B6-D949B4D2E79F}" type="slidenum">
              <a:rPr lang="tr-TR" altLang="tr-TR" b="0" i="0"/>
              <a:pPr eaLnBrk="1" hangingPunct="1"/>
              <a:t>17</a:t>
            </a:fld>
            <a:endParaRPr lang="tr-TR" altLang="tr-TR" b="0" i="0"/>
          </a:p>
        </p:txBody>
      </p:sp>
      <p:sp>
        <p:nvSpPr>
          <p:cNvPr id="23555" name="Rectangle 7">
            <a:extLst>
              <a:ext uri="{FF2B5EF4-FFF2-40B4-BE49-F238E27FC236}">
                <a16:creationId xmlns:a16="http://schemas.microsoft.com/office/drawing/2014/main" id="{C5ADEC08-61D0-CA2F-3340-03F64CEA45E9}"/>
              </a:ext>
            </a:extLst>
          </p:cNvPr>
          <p:cNvSpPr>
            <a:spLocks noGrp="1" noChangeArrowheads="1"/>
          </p:cNvSpPr>
          <p:nvPr>
            <p:ph type="title"/>
          </p:nvPr>
        </p:nvSpPr>
        <p:spPr>
          <a:xfrm>
            <a:off x="457200" y="0"/>
            <a:ext cx="8229600" cy="1143000"/>
          </a:xfrm>
        </p:spPr>
        <p:txBody>
          <a:bodyPr/>
          <a:lstStyle/>
          <a:p>
            <a:pPr eaLnBrk="1" hangingPunct="1"/>
            <a:r>
              <a:rPr lang="tr-TR" altLang="tr-TR" dirty="0">
                <a:solidFill>
                  <a:srgbClr val="C00000"/>
                </a:solidFill>
              </a:rPr>
              <a:t>Örnek İstatistiği</a:t>
            </a:r>
          </a:p>
        </p:txBody>
      </p:sp>
      <p:sp>
        <p:nvSpPr>
          <p:cNvPr id="23556" name="Rectangle 8">
            <a:extLst>
              <a:ext uri="{FF2B5EF4-FFF2-40B4-BE49-F238E27FC236}">
                <a16:creationId xmlns:a16="http://schemas.microsoft.com/office/drawing/2014/main" id="{A59ECD6B-5EF6-A48E-C74D-06522370CCBA}"/>
              </a:ext>
            </a:extLst>
          </p:cNvPr>
          <p:cNvSpPr>
            <a:spLocks noGrp="1" noChangeArrowheads="1"/>
          </p:cNvSpPr>
          <p:nvPr>
            <p:ph type="body" sz="half" idx="1"/>
          </p:nvPr>
        </p:nvSpPr>
        <p:spPr>
          <a:xfrm>
            <a:off x="609600" y="1143000"/>
            <a:ext cx="8001000" cy="5334000"/>
          </a:xfrm>
        </p:spPr>
        <p:txBody>
          <a:bodyPr/>
          <a:lstStyle/>
          <a:p>
            <a:pPr marL="265113" indent="-265113" algn="just" eaLnBrk="1" hangingPunct="1">
              <a:lnSpc>
                <a:spcPct val="150000"/>
              </a:lnSpc>
            </a:pPr>
            <a:r>
              <a:rPr lang="tr-TR" altLang="tr-TR" sz="1200" dirty="0"/>
              <a:t> </a:t>
            </a:r>
            <a:r>
              <a:rPr lang="tr-TR" altLang="tr-TR" sz="2400" dirty="0"/>
              <a:t>Anakütlenin belirli bir parametresinin hesaplanmasının zorluğundan dolayı </a:t>
            </a:r>
            <a:r>
              <a:rPr lang="tr-TR" altLang="tr-TR" sz="2400" b="1" dirty="0">
                <a:solidFill>
                  <a:schemeClr val="accent2"/>
                </a:solidFill>
              </a:rPr>
              <a:t>alınan örnek yardımıyla bulunan parametre tahminine</a:t>
            </a:r>
            <a:r>
              <a:rPr lang="tr-TR" altLang="tr-TR" sz="2400" dirty="0"/>
              <a:t> </a:t>
            </a:r>
            <a:r>
              <a:rPr lang="tr-TR" altLang="tr-TR" sz="2400" b="1" dirty="0"/>
              <a:t>örnek istatistiği (istatistik / tahminleyici</a:t>
            </a:r>
            <a:r>
              <a:rPr lang="tr-TR" altLang="tr-TR" sz="2400" dirty="0"/>
              <a:t>) adı verilir.</a:t>
            </a:r>
          </a:p>
          <a:p>
            <a:pPr marL="265113" indent="-265113" algn="just" eaLnBrk="1" hangingPunct="1">
              <a:lnSpc>
                <a:spcPct val="150000"/>
              </a:lnSpc>
              <a:buFontTx/>
              <a:buNone/>
            </a:pPr>
            <a:r>
              <a:rPr lang="tr-TR" altLang="tr-TR" sz="2400" dirty="0"/>
              <a:t>    </a:t>
            </a:r>
          </a:p>
          <a:p>
            <a:pPr marL="265113" indent="-265113" algn="just" eaLnBrk="1" hangingPunct="1">
              <a:lnSpc>
                <a:spcPct val="150000"/>
              </a:lnSpc>
              <a:buFontTx/>
              <a:buNone/>
            </a:pPr>
            <a:r>
              <a:rPr lang="tr-TR" altLang="tr-TR" sz="1600" b="1" dirty="0"/>
              <a:t>   </a:t>
            </a:r>
            <a:r>
              <a:rPr lang="tr-TR" altLang="tr-TR" sz="2400" b="1" dirty="0"/>
              <a:t>Örnek:</a:t>
            </a:r>
            <a:r>
              <a:rPr lang="tr-TR" altLang="tr-TR" sz="2400" dirty="0"/>
              <a:t> Van'daki üniversite öğrencilerinin ortalama dindarlık puanını tahmin etmek amacıyla 50 öğrencilik bir örnek alınır. Örnekte ortalama puan 32,8 bulunmuştur; bu sayı bir örnek istatistiğidir.</a:t>
            </a:r>
          </a:p>
        </p:txBody>
      </p:sp>
      <p:sp>
        <p:nvSpPr>
          <p:cNvPr id="2355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5 Slayt Numarası Yer Tutucusu">
            <a:extLst>
              <a:ext uri="{FF2B5EF4-FFF2-40B4-BE49-F238E27FC236}">
                <a16:creationId xmlns:a16="http://schemas.microsoft.com/office/drawing/2014/main" id="{4CD6EA52-C662-E2AC-BBF4-95D085345FB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582EE64A-EAAE-4042-84F5-AFF62F0AD973}" type="slidenum">
              <a:rPr lang="tr-TR" altLang="tr-TR" b="0" i="0"/>
              <a:pPr eaLnBrk="1" hangingPunct="1"/>
              <a:t>18</a:t>
            </a:fld>
            <a:endParaRPr lang="tr-TR" altLang="tr-TR" b="0" i="0"/>
          </a:p>
        </p:txBody>
      </p:sp>
      <p:sp>
        <p:nvSpPr>
          <p:cNvPr id="26627" name="Rectangle 2">
            <a:extLst>
              <a:ext uri="{FF2B5EF4-FFF2-40B4-BE49-F238E27FC236}">
                <a16:creationId xmlns:a16="http://schemas.microsoft.com/office/drawing/2014/main" id="{BB716872-248F-B704-F901-252DAF4879F8}"/>
              </a:ext>
            </a:extLst>
          </p:cNvPr>
          <p:cNvSpPr>
            <a:spLocks noGrp="1" noChangeArrowheads="1"/>
          </p:cNvSpPr>
          <p:nvPr>
            <p:ph type="title"/>
          </p:nvPr>
        </p:nvSpPr>
        <p:spPr>
          <a:xfrm>
            <a:off x="0" y="274638"/>
            <a:ext cx="9144000" cy="1143000"/>
          </a:xfrm>
        </p:spPr>
        <p:txBody>
          <a:bodyPr/>
          <a:lstStyle/>
          <a:p>
            <a:pPr eaLnBrk="1" hangingPunct="1"/>
            <a:r>
              <a:rPr lang="tr-TR" altLang="tr-TR" sz="3600"/>
              <a:t>Hedef Populasyon – Örneklenen Populasyon</a:t>
            </a:r>
          </a:p>
        </p:txBody>
      </p:sp>
      <p:sp>
        <p:nvSpPr>
          <p:cNvPr id="26628" name="Rectangle 3">
            <a:extLst>
              <a:ext uri="{FF2B5EF4-FFF2-40B4-BE49-F238E27FC236}">
                <a16:creationId xmlns:a16="http://schemas.microsoft.com/office/drawing/2014/main" id="{4A067FCA-0855-4C5A-01AB-DFAD0DBEFF08}"/>
              </a:ext>
            </a:extLst>
          </p:cNvPr>
          <p:cNvSpPr>
            <a:spLocks noGrp="1" noChangeArrowheads="1"/>
          </p:cNvSpPr>
          <p:nvPr>
            <p:ph type="body" idx="1"/>
          </p:nvPr>
        </p:nvSpPr>
        <p:spPr>
          <a:xfrm>
            <a:off x="457200" y="1600200"/>
            <a:ext cx="8229600" cy="4876800"/>
          </a:xfrm>
        </p:spPr>
        <p:txBody>
          <a:bodyPr/>
          <a:lstStyle/>
          <a:p>
            <a:pPr algn="just" eaLnBrk="1" hangingPunct="1">
              <a:lnSpc>
                <a:spcPct val="90000"/>
              </a:lnSpc>
            </a:pPr>
            <a:r>
              <a:rPr lang="tr-TR" altLang="tr-TR" b="1">
                <a:solidFill>
                  <a:schemeClr val="accent2"/>
                </a:solidFill>
              </a:rPr>
              <a:t>Hedef populasyon</a:t>
            </a:r>
            <a:r>
              <a:rPr lang="tr-TR" altLang="tr-TR"/>
              <a:t> üzerinde çalışılan; hakkında bilgi edinilmek istenen populasyon demektir. </a:t>
            </a:r>
          </a:p>
          <a:p>
            <a:pPr algn="just" eaLnBrk="1" hangingPunct="1">
              <a:lnSpc>
                <a:spcPct val="90000"/>
              </a:lnSpc>
            </a:pPr>
            <a:r>
              <a:rPr lang="tr-TR" altLang="tr-TR" b="1">
                <a:solidFill>
                  <a:schemeClr val="accent2"/>
                </a:solidFill>
              </a:rPr>
              <a:t>Örneklenen populasyon,</a:t>
            </a:r>
            <a:r>
              <a:rPr lang="tr-TR" altLang="tr-TR"/>
              <a:t> örneğin gerçekten içinden seçildiği populasyon demektir.  </a:t>
            </a:r>
          </a:p>
          <a:p>
            <a:pPr algn="just" eaLnBrk="1" hangingPunct="1">
              <a:lnSpc>
                <a:spcPct val="90000"/>
              </a:lnSpc>
            </a:pPr>
            <a:r>
              <a:rPr lang="tr-TR" altLang="tr-TR"/>
              <a:t>Bu tanımlar doğrultusunda bir örnekleme “tam”, “geçerlidir” diyebilmek için </a:t>
            </a:r>
            <a:r>
              <a:rPr lang="tr-TR" altLang="tr-TR" b="1">
                <a:solidFill>
                  <a:schemeClr val="accent2"/>
                </a:solidFill>
              </a:rPr>
              <a:t>hedef ve örneklem populasyonunun</a:t>
            </a:r>
            <a:r>
              <a:rPr lang="tr-TR" altLang="tr-TR"/>
              <a:t> aynı özelliklere sahip olması gerekir. </a:t>
            </a:r>
          </a:p>
        </p:txBody>
      </p:sp>
      <p:sp>
        <p:nvSpPr>
          <p:cNvPr id="26629"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19</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Örnek Büyük Olsa da Yanlı Olabilir</a:t>
            </a:r>
            <a:endParaRPr lang="tr-TR" altLang="tr-TR" sz="3600" dirty="0">
              <a:solidFill>
                <a:srgbClr val="92D050"/>
              </a:solidFill>
            </a:endParaRPr>
          </a:p>
        </p:txBody>
      </p:sp>
      <p:sp>
        <p:nvSpPr>
          <p:cNvPr id="43012" name="Rectangle 3">
            <a:extLst>
              <a:ext uri="{FF2B5EF4-FFF2-40B4-BE49-F238E27FC236}">
                <a16:creationId xmlns:a16="http://schemas.microsoft.com/office/drawing/2014/main" id="{2B3B72A8-077D-4EF5-E711-69D1A798579B}"/>
              </a:ext>
            </a:extLst>
          </p:cNvPr>
          <p:cNvSpPr>
            <a:spLocks noGrp="1" noChangeArrowheads="1"/>
          </p:cNvSpPr>
          <p:nvPr>
            <p:ph type="body" idx="1"/>
          </p:nvPr>
        </p:nvSpPr>
        <p:spPr>
          <a:xfrm>
            <a:off x="76200" y="1600200"/>
            <a:ext cx="8915400" cy="5181600"/>
          </a:xfrm>
        </p:spPr>
        <p:txBody>
          <a:bodyPr>
            <a:noAutofit/>
          </a:bodyPr>
          <a:lstStyle/>
          <a:p>
            <a:pPr algn="l" eaLnBrk="1" hangingPunct="1">
              <a:lnSpc>
                <a:spcPct val="125000"/>
              </a:lnSpc>
            </a:pPr>
            <a:r>
              <a:rPr lang="tr-TR" altLang="tr-TR" sz="2400" dirty="0"/>
              <a:t>Anket linkini yalnızca ilahiyat fakültesinin WhatsApp gruplarında paylaştınız; 400 kişi cevapladı.</a:t>
            </a:r>
          </a:p>
          <a:p>
            <a:pPr algn="l" eaLnBrk="1" hangingPunct="1">
              <a:lnSpc>
                <a:spcPct val="125000"/>
              </a:lnSpc>
            </a:pPr>
            <a:r>
              <a:rPr lang="tr-TR" altLang="tr-TR" sz="2400" dirty="0"/>
              <a:t>Hedef popülasyon: Van'daki tüm üniversite öğrencileri. Örneklenen popülasyon: bu gruplara üye olan öğrenciler.</a:t>
            </a:r>
          </a:p>
          <a:p>
            <a:pPr algn="l" eaLnBrk="1" hangingPunct="1">
              <a:lnSpc>
                <a:spcPct val="125000"/>
              </a:lnSpc>
            </a:pPr>
            <a:r>
              <a:rPr lang="tr-TR" altLang="tr-TR" sz="2400" dirty="0"/>
              <a:t>Sonuç: Dindarlık ortalaması büyük olasılıkla olduğundan yüksek çıkar. Örneği büyütmek bu hatayı düzeltmez.</a:t>
            </a:r>
          </a:p>
          <a:p>
            <a:pPr algn="l" eaLnBrk="1" hangingPunct="1">
              <a:lnSpc>
                <a:spcPct val="125000"/>
              </a:lnSpc>
            </a:pPr>
            <a:r>
              <a:rPr lang="tr-TR" altLang="tr-TR" sz="2400" dirty="0"/>
              <a:t>Tezde: Örneğinizin kimi temsil ettiğini açıkça yazın.</a:t>
            </a:r>
          </a:p>
        </p:txBody>
      </p:sp>
      <p:sp>
        <p:nvSpPr>
          <p:cNvPr id="4301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4 Slayt Numarası Yer Tutucusu">
            <a:extLst>
              <a:ext uri="{FF2B5EF4-FFF2-40B4-BE49-F238E27FC236}">
                <a16:creationId xmlns:a16="http://schemas.microsoft.com/office/drawing/2014/main" id="{D36ED9C4-AF1B-1F81-C43B-6EFF8B436A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CFE92BA7-9AD1-46A4-9562-A7D9932A59AA}" type="slidenum">
              <a:rPr lang="tr-TR" altLang="tr-TR" b="0" i="0"/>
              <a:pPr eaLnBrk="1" hangingPunct="1"/>
              <a:t>20</a:t>
            </a:fld>
            <a:endParaRPr lang="tr-TR" altLang="tr-TR" b="0" i="0"/>
          </a:p>
        </p:txBody>
      </p:sp>
      <p:sp>
        <p:nvSpPr>
          <p:cNvPr id="47107" name="Rectangle 2">
            <a:extLst>
              <a:ext uri="{FF2B5EF4-FFF2-40B4-BE49-F238E27FC236}">
                <a16:creationId xmlns:a16="http://schemas.microsoft.com/office/drawing/2014/main" id="{757A5A6C-0745-EE8F-B12D-E06464343C71}"/>
              </a:ext>
            </a:extLst>
          </p:cNvPr>
          <p:cNvSpPr>
            <a:spLocks noGrp="1" noChangeArrowheads="1"/>
          </p:cNvSpPr>
          <p:nvPr>
            <p:ph type="title"/>
          </p:nvPr>
        </p:nvSpPr>
        <p:spPr>
          <a:xfrm>
            <a:off x="685800" y="228600"/>
            <a:ext cx="7772400" cy="1143000"/>
          </a:xfrm>
        </p:spPr>
        <p:txBody>
          <a:bodyPr/>
          <a:lstStyle/>
          <a:p>
            <a:pPr eaLnBrk="1" hangingPunct="1"/>
            <a:r>
              <a:rPr lang="tr-TR" altLang="tr-TR" dirty="0"/>
              <a:t> </a:t>
            </a:r>
            <a:r>
              <a:rPr lang="tr-TR" altLang="tr-TR" dirty="0">
                <a:solidFill>
                  <a:srgbClr val="00B050"/>
                </a:solidFill>
              </a:rPr>
              <a:t>Anakütle-Örnek İlişkisi-I</a:t>
            </a:r>
            <a:endParaRPr lang="en-US" altLang="tr-TR" dirty="0">
              <a:solidFill>
                <a:srgbClr val="00B050"/>
              </a:solidFill>
            </a:endParaRPr>
          </a:p>
        </p:txBody>
      </p:sp>
      <p:sp>
        <p:nvSpPr>
          <p:cNvPr id="47108" name="Oval 3">
            <a:extLst>
              <a:ext uri="{FF2B5EF4-FFF2-40B4-BE49-F238E27FC236}">
                <a16:creationId xmlns:a16="http://schemas.microsoft.com/office/drawing/2014/main" id="{025460C7-F370-68E9-B3E1-306B076891F6}"/>
              </a:ext>
            </a:extLst>
          </p:cNvPr>
          <p:cNvSpPr>
            <a:spLocks noChangeArrowheads="1"/>
          </p:cNvSpPr>
          <p:nvPr/>
        </p:nvSpPr>
        <p:spPr bwMode="auto">
          <a:xfrm>
            <a:off x="2971800" y="1676400"/>
            <a:ext cx="2362200" cy="34290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47109" name="Text Box 28">
            <a:extLst>
              <a:ext uri="{FF2B5EF4-FFF2-40B4-BE49-F238E27FC236}">
                <a16:creationId xmlns:a16="http://schemas.microsoft.com/office/drawing/2014/main" id="{7DC3FD55-C0A8-D387-C373-36150F886DED}"/>
              </a:ext>
            </a:extLst>
          </p:cNvPr>
          <p:cNvSpPr txBox="1">
            <a:spLocks noChangeArrowheads="1"/>
          </p:cNvSpPr>
          <p:nvPr/>
        </p:nvSpPr>
        <p:spPr bwMode="auto">
          <a:xfrm>
            <a:off x="838200" y="1676400"/>
            <a:ext cx="7239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spcBef>
                <a:spcPct val="50000"/>
              </a:spcBef>
            </a:pPr>
            <a:endParaRPr lang="tr-TR" altLang="tr-TR"/>
          </a:p>
        </p:txBody>
      </p:sp>
      <p:sp>
        <p:nvSpPr>
          <p:cNvPr id="47110" name="Rectangle 29">
            <a:extLst>
              <a:ext uri="{FF2B5EF4-FFF2-40B4-BE49-F238E27FC236}">
                <a16:creationId xmlns:a16="http://schemas.microsoft.com/office/drawing/2014/main" id="{41A4DE8F-D9FB-721A-DA22-11B34CD01ADA}"/>
              </a:ext>
            </a:extLst>
          </p:cNvPr>
          <p:cNvSpPr>
            <a:spLocks noChangeArrowheads="1"/>
          </p:cNvSpPr>
          <p:nvPr/>
        </p:nvSpPr>
        <p:spPr bwMode="auto">
          <a:xfrm>
            <a:off x="152400" y="1524000"/>
            <a:ext cx="8610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57188" indent="-357188"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spcBef>
                <a:spcPct val="20000"/>
              </a:spcBef>
              <a:buFontTx/>
              <a:buChar char="•"/>
            </a:pPr>
            <a:r>
              <a:rPr lang="tr-TR" altLang="tr-TR" sz="2800" b="0" i="0" dirty="0"/>
              <a:t>Anakütle parametrelerinin hesaplanması birçok açıdan zor olduğundan dolayı, anakütleyi en iyi bir şekilde temsil edecek örnek alınarak, </a:t>
            </a:r>
            <a:r>
              <a:rPr lang="tr-TR" altLang="tr-TR" sz="2800" b="0" i="0" u="sng" dirty="0"/>
              <a:t>parametre</a:t>
            </a:r>
            <a:r>
              <a:rPr lang="tr-TR" altLang="tr-TR" sz="2800" b="0" i="0" dirty="0"/>
              <a:t> tahminleyicisi olan </a:t>
            </a:r>
            <a:r>
              <a:rPr lang="tr-TR" altLang="tr-TR" sz="2800" b="0" i="0" u="sng" dirty="0"/>
              <a:t>örnek istatistiği </a:t>
            </a:r>
            <a:r>
              <a:rPr lang="tr-TR" altLang="tr-TR" sz="2800" b="0" i="0" dirty="0"/>
              <a:t>elde edilir. </a:t>
            </a:r>
          </a:p>
          <a:p>
            <a:pPr algn="just" eaLnBrk="1" hangingPunct="1">
              <a:spcBef>
                <a:spcPct val="20000"/>
              </a:spcBef>
            </a:pPr>
            <a:r>
              <a:rPr lang="tr-TR" altLang="tr-TR" sz="2800" b="0" i="0" dirty="0"/>
              <a:t>    </a:t>
            </a:r>
            <a:r>
              <a:rPr lang="tr-TR" altLang="tr-TR" sz="2400" i="0" dirty="0"/>
              <a:t>Örnek: </a:t>
            </a:r>
          </a:p>
          <a:p>
            <a:pPr algn="just" eaLnBrk="1" hangingPunct="1">
              <a:spcBef>
                <a:spcPct val="20000"/>
              </a:spcBef>
            </a:pPr>
            <a:r>
              <a:rPr lang="tr-TR" altLang="tr-TR" sz="2400" i="0" dirty="0"/>
              <a:t>     </a:t>
            </a:r>
            <a:r>
              <a:rPr lang="tr-TR" altLang="tr-TR" sz="2400" b="0" i="0" dirty="0"/>
              <a:t>Van'daki üniversite öğrencilerinin düzenli namaz kılma oranını tahmin etmek için bütün öğrencilere tek tek sormak yerine, örnekleme yöntemleriyle yeterli sayıda öğrenci seçilir. Bizim örneğimizde 50 öğrenciden 24'ü düzenli namaz kılıyor: örnek oranı p = 0,48.</a:t>
            </a:r>
            <a:endParaRPr lang="tr-TR" altLang="tr-TR" sz="2800" b="0" i="0" dirty="0"/>
          </a:p>
        </p:txBody>
      </p:sp>
      <p:sp>
        <p:nvSpPr>
          <p:cNvPr id="47111"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7 Slayt Numarası Yer Tutucusu">
            <a:extLst>
              <a:ext uri="{FF2B5EF4-FFF2-40B4-BE49-F238E27FC236}">
                <a16:creationId xmlns:a16="http://schemas.microsoft.com/office/drawing/2014/main" id="{1528CE96-78E7-DDF1-9393-306CB9FF877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F5118C42-790C-4799-8D81-25B5962B28B0}" type="slidenum">
              <a:rPr lang="tr-TR" altLang="tr-TR" b="0" i="0"/>
              <a:pPr eaLnBrk="1" hangingPunct="1"/>
              <a:t>21</a:t>
            </a:fld>
            <a:endParaRPr lang="tr-TR" altLang="tr-TR" b="0" i="0"/>
          </a:p>
        </p:txBody>
      </p:sp>
      <p:sp>
        <p:nvSpPr>
          <p:cNvPr id="2052" name="Rectangle 2">
            <a:extLst>
              <a:ext uri="{FF2B5EF4-FFF2-40B4-BE49-F238E27FC236}">
                <a16:creationId xmlns:a16="http://schemas.microsoft.com/office/drawing/2014/main" id="{354340F6-BAB8-9C42-6CB3-0C1D03F7243E}"/>
              </a:ext>
            </a:extLst>
          </p:cNvPr>
          <p:cNvSpPr>
            <a:spLocks noGrp="1" noChangeArrowheads="1"/>
          </p:cNvSpPr>
          <p:nvPr>
            <p:ph type="title"/>
          </p:nvPr>
        </p:nvSpPr>
        <p:spPr>
          <a:xfrm>
            <a:off x="228600" y="274638"/>
            <a:ext cx="8458200" cy="639762"/>
          </a:xfrm>
        </p:spPr>
        <p:txBody>
          <a:bodyPr/>
          <a:lstStyle/>
          <a:p>
            <a:pPr eaLnBrk="1" hangingPunct="1"/>
            <a:r>
              <a:rPr lang="tr-TR" altLang="tr-TR" sz="4000" dirty="0"/>
              <a:t> </a:t>
            </a:r>
            <a:r>
              <a:rPr lang="tr-TR" altLang="tr-TR" sz="4000" dirty="0">
                <a:solidFill>
                  <a:srgbClr val="00B050"/>
                </a:solidFill>
              </a:rPr>
              <a:t>Anakütle-Örnek İlişkisi-II</a:t>
            </a:r>
            <a:endParaRPr lang="en-US" altLang="tr-TR" sz="4000" dirty="0">
              <a:solidFill>
                <a:srgbClr val="00B050"/>
              </a:solidFill>
            </a:endParaRPr>
          </a:p>
        </p:txBody>
      </p:sp>
      <p:graphicFrame>
        <p:nvGraphicFramePr>
          <p:cNvPr id="32837" name="Group 69">
            <a:extLst>
              <a:ext uri="{FF2B5EF4-FFF2-40B4-BE49-F238E27FC236}">
                <a16:creationId xmlns:a16="http://schemas.microsoft.com/office/drawing/2014/main" id="{F09739CA-621D-8237-1E74-4FD137B35E01}"/>
              </a:ext>
            </a:extLst>
          </p:cNvPr>
          <p:cNvGraphicFramePr>
            <a:graphicFrameLocks noGrp="1"/>
          </p:cNvGraphicFramePr>
          <p:nvPr>
            <p:ph sz="half" idx="1"/>
            <p:extLst>
              <p:ext uri="{D42A27DB-BD31-4B8C-83A1-F6EECF244321}">
                <p14:modId xmlns:p14="http://schemas.microsoft.com/office/powerpoint/2010/main" val="812122475"/>
              </p:ext>
            </p:extLst>
          </p:nvPr>
        </p:nvGraphicFramePr>
        <p:xfrm>
          <a:off x="457200" y="1951038"/>
          <a:ext cx="7315200" cy="4721224"/>
        </p:xfrm>
        <a:graphic>
          <a:graphicData uri="http://schemas.openxmlformats.org/drawingml/2006/table">
            <a:tbl>
              <a:tblPr/>
              <a:tblGrid>
                <a:gridCol w="3700463">
                  <a:extLst>
                    <a:ext uri="{9D8B030D-6E8A-4147-A177-3AD203B41FA5}">
                      <a16:colId xmlns:a16="http://schemas.microsoft.com/office/drawing/2014/main" val="20000"/>
                    </a:ext>
                  </a:extLst>
                </a:gridCol>
                <a:gridCol w="3614737">
                  <a:extLst>
                    <a:ext uri="{9D8B030D-6E8A-4147-A177-3AD203B41FA5}">
                      <a16:colId xmlns:a16="http://schemas.microsoft.com/office/drawing/2014/main" val="20001"/>
                    </a:ext>
                  </a:extLst>
                </a:gridCol>
              </a:tblGrid>
              <a:tr h="7017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tr-TR" sz="2000" b="1" i="0" u="none" strike="noStrike" cap="none" normalizeH="0" baseline="0" dirty="0">
                          <a:ln>
                            <a:noFill/>
                          </a:ln>
                          <a:solidFill>
                            <a:schemeClr val="tx1"/>
                          </a:solidFill>
                          <a:effectLst/>
                          <a:latin typeface="Arial" pitchFamily="34" charset="0"/>
                        </a:rPr>
                        <a:t>Anakütle Parametresi</a:t>
                      </a:r>
                    </a:p>
                  </a:txBody>
                  <a:tcPr marT="45722" marB="4572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tr-TR" sz="2000" b="1" i="0" u="none" strike="noStrike" cap="none" normalizeH="0" baseline="0" dirty="0">
                          <a:ln>
                            <a:noFill/>
                          </a:ln>
                          <a:solidFill>
                            <a:schemeClr val="tx1"/>
                          </a:solidFill>
                          <a:effectLst/>
                          <a:latin typeface="Arial" pitchFamily="34" charset="0"/>
                        </a:rPr>
                        <a:t>Örnek İstatistiği</a:t>
                      </a:r>
                    </a:p>
                  </a:txBody>
                  <a:tcPr marT="45722" marB="4572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0021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tr-TR" sz="2400" b="0" i="0" u="none" strike="noStrike" cap="none" normalizeH="0" baseline="0">
                          <a:ln>
                            <a:noFill/>
                          </a:ln>
                          <a:solidFill>
                            <a:schemeClr val="tx1"/>
                          </a:solidFill>
                          <a:effectLst/>
                          <a:latin typeface="Symbol" pitchFamily="18" charset="2"/>
                        </a:rPr>
                        <a:t>m</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tr-TR" sz="2000" b="0" i="0" u="none" strike="noStrike" cap="none" normalizeH="0" baseline="0">
                          <a:ln>
                            <a:noFill/>
                          </a:ln>
                          <a:solidFill>
                            <a:schemeClr val="tx1"/>
                          </a:solidFill>
                          <a:effectLst/>
                          <a:latin typeface="Arial" pitchFamily="34" charset="0"/>
                        </a:rPr>
                        <a:t>(Anakütle Ortalaması )</a:t>
                      </a:r>
                    </a:p>
                  </a:txBody>
                  <a:tcPr marT="45722" marB="4572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tr-TR" sz="2000" b="0" i="0" u="none" strike="noStrike" cap="none" normalizeH="0" baseline="0">
                        <a:ln>
                          <a:noFill/>
                        </a:ln>
                        <a:solidFill>
                          <a:schemeClr val="tx1"/>
                        </a:solidFill>
                        <a:effectLst/>
                        <a:latin typeface="Arial" pitchFamily="34"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tr-TR" sz="2000" b="0" i="0" u="none" strike="noStrike" cap="none" normalizeH="0" baseline="0">
                          <a:ln>
                            <a:noFill/>
                          </a:ln>
                          <a:solidFill>
                            <a:schemeClr val="tx1"/>
                          </a:solidFill>
                          <a:effectLst/>
                          <a:latin typeface="Arial" pitchFamily="34" charset="0"/>
                        </a:rPr>
                        <a:t>(Örnek Ortalaması )</a:t>
                      </a:r>
                    </a:p>
                  </a:txBody>
                  <a:tcPr marT="45722" marB="4572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525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tr-TR" sz="2400" b="0" i="0" u="none" strike="noStrike" cap="none" normalizeH="0" baseline="0">
                          <a:ln>
                            <a:noFill/>
                          </a:ln>
                          <a:solidFill>
                            <a:schemeClr val="tx1"/>
                          </a:solidFill>
                          <a:effectLst/>
                          <a:latin typeface="Symbol" pitchFamily="18" charset="2"/>
                        </a:rPr>
                        <a:t>s</a:t>
                      </a:r>
                      <a:r>
                        <a:rPr kumimoji="0" lang="tr-TR" sz="2400" b="0" i="0" u="none" strike="noStrike" cap="none" normalizeH="0" baseline="30000">
                          <a:ln>
                            <a:noFill/>
                          </a:ln>
                          <a:solidFill>
                            <a:schemeClr val="tx1"/>
                          </a:solidFill>
                          <a:effectLst/>
                          <a:latin typeface="Symbol" pitchFamily="18" charset="2"/>
                        </a:rPr>
                        <a:t>2</a:t>
                      </a:r>
                      <a:endParaRPr kumimoji="0" lang="tr-TR" sz="2400" b="0" i="0" u="none" strike="noStrike" cap="none" normalizeH="0" baseline="0">
                        <a:ln>
                          <a:noFill/>
                        </a:ln>
                        <a:solidFill>
                          <a:schemeClr val="tx1"/>
                        </a:solidFill>
                        <a:effectLst/>
                        <a:latin typeface="Arial" pitchFamily="34"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tr-TR" sz="2000" b="0" i="0" u="none" strike="noStrike" cap="none" normalizeH="0" baseline="0">
                          <a:ln>
                            <a:noFill/>
                          </a:ln>
                          <a:solidFill>
                            <a:schemeClr val="tx1"/>
                          </a:solidFill>
                          <a:effectLst/>
                          <a:latin typeface="Arial" pitchFamily="34" charset="0"/>
                        </a:rPr>
                        <a:t>(Anakütle Varyansı )</a:t>
                      </a:r>
                      <a:endParaRPr kumimoji="0" lang="tr-TR" sz="2000" b="0" i="0" u="none" strike="noStrike" cap="none" normalizeH="0" baseline="0">
                        <a:ln>
                          <a:noFill/>
                        </a:ln>
                        <a:solidFill>
                          <a:schemeClr val="tx1"/>
                        </a:solidFill>
                        <a:effectLst/>
                        <a:latin typeface="Symbol" pitchFamily="18" charset="2"/>
                      </a:endParaRPr>
                    </a:p>
                  </a:txBody>
                  <a:tcPr marT="45722" marB="4572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tr-TR" sz="2400" b="0" i="0" u="none" strike="noStrike" cap="none" normalizeH="0" baseline="0">
                          <a:ln>
                            <a:noFill/>
                          </a:ln>
                          <a:solidFill>
                            <a:schemeClr val="tx1"/>
                          </a:solidFill>
                          <a:effectLst/>
                          <a:latin typeface="Arial" pitchFamily="34" charset="0"/>
                        </a:rPr>
                        <a:t>S</a:t>
                      </a:r>
                      <a:r>
                        <a:rPr kumimoji="0" lang="tr-TR" sz="2400" b="0" i="0" u="none" strike="noStrike" cap="none" normalizeH="0" baseline="30000">
                          <a:ln>
                            <a:noFill/>
                          </a:ln>
                          <a:solidFill>
                            <a:schemeClr val="tx1"/>
                          </a:solidFill>
                          <a:effectLst/>
                          <a:latin typeface="Arial" pitchFamily="34" charset="0"/>
                        </a:rPr>
                        <a:t>2</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tr-TR" sz="2000" b="0" i="0" u="none" strike="noStrike" cap="none" normalizeH="0" baseline="0">
                          <a:ln>
                            <a:noFill/>
                          </a:ln>
                          <a:solidFill>
                            <a:schemeClr val="tx1"/>
                          </a:solidFill>
                          <a:effectLst/>
                          <a:latin typeface="Arial" pitchFamily="34" charset="0"/>
                        </a:rPr>
                        <a:t>(Örnek Varyansı)</a:t>
                      </a:r>
                    </a:p>
                  </a:txBody>
                  <a:tcPr marT="45722" marB="4572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6673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tr-TR" sz="2400" b="0" i="0" u="none" strike="noStrike" cap="none" normalizeH="0" baseline="0">
                          <a:ln>
                            <a:noFill/>
                          </a:ln>
                          <a:solidFill>
                            <a:schemeClr val="tx1"/>
                          </a:solidFill>
                          <a:effectLst/>
                          <a:latin typeface="Symbol" pitchFamily="18" charset="2"/>
                        </a:rPr>
                        <a:t>P</a:t>
                      </a:r>
                      <a:endParaRPr kumimoji="0" lang="tr-TR" sz="2400" b="0" i="0" u="none" strike="noStrike" cap="none" normalizeH="0" baseline="0">
                        <a:ln>
                          <a:noFill/>
                        </a:ln>
                        <a:solidFill>
                          <a:schemeClr val="tx1"/>
                        </a:solidFill>
                        <a:effectLst/>
                        <a:latin typeface="Arial" pitchFamily="34"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tr-TR" sz="2000" b="0" i="0" u="none" strike="noStrike" cap="none" normalizeH="0" baseline="0">
                          <a:ln>
                            <a:noFill/>
                          </a:ln>
                          <a:solidFill>
                            <a:schemeClr val="tx1"/>
                          </a:solidFill>
                          <a:effectLst/>
                          <a:latin typeface="Arial" pitchFamily="34" charset="0"/>
                        </a:rPr>
                        <a:t>(Anakütle Oranı )</a:t>
                      </a:r>
                    </a:p>
                  </a:txBody>
                  <a:tcPr marT="45722" marB="4572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tr-TR" sz="2000" b="0" i="0" u="none" strike="noStrike" cap="none" normalizeH="0" baseline="0" dirty="0">
                        <a:ln>
                          <a:noFill/>
                        </a:ln>
                        <a:solidFill>
                          <a:schemeClr val="tx1"/>
                        </a:solidFill>
                        <a:effectLst/>
                        <a:latin typeface="Arial" pitchFamily="34"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tr-TR" sz="2400" b="0" i="0" u="none" strike="noStrike" cap="none" normalizeH="0" baseline="0" dirty="0">
                          <a:ln>
                            <a:noFill/>
                          </a:ln>
                          <a:solidFill>
                            <a:schemeClr val="tx1"/>
                          </a:solidFill>
                          <a:effectLst/>
                          <a:latin typeface="Arial" pitchFamily="34" charset="0"/>
                        </a:rPr>
                        <a:t>p</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tr-TR" sz="2000" b="0" i="0" u="none" strike="noStrike" cap="none" normalizeH="0" baseline="0" dirty="0">
                          <a:ln>
                            <a:noFill/>
                          </a:ln>
                          <a:solidFill>
                            <a:schemeClr val="tx1"/>
                          </a:solidFill>
                          <a:effectLst/>
                          <a:latin typeface="Arial" pitchFamily="34" charset="0"/>
                        </a:rPr>
                        <a:t>(Örnek Oranı )</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tr-TR" sz="2000" b="0" i="0" u="none" strike="noStrike" cap="none" normalizeH="0" baseline="0" dirty="0">
                        <a:ln>
                          <a:noFill/>
                        </a:ln>
                        <a:solidFill>
                          <a:schemeClr val="tx1"/>
                        </a:solidFill>
                        <a:effectLst/>
                        <a:latin typeface="Arial" pitchFamily="34" charset="0"/>
                      </a:endParaRPr>
                    </a:p>
                  </a:txBody>
                  <a:tcPr marT="45722" marB="45722"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050" name="Object 49">
            <a:extLst>
              <a:ext uri="{FF2B5EF4-FFF2-40B4-BE49-F238E27FC236}">
                <a16:creationId xmlns:a16="http://schemas.microsoft.com/office/drawing/2014/main" id="{1ADD3D34-1397-2006-68C6-0F88DB3A31CC}"/>
              </a:ext>
            </a:extLst>
          </p:cNvPr>
          <p:cNvGraphicFramePr>
            <a:graphicFrameLocks noGrp="1" noChangeAspect="1"/>
          </p:cNvGraphicFramePr>
          <p:nvPr>
            <p:ph sz="quarter" idx="2"/>
          </p:nvPr>
        </p:nvGraphicFramePr>
        <p:xfrm>
          <a:off x="5715000" y="2895600"/>
          <a:ext cx="450850" cy="533400"/>
        </p:xfrm>
        <a:graphic>
          <a:graphicData uri="http://schemas.openxmlformats.org/presentationml/2006/ole">
            <mc:AlternateContent xmlns:mc="http://schemas.openxmlformats.org/markup-compatibility/2006">
              <mc:Choice xmlns:v="urn:schemas-microsoft-com:vml" Requires="v">
                <p:oleObj name="Denklem" r:id="rId2" imgW="139680" imgH="164880" progId="Equation.3">
                  <p:embed/>
                </p:oleObj>
              </mc:Choice>
              <mc:Fallback>
                <p:oleObj name="Denklem" r:id="rId2" imgW="139680" imgH="164880" progId="Equation.3">
                  <p:embed/>
                  <p:pic>
                    <p:nvPicPr>
                      <p:cNvPr id="2050" name="Object 49">
                        <a:extLst>
                          <a:ext uri="{FF2B5EF4-FFF2-40B4-BE49-F238E27FC236}">
                            <a16:creationId xmlns:a16="http://schemas.microsoft.com/office/drawing/2014/main" id="{1ADD3D34-1397-2006-68C6-0F88DB3A31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2895600"/>
                        <a:ext cx="4508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70" name="Oval 3">
            <a:extLst>
              <a:ext uri="{FF2B5EF4-FFF2-40B4-BE49-F238E27FC236}">
                <a16:creationId xmlns:a16="http://schemas.microsoft.com/office/drawing/2014/main" id="{55F6A8D9-3EE2-49C2-91C7-8313045B0644}"/>
              </a:ext>
            </a:extLst>
          </p:cNvPr>
          <p:cNvSpPr>
            <a:spLocks noChangeArrowheads="1"/>
          </p:cNvSpPr>
          <p:nvPr/>
        </p:nvSpPr>
        <p:spPr bwMode="auto">
          <a:xfrm>
            <a:off x="2971800" y="1676400"/>
            <a:ext cx="2362200" cy="34290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2071" name="Text Box 4">
            <a:extLst>
              <a:ext uri="{FF2B5EF4-FFF2-40B4-BE49-F238E27FC236}">
                <a16:creationId xmlns:a16="http://schemas.microsoft.com/office/drawing/2014/main" id="{37FCE4DC-E076-FD53-FE10-B16EA9ED074B}"/>
              </a:ext>
            </a:extLst>
          </p:cNvPr>
          <p:cNvSpPr txBox="1">
            <a:spLocks noChangeArrowheads="1"/>
          </p:cNvSpPr>
          <p:nvPr/>
        </p:nvSpPr>
        <p:spPr bwMode="auto">
          <a:xfrm>
            <a:off x="838200" y="1676400"/>
            <a:ext cx="7239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spcBef>
                <a:spcPct val="50000"/>
              </a:spcBef>
            </a:pPr>
            <a:endParaRPr lang="tr-TR" altLang="tr-TR"/>
          </a:p>
        </p:txBody>
      </p:sp>
      <p:sp>
        <p:nvSpPr>
          <p:cNvPr id="2072" name="Rectangle 5">
            <a:extLst>
              <a:ext uri="{FF2B5EF4-FFF2-40B4-BE49-F238E27FC236}">
                <a16:creationId xmlns:a16="http://schemas.microsoft.com/office/drawing/2014/main" id="{A040E6DD-1579-03BD-15E9-7A2786440219}"/>
              </a:ext>
            </a:extLst>
          </p:cNvPr>
          <p:cNvSpPr>
            <a:spLocks noChangeArrowheads="1"/>
          </p:cNvSpPr>
          <p:nvPr/>
        </p:nvSpPr>
        <p:spPr bwMode="auto">
          <a:xfrm rot="10799134" flipV="1">
            <a:off x="455613" y="1143000"/>
            <a:ext cx="868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57188" indent="-357188"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spcBef>
                <a:spcPct val="20000"/>
              </a:spcBef>
            </a:pPr>
            <a:r>
              <a:rPr lang="tr-TR" altLang="tr-TR" sz="2800" b="0" i="0"/>
              <a:t> </a:t>
            </a:r>
          </a:p>
        </p:txBody>
      </p:sp>
      <p:sp>
        <p:nvSpPr>
          <p:cNvPr id="2073" name="Text Box 61">
            <a:extLst>
              <a:ext uri="{FF2B5EF4-FFF2-40B4-BE49-F238E27FC236}">
                <a16:creationId xmlns:a16="http://schemas.microsoft.com/office/drawing/2014/main" id="{F888406A-86B4-2C5E-7F40-1069EAD3142E}"/>
              </a:ext>
            </a:extLst>
          </p:cNvPr>
          <p:cNvSpPr txBox="1">
            <a:spLocks noChangeArrowheads="1"/>
          </p:cNvSpPr>
          <p:nvPr/>
        </p:nvSpPr>
        <p:spPr bwMode="auto">
          <a:xfrm>
            <a:off x="381000" y="1143000"/>
            <a:ext cx="853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spcBef>
                <a:spcPct val="50000"/>
              </a:spcBef>
            </a:pPr>
            <a:r>
              <a:rPr lang="tr-TR" altLang="tr-TR" sz="2400"/>
              <a:t>Anakütle Parametreleri ve Tahminleyicileri</a:t>
            </a:r>
          </a:p>
        </p:txBody>
      </p:sp>
      <p:sp>
        <p:nvSpPr>
          <p:cNvPr id="32838" name="yazar_dipnot"/>
          <p:cNvSpPr txBox="1"/>
          <p:nvPr/>
        </p:nvSpPr>
        <p:spPr>
          <a:xfrm>
            <a:off x="300000" y="6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4 Slayt Numarası Yer Tutucusu">
            <a:extLst>
              <a:ext uri="{FF2B5EF4-FFF2-40B4-BE49-F238E27FC236}">
                <a16:creationId xmlns:a16="http://schemas.microsoft.com/office/drawing/2014/main" id="{852AB319-1D6D-E81D-B78F-13A544D542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74919E6A-94AF-4C40-848D-3770824B1F2C}" type="slidenum">
              <a:rPr lang="tr-TR" altLang="tr-TR" b="0" i="0"/>
              <a:pPr eaLnBrk="1" hangingPunct="1"/>
              <a:t>22</a:t>
            </a:fld>
            <a:endParaRPr lang="tr-TR" altLang="tr-TR" b="0" i="0"/>
          </a:p>
        </p:txBody>
      </p:sp>
      <p:sp>
        <p:nvSpPr>
          <p:cNvPr id="48131" name="Rectangle 2">
            <a:extLst>
              <a:ext uri="{FF2B5EF4-FFF2-40B4-BE49-F238E27FC236}">
                <a16:creationId xmlns:a16="http://schemas.microsoft.com/office/drawing/2014/main" id="{312DDDFA-A145-9338-1474-CC51DD3197C8}"/>
              </a:ext>
            </a:extLst>
          </p:cNvPr>
          <p:cNvSpPr>
            <a:spLocks noGrp="1" noChangeArrowheads="1"/>
          </p:cNvSpPr>
          <p:nvPr>
            <p:ph type="title"/>
          </p:nvPr>
        </p:nvSpPr>
        <p:spPr>
          <a:xfrm>
            <a:off x="609600" y="381000"/>
            <a:ext cx="7772400" cy="1143000"/>
          </a:xfrm>
        </p:spPr>
        <p:txBody>
          <a:bodyPr/>
          <a:lstStyle/>
          <a:p>
            <a:pPr eaLnBrk="1" hangingPunct="1"/>
            <a:r>
              <a:rPr lang="tr-TR" altLang="tr-TR" dirty="0"/>
              <a:t> </a:t>
            </a:r>
            <a:r>
              <a:rPr lang="tr-TR" altLang="tr-TR" dirty="0">
                <a:solidFill>
                  <a:srgbClr val="00B050"/>
                </a:solidFill>
              </a:rPr>
              <a:t>Anakütle-Örnek İlişkisi-III</a:t>
            </a:r>
            <a:endParaRPr lang="en-US" altLang="tr-TR" dirty="0">
              <a:solidFill>
                <a:srgbClr val="00B050"/>
              </a:solidFill>
            </a:endParaRPr>
          </a:p>
        </p:txBody>
      </p:sp>
      <p:sp>
        <p:nvSpPr>
          <p:cNvPr id="48132" name="Oval 3">
            <a:extLst>
              <a:ext uri="{FF2B5EF4-FFF2-40B4-BE49-F238E27FC236}">
                <a16:creationId xmlns:a16="http://schemas.microsoft.com/office/drawing/2014/main" id="{FE6C3D62-C48A-9654-21CA-12A8D9085C59}"/>
              </a:ext>
            </a:extLst>
          </p:cNvPr>
          <p:cNvSpPr>
            <a:spLocks noChangeArrowheads="1"/>
          </p:cNvSpPr>
          <p:nvPr/>
        </p:nvSpPr>
        <p:spPr bwMode="auto">
          <a:xfrm>
            <a:off x="2971800" y="1676400"/>
            <a:ext cx="2362200" cy="34290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round/>
                <a:headEnd/>
                <a:tailEnd/>
              </a14:hiddenLine>
            </a:ext>
          </a:extLst>
        </p:spPr>
        <p:txBody>
          <a:bodyPr wrap="none"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48133" name="Oval 4">
            <a:extLst>
              <a:ext uri="{FF2B5EF4-FFF2-40B4-BE49-F238E27FC236}">
                <a16:creationId xmlns:a16="http://schemas.microsoft.com/office/drawing/2014/main" id="{FFF175CB-E617-E439-3B25-427521C06552}"/>
              </a:ext>
            </a:extLst>
          </p:cNvPr>
          <p:cNvSpPr>
            <a:spLocks noChangeArrowheads="1"/>
          </p:cNvSpPr>
          <p:nvPr/>
        </p:nvSpPr>
        <p:spPr bwMode="auto">
          <a:xfrm>
            <a:off x="3505200" y="1828800"/>
            <a:ext cx="2057400" cy="3352800"/>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endParaRPr lang="tr-TR" altLang="tr-TR" sz="1900" i="0">
              <a:solidFill>
                <a:srgbClr val="000000"/>
              </a:solidFill>
            </a:endParaRPr>
          </a:p>
        </p:txBody>
      </p:sp>
      <p:sp>
        <p:nvSpPr>
          <p:cNvPr id="48134" name="AutoShape 5">
            <a:extLst>
              <a:ext uri="{FF2B5EF4-FFF2-40B4-BE49-F238E27FC236}">
                <a16:creationId xmlns:a16="http://schemas.microsoft.com/office/drawing/2014/main" id="{E1C6626B-18BE-80FC-8B19-FD5B89B32B85}"/>
              </a:ext>
            </a:extLst>
          </p:cNvPr>
          <p:cNvSpPr>
            <a:spLocks noChangeArrowheads="1"/>
          </p:cNvSpPr>
          <p:nvPr/>
        </p:nvSpPr>
        <p:spPr bwMode="auto">
          <a:xfrm>
            <a:off x="4114800" y="2438400"/>
            <a:ext cx="76200" cy="152400"/>
          </a:xfrm>
          <a:prstGeom prst="flowChartConnector">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48135" name="AutoShape 6">
            <a:extLst>
              <a:ext uri="{FF2B5EF4-FFF2-40B4-BE49-F238E27FC236}">
                <a16:creationId xmlns:a16="http://schemas.microsoft.com/office/drawing/2014/main" id="{9A380BEA-EE8D-A285-550F-310BB912CBFD}"/>
              </a:ext>
            </a:extLst>
          </p:cNvPr>
          <p:cNvSpPr>
            <a:spLocks noChangeArrowheads="1"/>
          </p:cNvSpPr>
          <p:nvPr/>
        </p:nvSpPr>
        <p:spPr bwMode="auto">
          <a:xfrm>
            <a:off x="4038600" y="3124200"/>
            <a:ext cx="76200" cy="152400"/>
          </a:xfrm>
          <a:prstGeom prst="flowChartConnector">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48136" name="AutoShape 7">
            <a:extLst>
              <a:ext uri="{FF2B5EF4-FFF2-40B4-BE49-F238E27FC236}">
                <a16:creationId xmlns:a16="http://schemas.microsoft.com/office/drawing/2014/main" id="{91BAD543-7A89-1201-D146-660D7D31DECD}"/>
              </a:ext>
            </a:extLst>
          </p:cNvPr>
          <p:cNvSpPr>
            <a:spLocks noChangeArrowheads="1"/>
          </p:cNvSpPr>
          <p:nvPr/>
        </p:nvSpPr>
        <p:spPr bwMode="auto">
          <a:xfrm>
            <a:off x="4724400" y="3124200"/>
            <a:ext cx="76200" cy="152400"/>
          </a:xfrm>
          <a:prstGeom prst="flowChartConnector">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48137" name="AutoShape 8">
            <a:extLst>
              <a:ext uri="{FF2B5EF4-FFF2-40B4-BE49-F238E27FC236}">
                <a16:creationId xmlns:a16="http://schemas.microsoft.com/office/drawing/2014/main" id="{3F95DBDC-5DB1-D4D1-65F6-8C4CC99DD758}"/>
              </a:ext>
            </a:extLst>
          </p:cNvPr>
          <p:cNvSpPr>
            <a:spLocks noChangeArrowheads="1"/>
          </p:cNvSpPr>
          <p:nvPr/>
        </p:nvSpPr>
        <p:spPr bwMode="auto">
          <a:xfrm>
            <a:off x="4800600" y="2438400"/>
            <a:ext cx="76200" cy="152400"/>
          </a:xfrm>
          <a:prstGeom prst="flowChartConnector">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48138" name="AutoShape 9">
            <a:extLst>
              <a:ext uri="{FF2B5EF4-FFF2-40B4-BE49-F238E27FC236}">
                <a16:creationId xmlns:a16="http://schemas.microsoft.com/office/drawing/2014/main" id="{F5D1CA15-3AF3-2A92-2DE6-AEA389457B3A}"/>
              </a:ext>
            </a:extLst>
          </p:cNvPr>
          <p:cNvSpPr>
            <a:spLocks noChangeArrowheads="1"/>
          </p:cNvSpPr>
          <p:nvPr/>
        </p:nvSpPr>
        <p:spPr bwMode="auto">
          <a:xfrm>
            <a:off x="3962400" y="3657600"/>
            <a:ext cx="76200" cy="152400"/>
          </a:xfrm>
          <a:prstGeom prst="flowChartConnector">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48139" name="AutoShape 10">
            <a:extLst>
              <a:ext uri="{FF2B5EF4-FFF2-40B4-BE49-F238E27FC236}">
                <a16:creationId xmlns:a16="http://schemas.microsoft.com/office/drawing/2014/main" id="{FA13373F-A88C-1DE4-45AA-A647AFE1D38B}"/>
              </a:ext>
            </a:extLst>
          </p:cNvPr>
          <p:cNvSpPr>
            <a:spLocks noChangeArrowheads="1"/>
          </p:cNvSpPr>
          <p:nvPr/>
        </p:nvSpPr>
        <p:spPr bwMode="auto">
          <a:xfrm>
            <a:off x="4953000" y="3886200"/>
            <a:ext cx="76200" cy="152400"/>
          </a:xfrm>
          <a:prstGeom prst="flowChartConnector">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48140" name="AutoShape 11">
            <a:extLst>
              <a:ext uri="{FF2B5EF4-FFF2-40B4-BE49-F238E27FC236}">
                <a16:creationId xmlns:a16="http://schemas.microsoft.com/office/drawing/2014/main" id="{7B725E68-0ABC-578D-5C6C-F3356C1C056B}"/>
              </a:ext>
            </a:extLst>
          </p:cNvPr>
          <p:cNvSpPr>
            <a:spLocks noChangeArrowheads="1"/>
          </p:cNvSpPr>
          <p:nvPr/>
        </p:nvSpPr>
        <p:spPr bwMode="auto">
          <a:xfrm>
            <a:off x="4343400" y="4191000"/>
            <a:ext cx="76200" cy="152400"/>
          </a:xfrm>
          <a:prstGeom prst="flowChartConnector">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48141" name="AutoShape 12">
            <a:extLst>
              <a:ext uri="{FF2B5EF4-FFF2-40B4-BE49-F238E27FC236}">
                <a16:creationId xmlns:a16="http://schemas.microsoft.com/office/drawing/2014/main" id="{DD64288A-B41C-1F01-8603-48E614ECC1F8}"/>
              </a:ext>
            </a:extLst>
          </p:cNvPr>
          <p:cNvSpPr>
            <a:spLocks noChangeArrowheads="1"/>
          </p:cNvSpPr>
          <p:nvPr/>
        </p:nvSpPr>
        <p:spPr bwMode="auto">
          <a:xfrm>
            <a:off x="1982788" y="3097213"/>
            <a:ext cx="377825" cy="511175"/>
          </a:xfrm>
          <a:prstGeom prst="flowChartConnector">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r>
              <a:rPr lang="tr-TR" altLang="tr-TR" sz="1900" i="0">
                <a:solidFill>
                  <a:srgbClr val="000000"/>
                </a:solidFill>
              </a:rPr>
              <a:t>n</a:t>
            </a:r>
          </a:p>
        </p:txBody>
      </p:sp>
      <p:sp>
        <p:nvSpPr>
          <p:cNvPr id="48142" name="Line 13">
            <a:extLst>
              <a:ext uri="{FF2B5EF4-FFF2-40B4-BE49-F238E27FC236}">
                <a16:creationId xmlns:a16="http://schemas.microsoft.com/office/drawing/2014/main" id="{736649A8-D426-BC27-8100-6D6D18577536}"/>
              </a:ext>
            </a:extLst>
          </p:cNvPr>
          <p:cNvSpPr>
            <a:spLocks noChangeShapeType="1"/>
          </p:cNvSpPr>
          <p:nvPr/>
        </p:nvSpPr>
        <p:spPr bwMode="auto">
          <a:xfrm flipV="1">
            <a:off x="2362200" y="2514600"/>
            <a:ext cx="1752600" cy="914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tr-TR"/>
          </a:p>
        </p:txBody>
      </p:sp>
      <p:sp>
        <p:nvSpPr>
          <p:cNvPr id="48143" name="Line 14">
            <a:extLst>
              <a:ext uri="{FF2B5EF4-FFF2-40B4-BE49-F238E27FC236}">
                <a16:creationId xmlns:a16="http://schemas.microsoft.com/office/drawing/2014/main" id="{D2008012-87E5-C249-DF89-28D9BC7E9333}"/>
              </a:ext>
            </a:extLst>
          </p:cNvPr>
          <p:cNvSpPr>
            <a:spLocks noChangeShapeType="1"/>
          </p:cNvSpPr>
          <p:nvPr/>
        </p:nvSpPr>
        <p:spPr bwMode="auto">
          <a:xfrm flipV="1">
            <a:off x="2362200" y="3200400"/>
            <a:ext cx="1752600"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tr-TR"/>
          </a:p>
        </p:txBody>
      </p:sp>
      <p:sp>
        <p:nvSpPr>
          <p:cNvPr id="48144" name="Line 15">
            <a:extLst>
              <a:ext uri="{FF2B5EF4-FFF2-40B4-BE49-F238E27FC236}">
                <a16:creationId xmlns:a16="http://schemas.microsoft.com/office/drawing/2014/main" id="{E5D3EB8E-E041-7C7A-B02B-99FEBB6C77D9}"/>
              </a:ext>
            </a:extLst>
          </p:cNvPr>
          <p:cNvSpPr>
            <a:spLocks noChangeShapeType="1"/>
          </p:cNvSpPr>
          <p:nvPr/>
        </p:nvSpPr>
        <p:spPr bwMode="auto">
          <a:xfrm>
            <a:off x="2438400" y="3429000"/>
            <a:ext cx="1524000" cy="304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tr-TR"/>
          </a:p>
        </p:txBody>
      </p:sp>
      <p:sp>
        <p:nvSpPr>
          <p:cNvPr id="48145" name="Text Box 16">
            <a:extLst>
              <a:ext uri="{FF2B5EF4-FFF2-40B4-BE49-F238E27FC236}">
                <a16:creationId xmlns:a16="http://schemas.microsoft.com/office/drawing/2014/main" id="{8B9D00A9-5CB6-5249-B073-F781F2F6475B}"/>
              </a:ext>
            </a:extLst>
          </p:cNvPr>
          <p:cNvSpPr txBox="1">
            <a:spLocks noChangeArrowheads="1"/>
          </p:cNvSpPr>
          <p:nvPr/>
        </p:nvSpPr>
        <p:spPr bwMode="auto">
          <a:xfrm>
            <a:off x="1600200" y="2743200"/>
            <a:ext cx="9144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1900" i="0">
                <a:solidFill>
                  <a:srgbClr val="000000"/>
                </a:solidFill>
              </a:rPr>
              <a:t>Örnek</a:t>
            </a:r>
          </a:p>
        </p:txBody>
      </p:sp>
      <p:sp>
        <p:nvSpPr>
          <p:cNvPr id="48146" name="AutoShape 17">
            <a:extLst>
              <a:ext uri="{FF2B5EF4-FFF2-40B4-BE49-F238E27FC236}">
                <a16:creationId xmlns:a16="http://schemas.microsoft.com/office/drawing/2014/main" id="{EACF47CE-A66F-CA7B-CFAC-207CCA063E32}"/>
              </a:ext>
            </a:extLst>
          </p:cNvPr>
          <p:cNvSpPr>
            <a:spLocks noChangeArrowheads="1"/>
          </p:cNvSpPr>
          <p:nvPr/>
        </p:nvSpPr>
        <p:spPr bwMode="auto">
          <a:xfrm>
            <a:off x="2057400" y="4876800"/>
            <a:ext cx="457200" cy="511175"/>
          </a:xfrm>
          <a:prstGeom prst="flowChartConnector">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r>
              <a:rPr lang="tr-TR" altLang="tr-TR" sz="1900" i="0">
                <a:solidFill>
                  <a:srgbClr val="000000"/>
                </a:solidFill>
              </a:rPr>
              <a:t>x</a:t>
            </a:r>
          </a:p>
        </p:txBody>
      </p:sp>
      <p:sp>
        <p:nvSpPr>
          <p:cNvPr id="48147" name="Line 18">
            <a:extLst>
              <a:ext uri="{FF2B5EF4-FFF2-40B4-BE49-F238E27FC236}">
                <a16:creationId xmlns:a16="http://schemas.microsoft.com/office/drawing/2014/main" id="{0AA97A86-C340-57D3-0270-F4FB14AEBB2A}"/>
              </a:ext>
            </a:extLst>
          </p:cNvPr>
          <p:cNvSpPr>
            <a:spLocks noChangeShapeType="1"/>
          </p:cNvSpPr>
          <p:nvPr/>
        </p:nvSpPr>
        <p:spPr bwMode="auto">
          <a:xfrm>
            <a:off x="2438400" y="5257800"/>
            <a:ext cx="76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lIns="90488" tIns="44450" rIns="90488" bIns="44450">
            <a:spAutoFit/>
          </a:bodyPr>
          <a:lstStyle/>
          <a:p>
            <a:endParaRPr lang="tr-TR"/>
          </a:p>
        </p:txBody>
      </p:sp>
      <p:sp>
        <p:nvSpPr>
          <p:cNvPr id="48148" name="Line 19">
            <a:extLst>
              <a:ext uri="{FF2B5EF4-FFF2-40B4-BE49-F238E27FC236}">
                <a16:creationId xmlns:a16="http://schemas.microsoft.com/office/drawing/2014/main" id="{665DA24B-54D8-8469-C490-B7F910E0B56C}"/>
              </a:ext>
            </a:extLst>
          </p:cNvPr>
          <p:cNvSpPr>
            <a:spLocks noChangeShapeType="1"/>
          </p:cNvSpPr>
          <p:nvPr/>
        </p:nvSpPr>
        <p:spPr bwMode="auto">
          <a:xfrm>
            <a:off x="2209800" y="5029200"/>
            <a:ext cx="1524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tr-TR"/>
          </a:p>
        </p:txBody>
      </p:sp>
      <p:sp>
        <p:nvSpPr>
          <p:cNvPr id="48149" name="Line 20">
            <a:extLst>
              <a:ext uri="{FF2B5EF4-FFF2-40B4-BE49-F238E27FC236}">
                <a16:creationId xmlns:a16="http://schemas.microsoft.com/office/drawing/2014/main" id="{C1860927-F819-9CE9-C6D3-2725C9D1EECF}"/>
              </a:ext>
            </a:extLst>
          </p:cNvPr>
          <p:cNvSpPr>
            <a:spLocks noChangeShapeType="1"/>
          </p:cNvSpPr>
          <p:nvPr/>
        </p:nvSpPr>
        <p:spPr bwMode="auto">
          <a:xfrm>
            <a:off x="2133600" y="3581400"/>
            <a:ext cx="228600" cy="1295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tr-TR"/>
          </a:p>
        </p:txBody>
      </p:sp>
      <p:sp>
        <p:nvSpPr>
          <p:cNvPr id="48150" name="Text Box 21">
            <a:extLst>
              <a:ext uri="{FF2B5EF4-FFF2-40B4-BE49-F238E27FC236}">
                <a16:creationId xmlns:a16="http://schemas.microsoft.com/office/drawing/2014/main" id="{02160942-3A62-A9FF-D007-E00BB328615F}"/>
              </a:ext>
            </a:extLst>
          </p:cNvPr>
          <p:cNvSpPr txBox="1">
            <a:spLocks noChangeArrowheads="1"/>
          </p:cNvSpPr>
          <p:nvPr/>
        </p:nvSpPr>
        <p:spPr bwMode="auto">
          <a:xfrm>
            <a:off x="381000" y="3962400"/>
            <a:ext cx="198120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spcBef>
                <a:spcPct val="50000"/>
              </a:spcBef>
            </a:pPr>
            <a:r>
              <a:rPr lang="tr-TR" altLang="tr-TR" sz="1600" i="0">
                <a:solidFill>
                  <a:srgbClr val="000000"/>
                </a:solidFill>
              </a:rPr>
              <a:t>Örnek verilerinin analizi</a:t>
            </a:r>
          </a:p>
        </p:txBody>
      </p:sp>
      <p:sp>
        <p:nvSpPr>
          <p:cNvPr id="48151" name="Rectangle 22">
            <a:extLst>
              <a:ext uri="{FF2B5EF4-FFF2-40B4-BE49-F238E27FC236}">
                <a16:creationId xmlns:a16="http://schemas.microsoft.com/office/drawing/2014/main" id="{20C293BE-7885-1545-8154-90A92B42A6D5}"/>
              </a:ext>
            </a:extLst>
          </p:cNvPr>
          <p:cNvSpPr>
            <a:spLocks noChangeArrowheads="1"/>
          </p:cNvSpPr>
          <p:nvPr/>
        </p:nvSpPr>
        <p:spPr bwMode="auto">
          <a:xfrm>
            <a:off x="2281238" y="5487988"/>
            <a:ext cx="2008187" cy="377825"/>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r>
              <a:rPr lang="tr-TR" altLang="tr-TR" sz="1900" i="0">
                <a:solidFill>
                  <a:srgbClr val="000000"/>
                </a:solidFill>
              </a:rPr>
              <a:t>Örnek İstatistiği</a:t>
            </a:r>
          </a:p>
        </p:txBody>
      </p:sp>
      <p:sp>
        <p:nvSpPr>
          <p:cNvPr id="48152" name="Line 23">
            <a:extLst>
              <a:ext uri="{FF2B5EF4-FFF2-40B4-BE49-F238E27FC236}">
                <a16:creationId xmlns:a16="http://schemas.microsoft.com/office/drawing/2014/main" id="{6F448E89-D711-2F81-5183-45E6CB9A62B8}"/>
              </a:ext>
            </a:extLst>
          </p:cNvPr>
          <p:cNvSpPr>
            <a:spLocks noChangeShapeType="1"/>
          </p:cNvSpPr>
          <p:nvPr/>
        </p:nvSpPr>
        <p:spPr bwMode="auto">
          <a:xfrm>
            <a:off x="2438400" y="5181600"/>
            <a:ext cx="914400" cy="304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90488" tIns="44450" rIns="90488" bIns="44450">
            <a:spAutoFit/>
          </a:bodyPr>
          <a:lstStyle/>
          <a:p>
            <a:endParaRPr lang="tr-TR"/>
          </a:p>
        </p:txBody>
      </p:sp>
      <p:sp>
        <p:nvSpPr>
          <p:cNvPr id="48153" name="Text Box 24">
            <a:extLst>
              <a:ext uri="{FF2B5EF4-FFF2-40B4-BE49-F238E27FC236}">
                <a16:creationId xmlns:a16="http://schemas.microsoft.com/office/drawing/2014/main" id="{30AACEAD-C648-469C-E34B-13180612FD47}"/>
              </a:ext>
            </a:extLst>
          </p:cNvPr>
          <p:cNvSpPr txBox="1">
            <a:spLocks noChangeArrowheads="1"/>
          </p:cNvSpPr>
          <p:nvPr/>
        </p:nvSpPr>
        <p:spPr bwMode="auto">
          <a:xfrm>
            <a:off x="5486400" y="2209800"/>
            <a:ext cx="28956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spcBef>
                <a:spcPct val="50000"/>
              </a:spcBef>
            </a:pPr>
            <a:r>
              <a:rPr lang="tr-TR" altLang="tr-TR" sz="1900" i="0">
                <a:solidFill>
                  <a:srgbClr val="000000"/>
                </a:solidFill>
              </a:rPr>
              <a:t>Anakütle parametresi </a:t>
            </a:r>
            <a:r>
              <a:rPr lang="tr-TR" altLang="tr-TR" sz="1900" i="0">
                <a:solidFill>
                  <a:srgbClr val="000000"/>
                </a:solidFill>
                <a:sym typeface="Symbol" panose="05050102010706020507" pitchFamily="18" charset="2"/>
              </a:rPr>
              <a:t></a:t>
            </a:r>
            <a:endParaRPr lang="tr-TR" altLang="tr-TR" sz="1900" i="0">
              <a:solidFill>
                <a:srgbClr val="000000"/>
              </a:solidFill>
            </a:endParaRPr>
          </a:p>
        </p:txBody>
      </p:sp>
      <p:sp>
        <p:nvSpPr>
          <p:cNvPr id="48154" name="Rectangle 25">
            <a:extLst>
              <a:ext uri="{FF2B5EF4-FFF2-40B4-BE49-F238E27FC236}">
                <a16:creationId xmlns:a16="http://schemas.microsoft.com/office/drawing/2014/main" id="{462EDD49-930B-A9D4-18E7-9A847595697C}"/>
              </a:ext>
            </a:extLst>
          </p:cNvPr>
          <p:cNvSpPr>
            <a:spLocks noChangeArrowheads="1"/>
          </p:cNvSpPr>
          <p:nvPr/>
        </p:nvSpPr>
        <p:spPr bwMode="auto">
          <a:xfrm>
            <a:off x="4114800" y="1524000"/>
            <a:ext cx="120332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r>
              <a:rPr lang="tr-TR" altLang="tr-TR" sz="1900" i="0">
                <a:solidFill>
                  <a:srgbClr val="000000"/>
                </a:solidFill>
              </a:rPr>
              <a:t>Anakütle</a:t>
            </a:r>
          </a:p>
          <a:p>
            <a:pPr algn="ctr"/>
            <a:r>
              <a:rPr lang="tr-TR" altLang="tr-TR" sz="1900" i="0">
                <a:solidFill>
                  <a:srgbClr val="000000"/>
                </a:solidFill>
              </a:rPr>
              <a:t>N</a:t>
            </a:r>
          </a:p>
        </p:txBody>
      </p:sp>
      <p:sp>
        <p:nvSpPr>
          <p:cNvPr id="48155" name="Text Box 26">
            <a:extLst>
              <a:ext uri="{FF2B5EF4-FFF2-40B4-BE49-F238E27FC236}">
                <a16:creationId xmlns:a16="http://schemas.microsoft.com/office/drawing/2014/main" id="{74019355-C84E-B1D6-8C77-BB100C93DAC9}"/>
              </a:ext>
            </a:extLst>
          </p:cNvPr>
          <p:cNvSpPr txBox="1">
            <a:spLocks noChangeArrowheads="1"/>
          </p:cNvSpPr>
          <p:nvPr/>
        </p:nvSpPr>
        <p:spPr bwMode="auto">
          <a:xfrm>
            <a:off x="5638800" y="2971800"/>
            <a:ext cx="3505200" cy="297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a:spcBef>
                <a:spcPct val="50000"/>
              </a:spcBef>
            </a:pPr>
            <a:r>
              <a:rPr lang="tr-TR" altLang="tr-TR" sz="1900" i="0">
                <a:solidFill>
                  <a:srgbClr val="000000"/>
                </a:solidFill>
              </a:rPr>
              <a:t>Örnekten elde edilen örnek istatistiği x anakütle parametresi </a:t>
            </a:r>
            <a:r>
              <a:rPr lang="tr-TR" altLang="tr-TR" sz="1900" i="0">
                <a:solidFill>
                  <a:srgbClr val="000000"/>
                </a:solidFill>
                <a:sym typeface="Symbol" panose="05050102010706020507" pitchFamily="18" charset="2"/>
              </a:rPr>
              <a:t>’ ye ne kadar yakın ise yapılan çalışma o kadar iyidir. </a:t>
            </a:r>
          </a:p>
          <a:p>
            <a:pPr algn="just">
              <a:spcBef>
                <a:spcPct val="50000"/>
              </a:spcBef>
            </a:pPr>
            <a:r>
              <a:rPr lang="tr-TR" altLang="tr-TR" sz="1900" i="0">
                <a:solidFill>
                  <a:srgbClr val="000000"/>
                </a:solidFill>
                <a:sym typeface="Symbol" panose="05050102010706020507" pitchFamily="18" charset="2"/>
              </a:rPr>
              <a:t> Anakütle için yapılacak yorumlar o kadar tutarlı olacaktır.</a:t>
            </a:r>
            <a:endParaRPr lang="tr-TR" altLang="tr-TR" sz="1900" i="0">
              <a:solidFill>
                <a:srgbClr val="000000"/>
              </a:solidFill>
            </a:endParaRPr>
          </a:p>
          <a:p>
            <a:pPr>
              <a:spcBef>
                <a:spcPct val="50000"/>
              </a:spcBef>
            </a:pPr>
            <a:endParaRPr lang="tr-TR" altLang="tr-TR" sz="1900" i="0">
              <a:solidFill>
                <a:srgbClr val="000000"/>
              </a:solidFill>
            </a:endParaRPr>
          </a:p>
        </p:txBody>
      </p:sp>
      <p:sp>
        <p:nvSpPr>
          <p:cNvPr id="48156" name="Line 27">
            <a:extLst>
              <a:ext uri="{FF2B5EF4-FFF2-40B4-BE49-F238E27FC236}">
                <a16:creationId xmlns:a16="http://schemas.microsoft.com/office/drawing/2014/main" id="{CC9A6BC5-55E0-2B01-2A2F-162E0DC1222F}"/>
              </a:ext>
            </a:extLst>
          </p:cNvPr>
          <p:cNvSpPr>
            <a:spLocks noChangeShapeType="1"/>
          </p:cNvSpPr>
          <p:nvPr/>
        </p:nvSpPr>
        <p:spPr bwMode="auto">
          <a:xfrm>
            <a:off x="7315200" y="3352800"/>
            <a:ext cx="228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lIns="90488" tIns="44450" rIns="90488" bIns="44450">
            <a:spAutoFit/>
          </a:bodyPr>
          <a:lstStyle/>
          <a:p>
            <a:endParaRPr lang="tr-TR"/>
          </a:p>
        </p:txBody>
      </p:sp>
      <p:sp>
        <p:nvSpPr>
          <p:cNvPr id="4815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5 Slayt Numarası Yer Tutucusu">
            <a:extLst>
              <a:ext uri="{FF2B5EF4-FFF2-40B4-BE49-F238E27FC236}">
                <a16:creationId xmlns:a16="http://schemas.microsoft.com/office/drawing/2014/main" id="{2A764BE8-6478-EABB-E0A5-8EF145A380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C176E688-0A9D-44E1-ACCB-94769FF7A0AE}" type="slidenum">
              <a:rPr lang="tr-TR" altLang="tr-TR" b="0" i="0"/>
              <a:pPr eaLnBrk="1" hangingPunct="1"/>
              <a:t>23</a:t>
            </a:fld>
            <a:endParaRPr lang="tr-TR" altLang="tr-TR" b="0" i="0"/>
          </a:p>
        </p:txBody>
      </p:sp>
      <p:sp>
        <p:nvSpPr>
          <p:cNvPr id="49155" name="Rectangle 2">
            <a:extLst>
              <a:ext uri="{FF2B5EF4-FFF2-40B4-BE49-F238E27FC236}">
                <a16:creationId xmlns:a16="http://schemas.microsoft.com/office/drawing/2014/main" id="{55B9142D-EC99-A3BB-9CD1-F091431EF2CC}"/>
              </a:ext>
            </a:extLst>
          </p:cNvPr>
          <p:cNvSpPr>
            <a:spLocks noGrp="1" noChangeArrowheads="1"/>
          </p:cNvSpPr>
          <p:nvPr>
            <p:ph type="title"/>
          </p:nvPr>
        </p:nvSpPr>
        <p:spPr>
          <a:xfrm>
            <a:off x="457200" y="136524"/>
            <a:ext cx="8458200" cy="625475"/>
          </a:xfrm>
        </p:spPr>
        <p:txBody>
          <a:bodyPr/>
          <a:lstStyle/>
          <a:p>
            <a:pPr algn="l" eaLnBrk="1" hangingPunct="1"/>
            <a:r>
              <a:rPr lang="tr-TR" altLang="tr-TR" sz="3200" b="1" i="1" dirty="0">
                <a:solidFill>
                  <a:srgbClr val="92D050"/>
                </a:solidFill>
              </a:rPr>
              <a:t>Temel Örnekleme Yöntemlerinden Bazıları;</a:t>
            </a:r>
            <a:endParaRPr lang="en-US" altLang="tr-TR" sz="3200" b="1" i="1" dirty="0">
              <a:solidFill>
                <a:srgbClr val="92D050"/>
              </a:solidFill>
            </a:endParaRPr>
          </a:p>
        </p:txBody>
      </p:sp>
      <p:sp>
        <p:nvSpPr>
          <p:cNvPr id="49156" name="Rectangle 3">
            <a:extLst>
              <a:ext uri="{FF2B5EF4-FFF2-40B4-BE49-F238E27FC236}">
                <a16:creationId xmlns:a16="http://schemas.microsoft.com/office/drawing/2014/main" id="{8CB612B2-FDBC-5443-D9EB-B557DF833064}"/>
              </a:ext>
            </a:extLst>
          </p:cNvPr>
          <p:cNvSpPr>
            <a:spLocks noChangeArrowheads="1"/>
          </p:cNvSpPr>
          <p:nvPr/>
        </p:nvSpPr>
        <p:spPr bwMode="auto">
          <a:xfrm>
            <a:off x="152400" y="761999"/>
            <a:ext cx="8763000" cy="5791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lnSpc>
                <a:spcPct val="130000"/>
              </a:lnSpc>
              <a:spcBef>
                <a:spcPct val="20000"/>
              </a:spcBef>
              <a:buFontTx/>
              <a:buChar char="•"/>
            </a:pPr>
            <a:r>
              <a:rPr lang="tr-TR" altLang="tr-TR" sz="2800" b="0" i="0" dirty="0"/>
              <a:t> Basit Şans Örneklemesi,(B.Ş.Ö)</a:t>
            </a:r>
          </a:p>
          <a:p>
            <a:pPr algn="just" eaLnBrk="1" hangingPunct="1">
              <a:lnSpc>
                <a:spcPct val="130000"/>
              </a:lnSpc>
              <a:spcBef>
                <a:spcPct val="20000"/>
              </a:spcBef>
              <a:buFontTx/>
              <a:buChar char="•"/>
            </a:pPr>
            <a:r>
              <a:rPr lang="tr-TR" altLang="tr-TR" sz="2800" b="0" i="0" dirty="0"/>
              <a:t> Sistematik Örnekleme,</a:t>
            </a:r>
          </a:p>
          <a:p>
            <a:pPr algn="just" eaLnBrk="1" hangingPunct="1">
              <a:lnSpc>
                <a:spcPct val="130000"/>
              </a:lnSpc>
              <a:spcBef>
                <a:spcPct val="20000"/>
              </a:spcBef>
              <a:buFontTx/>
              <a:buChar char="•"/>
            </a:pPr>
            <a:r>
              <a:rPr lang="tr-TR" altLang="tr-TR" sz="2800" b="0" i="0" dirty="0"/>
              <a:t> Tabakalı Örnekleme,</a:t>
            </a:r>
          </a:p>
          <a:p>
            <a:pPr algn="just" eaLnBrk="1" hangingPunct="1">
              <a:lnSpc>
                <a:spcPct val="130000"/>
              </a:lnSpc>
              <a:spcBef>
                <a:spcPct val="20000"/>
              </a:spcBef>
              <a:buFontTx/>
              <a:buChar char="•"/>
            </a:pPr>
            <a:r>
              <a:rPr lang="tr-TR" altLang="tr-TR" sz="2800" b="0" i="0" dirty="0"/>
              <a:t> Kümeli </a:t>
            </a:r>
            <a:r>
              <a:rPr lang="tr-TR" altLang="tr-TR" sz="2800" b="0" i="0" dirty="0" err="1"/>
              <a:t>Örnekleme’dir</a:t>
            </a:r>
            <a:r>
              <a:rPr lang="tr-TR" altLang="tr-TR" sz="2800" b="0" i="0" dirty="0"/>
              <a:t>.</a:t>
            </a:r>
          </a:p>
          <a:p>
            <a:pPr algn="just" eaLnBrk="1" hangingPunct="1">
              <a:spcBef>
                <a:spcPct val="20000"/>
              </a:spcBef>
            </a:pPr>
            <a:r>
              <a:rPr lang="tr-TR" altLang="tr-TR" sz="2800" b="0" i="0" dirty="0"/>
              <a:t>   </a:t>
            </a:r>
          </a:p>
          <a:p>
            <a:pPr algn="just" eaLnBrk="1" hangingPunct="1">
              <a:spcBef>
                <a:spcPts val="600"/>
              </a:spcBef>
            </a:pPr>
            <a:r>
              <a:rPr lang="tr-TR" altLang="tr-TR" sz="2800" b="0" i="0" dirty="0"/>
              <a:t>    Bu bölümde yalnız Basit Şans Örneklemesinden bahsedilecektir. Tezlerde sık kullanılan olasılığa dayanmayan yöntemler (kolayda, amaçlı, kartopu örnekleme) bahar döneminde anket ve veri toplama konusuyla birlikte ele alınacaktır.</a:t>
            </a:r>
          </a:p>
          <a:p>
            <a:pPr algn="just" eaLnBrk="1" hangingPunct="1">
              <a:spcBef>
                <a:spcPct val="20000"/>
              </a:spcBef>
            </a:pPr>
            <a:r>
              <a:rPr lang="tr-TR" altLang="tr-TR" sz="2800" b="0" i="0" dirty="0"/>
              <a:t> </a:t>
            </a:r>
          </a:p>
        </p:txBody>
      </p:sp>
      <p:sp>
        <p:nvSpPr>
          <p:cNvPr id="4915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5 Slayt Numarası Yer Tutucusu">
            <a:extLst>
              <a:ext uri="{FF2B5EF4-FFF2-40B4-BE49-F238E27FC236}">
                <a16:creationId xmlns:a16="http://schemas.microsoft.com/office/drawing/2014/main" id="{75A7A056-DCC6-9891-3031-78F594CCEFE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A97423AE-ED07-4A18-A752-441C42553AF4}" type="slidenum">
              <a:rPr lang="tr-TR" altLang="tr-TR" b="0" i="0"/>
              <a:pPr eaLnBrk="1" hangingPunct="1"/>
              <a:t>24</a:t>
            </a:fld>
            <a:endParaRPr lang="tr-TR" altLang="tr-TR" b="0" i="0"/>
          </a:p>
        </p:txBody>
      </p:sp>
      <p:sp>
        <p:nvSpPr>
          <p:cNvPr id="50179" name="Rectangle 2">
            <a:extLst>
              <a:ext uri="{FF2B5EF4-FFF2-40B4-BE49-F238E27FC236}">
                <a16:creationId xmlns:a16="http://schemas.microsoft.com/office/drawing/2014/main" id="{CA686275-83C4-013A-73CC-3A554AF6B4D7}"/>
              </a:ext>
            </a:extLst>
          </p:cNvPr>
          <p:cNvSpPr>
            <a:spLocks noChangeArrowheads="1"/>
          </p:cNvSpPr>
          <p:nvPr/>
        </p:nvSpPr>
        <p:spPr bwMode="auto">
          <a:xfrm>
            <a:off x="457200" y="1676400"/>
            <a:ext cx="5257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342900" indent="-342900"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spcBef>
                <a:spcPct val="20000"/>
              </a:spcBef>
            </a:pPr>
            <a:r>
              <a:rPr lang="tr-TR" altLang="tr-TR" sz="2800" b="0" i="0"/>
              <a:t>Örneğe;</a:t>
            </a:r>
          </a:p>
          <a:p>
            <a:pPr eaLnBrk="1" hangingPunct="1">
              <a:spcBef>
                <a:spcPct val="20000"/>
              </a:spcBef>
              <a:buFontTx/>
              <a:buChar char="•"/>
            </a:pPr>
            <a:r>
              <a:rPr lang="tr-TR" altLang="tr-TR" sz="2800" b="0" i="0"/>
              <a:t>Her  anakütle elemanının seçilme şansı eşittir.</a:t>
            </a:r>
          </a:p>
          <a:p>
            <a:pPr eaLnBrk="1" hangingPunct="1">
              <a:spcBef>
                <a:spcPct val="20000"/>
              </a:spcBef>
            </a:pPr>
            <a:endParaRPr lang="tr-TR" altLang="tr-TR" sz="2800" b="0" i="0"/>
          </a:p>
          <a:p>
            <a:pPr eaLnBrk="1" hangingPunct="1">
              <a:spcBef>
                <a:spcPct val="33000"/>
              </a:spcBef>
            </a:pPr>
            <a:r>
              <a:rPr lang="tr-TR" altLang="tr-TR" sz="2800" i="0"/>
              <a:t>2.</a:t>
            </a:r>
            <a:r>
              <a:rPr lang="tr-TR" altLang="tr-TR" sz="2800" b="0" i="0"/>
              <a:t> Bir birimin seçilmesi diğerlerinin seçilme şansını etkilemez.</a:t>
            </a:r>
          </a:p>
          <a:p>
            <a:pPr eaLnBrk="1" hangingPunct="1">
              <a:spcBef>
                <a:spcPct val="33000"/>
              </a:spcBef>
            </a:pPr>
            <a:endParaRPr lang="tr-TR" altLang="tr-TR" sz="2800" b="0" i="0"/>
          </a:p>
          <a:p>
            <a:pPr eaLnBrk="1" hangingPunct="1">
              <a:spcBef>
                <a:spcPct val="33000"/>
              </a:spcBef>
            </a:pPr>
            <a:r>
              <a:rPr lang="tr-TR" altLang="tr-TR" sz="2800" b="0" i="0"/>
              <a:t>Rastgele sayılar tablosu, çekiliş yöntemi kullanılabilir.</a:t>
            </a:r>
          </a:p>
        </p:txBody>
      </p:sp>
      <p:sp>
        <p:nvSpPr>
          <p:cNvPr id="50180" name="Freeform 3">
            <a:extLst>
              <a:ext uri="{FF2B5EF4-FFF2-40B4-BE49-F238E27FC236}">
                <a16:creationId xmlns:a16="http://schemas.microsoft.com/office/drawing/2014/main" id="{CE624435-7BFC-2E10-35BA-A614EB985F47}"/>
              </a:ext>
            </a:extLst>
          </p:cNvPr>
          <p:cNvSpPr>
            <a:spLocks/>
          </p:cNvSpPr>
          <p:nvPr/>
        </p:nvSpPr>
        <p:spPr bwMode="auto">
          <a:xfrm>
            <a:off x="7273925" y="2936875"/>
            <a:ext cx="1500188" cy="1897063"/>
          </a:xfrm>
          <a:custGeom>
            <a:avLst/>
            <a:gdLst>
              <a:gd name="T0" fmla="*/ 3 w 945"/>
              <a:gd name="T1" fmla="*/ 574 h 1195"/>
              <a:gd name="T2" fmla="*/ 0 w 945"/>
              <a:gd name="T3" fmla="*/ 563 h 1195"/>
              <a:gd name="T4" fmla="*/ 1 w 945"/>
              <a:gd name="T5" fmla="*/ 551 h 1195"/>
              <a:gd name="T6" fmla="*/ 7 w 945"/>
              <a:gd name="T7" fmla="*/ 538 h 1195"/>
              <a:gd name="T8" fmla="*/ 47 w 945"/>
              <a:gd name="T9" fmla="*/ 474 h 1195"/>
              <a:gd name="T10" fmla="*/ 150 w 945"/>
              <a:gd name="T11" fmla="*/ 311 h 1195"/>
              <a:gd name="T12" fmla="*/ 264 w 945"/>
              <a:gd name="T13" fmla="*/ 131 h 1195"/>
              <a:gd name="T14" fmla="*/ 334 w 945"/>
              <a:gd name="T15" fmla="*/ 21 h 1195"/>
              <a:gd name="T16" fmla="*/ 345 w 945"/>
              <a:gd name="T17" fmla="*/ 7 h 1195"/>
              <a:gd name="T18" fmla="*/ 356 w 945"/>
              <a:gd name="T19" fmla="*/ 1 h 1195"/>
              <a:gd name="T20" fmla="*/ 367 w 945"/>
              <a:gd name="T21" fmla="*/ 0 h 1195"/>
              <a:gd name="T22" fmla="*/ 379 w 945"/>
              <a:gd name="T23" fmla="*/ 5 h 1195"/>
              <a:gd name="T24" fmla="*/ 428 w 945"/>
              <a:gd name="T25" fmla="*/ 37 h 1195"/>
              <a:gd name="T26" fmla="*/ 576 w 945"/>
              <a:gd name="T27" fmla="*/ 134 h 1195"/>
              <a:gd name="T28" fmla="*/ 750 w 945"/>
              <a:gd name="T29" fmla="*/ 248 h 1195"/>
              <a:gd name="T30" fmla="*/ 869 w 945"/>
              <a:gd name="T31" fmla="*/ 326 h 1195"/>
              <a:gd name="T32" fmla="*/ 892 w 945"/>
              <a:gd name="T33" fmla="*/ 343 h 1195"/>
              <a:gd name="T34" fmla="*/ 898 w 945"/>
              <a:gd name="T35" fmla="*/ 351 h 1195"/>
              <a:gd name="T36" fmla="*/ 901 w 945"/>
              <a:gd name="T37" fmla="*/ 360 h 1195"/>
              <a:gd name="T38" fmla="*/ 903 w 945"/>
              <a:gd name="T39" fmla="*/ 371 h 1195"/>
              <a:gd name="T40" fmla="*/ 913 w 945"/>
              <a:gd name="T41" fmla="*/ 434 h 1195"/>
              <a:gd name="T42" fmla="*/ 924 w 945"/>
              <a:gd name="T43" fmla="*/ 526 h 1195"/>
              <a:gd name="T44" fmla="*/ 935 w 945"/>
              <a:gd name="T45" fmla="*/ 616 h 1195"/>
              <a:gd name="T46" fmla="*/ 943 w 945"/>
              <a:gd name="T47" fmla="*/ 675 h 1195"/>
              <a:gd name="T48" fmla="*/ 943 w 945"/>
              <a:gd name="T49" fmla="*/ 684 h 1195"/>
              <a:gd name="T50" fmla="*/ 940 w 945"/>
              <a:gd name="T51" fmla="*/ 695 h 1195"/>
              <a:gd name="T52" fmla="*/ 936 w 945"/>
              <a:gd name="T53" fmla="*/ 705 h 1195"/>
              <a:gd name="T54" fmla="*/ 932 w 945"/>
              <a:gd name="T55" fmla="*/ 715 h 1195"/>
              <a:gd name="T56" fmla="*/ 873 w 945"/>
              <a:gd name="T57" fmla="*/ 807 h 1195"/>
              <a:gd name="T58" fmla="*/ 776 w 945"/>
              <a:gd name="T59" fmla="*/ 954 h 1195"/>
              <a:gd name="T60" fmla="*/ 681 w 945"/>
              <a:gd name="T61" fmla="*/ 1098 h 1195"/>
              <a:gd name="T62" fmla="*/ 630 w 945"/>
              <a:gd name="T63" fmla="*/ 1179 h 1195"/>
              <a:gd name="T64" fmla="*/ 620 w 945"/>
              <a:gd name="T65" fmla="*/ 1190 h 1195"/>
              <a:gd name="T66" fmla="*/ 611 w 945"/>
              <a:gd name="T67" fmla="*/ 1194 h 1195"/>
              <a:gd name="T68" fmla="*/ 601 w 945"/>
              <a:gd name="T69" fmla="*/ 1192 h 1195"/>
              <a:gd name="T70" fmla="*/ 590 w 945"/>
              <a:gd name="T71" fmla="*/ 1183 h 1195"/>
              <a:gd name="T72" fmla="*/ 503 w 945"/>
              <a:gd name="T73" fmla="*/ 1126 h 1195"/>
              <a:gd name="T74" fmla="*/ 349 w 945"/>
              <a:gd name="T75" fmla="*/ 1025 h 1195"/>
              <a:gd name="T76" fmla="*/ 198 w 945"/>
              <a:gd name="T77" fmla="*/ 926 h 1195"/>
              <a:gd name="T78" fmla="*/ 127 w 945"/>
              <a:gd name="T79" fmla="*/ 879 h 1195"/>
              <a:gd name="T80" fmla="*/ 115 w 945"/>
              <a:gd name="T81" fmla="*/ 868 h 1195"/>
              <a:gd name="T82" fmla="*/ 106 w 945"/>
              <a:gd name="T83" fmla="*/ 859 h 1195"/>
              <a:gd name="T84" fmla="*/ 99 w 945"/>
              <a:gd name="T85" fmla="*/ 849 h 1195"/>
              <a:gd name="T86" fmla="*/ 94 w 945"/>
              <a:gd name="T87" fmla="*/ 839 h 1195"/>
              <a:gd name="T88" fmla="*/ 75 w 945"/>
              <a:gd name="T89" fmla="*/ 782 h 1195"/>
              <a:gd name="T90" fmla="*/ 49 w 945"/>
              <a:gd name="T91" fmla="*/ 708 h 1195"/>
              <a:gd name="T92" fmla="*/ 24 w 945"/>
              <a:gd name="T93" fmla="*/ 635 h 1195"/>
              <a:gd name="T94" fmla="*/ 6 w 945"/>
              <a:gd name="T95" fmla="*/ 583 h 119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945"/>
              <a:gd name="T145" fmla="*/ 0 h 1195"/>
              <a:gd name="T146" fmla="*/ 945 w 945"/>
              <a:gd name="T147" fmla="*/ 1195 h 119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945" h="1195">
                <a:moveTo>
                  <a:pt x="6" y="583"/>
                </a:moveTo>
                <a:lnTo>
                  <a:pt x="5" y="580"/>
                </a:lnTo>
                <a:lnTo>
                  <a:pt x="4" y="577"/>
                </a:lnTo>
                <a:lnTo>
                  <a:pt x="3" y="574"/>
                </a:lnTo>
                <a:lnTo>
                  <a:pt x="2" y="571"/>
                </a:lnTo>
                <a:lnTo>
                  <a:pt x="1" y="568"/>
                </a:lnTo>
                <a:lnTo>
                  <a:pt x="0" y="566"/>
                </a:lnTo>
                <a:lnTo>
                  <a:pt x="0" y="563"/>
                </a:lnTo>
                <a:lnTo>
                  <a:pt x="0" y="560"/>
                </a:lnTo>
                <a:lnTo>
                  <a:pt x="0" y="557"/>
                </a:lnTo>
                <a:lnTo>
                  <a:pt x="1" y="554"/>
                </a:lnTo>
                <a:lnTo>
                  <a:pt x="1" y="551"/>
                </a:lnTo>
                <a:lnTo>
                  <a:pt x="2" y="548"/>
                </a:lnTo>
                <a:lnTo>
                  <a:pt x="4" y="545"/>
                </a:lnTo>
                <a:lnTo>
                  <a:pt x="5" y="542"/>
                </a:lnTo>
                <a:lnTo>
                  <a:pt x="7" y="538"/>
                </a:lnTo>
                <a:lnTo>
                  <a:pt x="10" y="535"/>
                </a:lnTo>
                <a:lnTo>
                  <a:pt x="17" y="523"/>
                </a:lnTo>
                <a:lnTo>
                  <a:pt x="29" y="502"/>
                </a:lnTo>
                <a:lnTo>
                  <a:pt x="47" y="474"/>
                </a:lnTo>
                <a:lnTo>
                  <a:pt x="68" y="439"/>
                </a:lnTo>
                <a:lnTo>
                  <a:pt x="93" y="400"/>
                </a:lnTo>
                <a:lnTo>
                  <a:pt x="121" y="356"/>
                </a:lnTo>
                <a:lnTo>
                  <a:pt x="150" y="311"/>
                </a:lnTo>
                <a:lnTo>
                  <a:pt x="180" y="264"/>
                </a:lnTo>
                <a:lnTo>
                  <a:pt x="209" y="218"/>
                </a:lnTo>
                <a:lnTo>
                  <a:pt x="237" y="173"/>
                </a:lnTo>
                <a:lnTo>
                  <a:pt x="264" y="131"/>
                </a:lnTo>
                <a:lnTo>
                  <a:pt x="288" y="94"/>
                </a:lnTo>
                <a:lnTo>
                  <a:pt x="308" y="62"/>
                </a:lnTo>
                <a:lnTo>
                  <a:pt x="324" y="38"/>
                </a:lnTo>
                <a:lnTo>
                  <a:pt x="334" y="21"/>
                </a:lnTo>
                <a:lnTo>
                  <a:pt x="338" y="15"/>
                </a:lnTo>
                <a:lnTo>
                  <a:pt x="340" y="12"/>
                </a:lnTo>
                <a:lnTo>
                  <a:pt x="343" y="9"/>
                </a:lnTo>
                <a:lnTo>
                  <a:pt x="345" y="7"/>
                </a:lnTo>
                <a:lnTo>
                  <a:pt x="348" y="5"/>
                </a:lnTo>
                <a:lnTo>
                  <a:pt x="350" y="3"/>
                </a:lnTo>
                <a:lnTo>
                  <a:pt x="353" y="2"/>
                </a:lnTo>
                <a:lnTo>
                  <a:pt x="356" y="1"/>
                </a:lnTo>
                <a:lnTo>
                  <a:pt x="359" y="0"/>
                </a:lnTo>
                <a:lnTo>
                  <a:pt x="361" y="0"/>
                </a:lnTo>
                <a:lnTo>
                  <a:pt x="364" y="0"/>
                </a:lnTo>
                <a:lnTo>
                  <a:pt x="367" y="0"/>
                </a:lnTo>
                <a:lnTo>
                  <a:pt x="370" y="0"/>
                </a:lnTo>
                <a:lnTo>
                  <a:pt x="373" y="2"/>
                </a:lnTo>
                <a:lnTo>
                  <a:pt x="376" y="3"/>
                </a:lnTo>
                <a:lnTo>
                  <a:pt x="379" y="5"/>
                </a:lnTo>
                <a:lnTo>
                  <a:pt x="382" y="7"/>
                </a:lnTo>
                <a:lnTo>
                  <a:pt x="389" y="11"/>
                </a:lnTo>
                <a:lnTo>
                  <a:pt x="405" y="22"/>
                </a:lnTo>
                <a:lnTo>
                  <a:pt x="428" y="37"/>
                </a:lnTo>
                <a:lnTo>
                  <a:pt x="459" y="57"/>
                </a:lnTo>
                <a:lnTo>
                  <a:pt x="494" y="81"/>
                </a:lnTo>
                <a:lnTo>
                  <a:pt x="534" y="107"/>
                </a:lnTo>
                <a:lnTo>
                  <a:pt x="576" y="134"/>
                </a:lnTo>
                <a:lnTo>
                  <a:pt x="621" y="163"/>
                </a:lnTo>
                <a:lnTo>
                  <a:pt x="665" y="192"/>
                </a:lnTo>
                <a:lnTo>
                  <a:pt x="708" y="221"/>
                </a:lnTo>
                <a:lnTo>
                  <a:pt x="750" y="248"/>
                </a:lnTo>
                <a:lnTo>
                  <a:pt x="788" y="273"/>
                </a:lnTo>
                <a:lnTo>
                  <a:pt x="821" y="295"/>
                </a:lnTo>
                <a:lnTo>
                  <a:pt x="849" y="313"/>
                </a:lnTo>
                <a:lnTo>
                  <a:pt x="869" y="326"/>
                </a:lnTo>
                <a:lnTo>
                  <a:pt x="881" y="335"/>
                </a:lnTo>
                <a:lnTo>
                  <a:pt x="887" y="339"/>
                </a:lnTo>
                <a:lnTo>
                  <a:pt x="890" y="341"/>
                </a:lnTo>
                <a:lnTo>
                  <a:pt x="892" y="343"/>
                </a:lnTo>
                <a:lnTo>
                  <a:pt x="894" y="345"/>
                </a:lnTo>
                <a:lnTo>
                  <a:pt x="895" y="347"/>
                </a:lnTo>
                <a:lnTo>
                  <a:pt x="896" y="349"/>
                </a:lnTo>
                <a:lnTo>
                  <a:pt x="898" y="351"/>
                </a:lnTo>
                <a:lnTo>
                  <a:pt x="899" y="353"/>
                </a:lnTo>
                <a:lnTo>
                  <a:pt x="899" y="355"/>
                </a:lnTo>
                <a:lnTo>
                  <a:pt x="900" y="358"/>
                </a:lnTo>
                <a:lnTo>
                  <a:pt x="901" y="360"/>
                </a:lnTo>
                <a:lnTo>
                  <a:pt x="901" y="362"/>
                </a:lnTo>
                <a:lnTo>
                  <a:pt x="902" y="365"/>
                </a:lnTo>
                <a:lnTo>
                  <a:pt x="902" y="368"/>
                </a:lnTo>
                <a:lnTo>
                  <a:pt x="903" y="371"/>
                </a:lnTo>
                <a:lnTo>
                  <a:pt x="905" y="382"/>
                </a:lnTo>
                <a:lnTo>
                  <a:pt x="908" y="397"/>
                </a:lnTo>
                <a:lnTo>
                  <a:pt x="910" y="414"/>
                </a:lnTo>
                <a:lnTo>
                  <a:pt x="913" y="434"/>
                </a:lnTo>
                <a:lnTo>
                  <a:pt x="916" y="455"/>
                </a:lnTo>
                <a:lnTo>
                  <a:pt x="919" y="478"/>
                </a:lnTo>
                <a:lnTo>
                  <a:pt x="922" y="502"/>
                </a:lnTo>
                <a:lnTo>
                  <a:pt x="924" y="526"/>
                </a:lnTo>
                <a:lnTo>
                  <a:pt x="927" y="549"/>
                </a:lnTo>
                <a:lnTo>
                  <a:pt x="930" y="573"/>
                </a:lnTo>
                <a:lnTo>
                  <a:pt x="933" y="595"/>
                </a:lnTo>
                <a:lnTo>
                  <a:pt x="935" y="616"/>
                </a:lnTo>
                <a:lnTo>
                  <a:pt x="938" y="635"/>
                </a:lnTo>
                <a:lnTo>
                  <a:pt x="940" y="651"/>
                </a:lnTo>
                <a:lnTo>
                  <a:pt x="942" y="665"/>
                </a:lnTo>
                <a:lnTo>
                  <a:pt x="943" y="675"/>
                </a:lnTo>
                <a:lnTo>
                  <a:pt x="944" y="677"/>
                </a:lnTo>
                <a:lnTo>
                  <a:pt x="944" y="679"/>
                </a:lnTo>
                <a:lnTo>
                  <a:pt x="944" y="682"/>
                </a:lnTo>
                <a:lnTo>
                  <a:pt x="943" y="684"/>
                </a:lnTo>
                <a:lnTo>
                  <a:pt x="943" y="687"/>
                </a:lnTo>
                <a:lnTo>
                  <a:pt x="942" y="689"/>
                </a:lnTo>
                <a:lnTo>
                  <a:pt x="941" y="692"/>
                </a:lnTo>
                <a:lnTo>
                  <a:pt x="940" y="695"/>
                </a:lnTo>
                <a:lnTo>
                  <a:pt x="939" y="697"/>
                </a:lnTo>
                <a:lnTo>
                  <a:pt x="938" y="700"/>
                </a:lnTo>
                <a:lnTo>
                  <a:pt x="937" y="702"/>
                </a:lnTo>
                <a:lnTo>
                  <a:pt x="936" y="705"/>
                </a:lnTo>
                <a:lnTo>
                  <a:pt x="935" y="708"/>
                </a:lnTo>
                <a:lnTo>
                  <a:pt x="934" y="710"/>
                </a:lnTo>
                <a:lnTo>
                  <a:pt x="933" y="712"/>
                </a:lnTo>
                <a:lnTo>
                  <a:pt x="932" y="715"/>
                </a:lnTo>
                <a:lnTo>
                  <a:pt x="923" y="729"/>
                </a:lnTo>
                <a:lnTo>
                  <a:pt x="910" y="750"/>
                </a:lnTo>
                <a:lnTo>
                  <a:pt x="893" y="776"/>
                </a:lnTo>
                <a:lnTo>
                  <a:pt x="873" y="807"/>
                </a:lnTo>
                <a:lnTo>
                  <a:pt x="850" y="841"/>
                </a:lnTo>
                <a:lnTo>
                  <a:pt x="826" y="877"/>
                </a:lnTo>
                <a:lnTo>
                  <a:pt x="801" y="915"/>
                </a:lnTo>
                <a:lnTo>
                  <a:pt x="776" y="954"/>
                </a:lnTo>
                <a:lnTo>
                  <a:pt x="750" y="993"/>
                </a:lnTo>
                <a:lnTo>
                  <a:pt x="725" y="1030"/>
                </a:lnTo>
                <a:lnTo>
                  <a:pt x="702" y="1065"/>
                </a:lnTo>
                <a:lnTo>
                  <a:pt x="681" y="1098"/>
                </a:lnTo>
                <a:lnTo>
                  <a:pt x="663" y="1126"/>
                </a:lnTo>
                <a:lnTo>
                  <a:pt x="647" y="1150"/>
                </a:lnTo>
                <a:lnTo>
                  <a:pt x="636" y="1168"/>
                </a:lnTo>
                <a:lnTo>
                  <a:pt x="630" y="1179"/>
                </a:lnTo>
                <a:lnTo>
                  <a:pt x="627" y="1182"/>
                </a:lnTo>
                <a:lnTo>
                  <a:pt x="625" y="1185"/>
                </a:lnTo>
                <a:lnTo>
                  <a:pt x="622" y="1188"/>
                </a:lnTo>
                <a:lnTo>
                  <a:pt x="620" y="1190"/>
                </a:lnTo>
                <a:lnTo>
                  <a:pt x="618" y="1192"/>
                </a:lnTo>
                <a:lnTo>
                  <a:pt x="615" y="1193"/>
                </a:lnTo>
                <a:lnTo>
                  <a:pt x="613" y="1194"/>
                </a:lnTo>
                <a:lnTo>
                  <a:pt x="611" y="1194"/>
                </a:lnTo>
                <a:lnTo>
                  <a:pt x="609" y="1194"/>
                </a:lnTo>
                <a:lnTo>
                  <a:pt x="606" y="1194"/>
                </a:lnTo>
                <a:lnTo>
                  <a:pt x="604" y="1193"/>
                </a:lnTo>
                <a:lnTo>
                  <a:pt x="601" y="1192"/>
                </a:lnTo>
                <a:lnTo>
                  <a:pt x="599" y="1190"/>
                </a:lnTo>
                <a:lnTo>
                  <a:pt x="596" y="1188"/>
                </a:lnTo>
                <a:lnTo>
                  <a:pt x="593" y="1186"/>
                </a:lnTo>
                <a:lnTo>
                  <a:pt x="590" y="1183"/>
                </a:lnTo>
                <a:lnTo>
                  <a:pt x="578" y="1175"/>
                </a:lnTo>
                <a:lnTo>
                  <a:pt x="560" y="1163"/>
                </a:lnTo>
                <a:lnTo>
                  <a:pt x="534" y="1146"/>
                </a:lnTo>
                <a:lnTo>
                  <a:pt x="503" y="1126"/>
                </a:lnTo>
                <a:lnTo>
                  <a:pt x="468" y="1103"/>
                </a:lnTo>
                <a:lnTo>
                  <a:pt x="430" y="1078"/>
                </a:lnTo>
                <a:lnTo>
                  <a:pt x="390" y="1052"/>
                </a:lnTo>
                <a:lnTo>
                  <a:pt x="349" y="1025"/>
                </a:lnTo>
                <a:lnTo>
                  <a:pt x="308" y="998"/>
                </a:lnTo>
                <a:lnTo>
                  <a:pt x="268" y="972"/>
                </a:lnTo>
                <a:lnTo>
                  <a:pt x="232" y="948"/>
                </a:lnTo>
                <a:lnTo>
                  <a:pt x="198" y="926"/>
                </a:lnTo>
                <a:lnTo>
                  <a:pt x="170" y="908"/>
                </a:lnTo>
                <a:lnTo>
                  <a:pt x="148" y="893"/>
                </a:lnTo>
                <a:lnTo>
                  <a:pt x="133" y="883"/>
                </a:lnTo>
                <a:lnTo>
                  <a:pt x="127" y="879"/>
                </a:lnTo>
                <a:lnTo>
                  <a:pt x="123" y="876"/>
                </a:lnTo>
                <a:lnTo>
                  <a:pt x="120" y="873"/>
                </a:lnTo>
                <a:lnTo>
                  <a:pt x="117" y="870"/>
                </a:lnTo>
                <a:lnTo>
                  <a:pt x="115" y="868"/>
                </a:lnTo>
                <a:lnTo>
                  <a:pt x="112" y="865"/>
                </a:lnTo>
                <a:lnTo>
                  <a:pt x="110" y="863"/>
                </a:lnTo>
                <a:lnTo>
                  <a:pt x="108" y="861"/>
                </a:lnTo>
                <a:lnTo>
                  <a:pt x="106" y="859"/>
                </a:lnTo>
                <a:lnTo>
                  <a:pt x="104" y="856"/>
                </a:lnTo>
                <a:lnTo>
                  <a:pt x="103" y="854"/>
                </a:lnTo>
                <a:lnTo>
                  <a:pt x="101" y="852"/>
                </a:lnTo>
                <a:lnTo>
                  <a:pt x="99" y="849"/>
                </a:lnTo>
                <a:lnTo>
                  <a:pt x="98" y="847"/>
                </a:lnTo>
                <a:lnTo>
                  <a:pt x="97" y="844"/>
                </a:lnTo>
                <a:lnTo>
                  <a:pt x="95" y="842"/>
                </a:lnTo>
                <a:lnTo>
                  <a:pt x="94" y="839"/>
                </a:lnTo>
                <a:lnTo>
                  <a:pt x="90" y="827"/>
                </a:lnTo>
                <a:lnTo>
                  <a:pt x="85" y="814"/>
                </a:lnTo>
                <a:lnTo>
                  <a:pt x="80" y="798"/>
                </a:lnTo>
                <a:lnTo>
                  <a:pt x="75" y="782"/>
                </a:lnTo>
                <a:lnTo>
                  <a:pt x="68" y="764"/>
                </a:lnTo>
                <a:lnTo>
                  <a:pt x="62" y="746"/>
                </a:lnTo>
                <a:lnTo>
                  <a:pt x="55" y="727"/>
                </a:lnTo>
                <a:lnTo>
                  <a:pt x="49" y="708"/>
                </a:lnTo>
                <a:lnTo>
                  <a:pt x="42" y="689"/>
                </a:lnTo>
                <a:lnTo>
                  <a:pt x="36" y="670"/>
                </a:lnTo>
                <a:lnTo>
                  <a:pt x="29" y="652"/>
                </a:lnTo>
                <a:lnTo>
                  <a:pt x="24" y="635"/>
                </a:lnTo>
                <a:lnTo>
                  <a:pt x="18" y="619"/>
                </a:lnTo>
                <a:lnTo>
                  <a:pt x="14" y="605"/>
                </a:lnTo>
                <a:lnTo>
                  <a:pt x="10" y="593"/>
                </a:lnTo>
                <a:lnTo>
                  <a:pt x="6" y="583"/>
                </a:lnTo>
              </a:path>
            </a:pathLst>
          </a:custGeom>
          <a:solidFill>
            <a:srgbClr val="CECECE"/>
          </a:solidFill>
          <a:ln w="254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81" name="Freeform 4">
            <a:extLst>
              <a:ext uri="{FF2B5EF4-FFF2-40B4-BE49-F238E27FC236}">
                <a16:creationId xmlns:a16="http://schemas.microsoft.com/office/drawing/2014/main" id="{E97560B1-AA9A-D05B-08BB-F87F89CF2E18}"/>
              </a:ext>
            </a:extLst>
          </p:cNvPr>
          <p:cNvSpPr>
            <a:spLocks/>
          </p:cNvSpPr>
          <p:nvPr/>
        </p:nvSpPr>
        <p:spPr bwMode="auto">
          <a:xfrm>
            <a:off x="7318375" y="3849688"/>
            <a:ext cx="838200" cy="555625"/>
          </a:xfrm>
          <a:custGeom>
            <a:avLst/>
            <a:gdLst>
              <a:gd name="T0" fmla="*/ 0 w 528"/>
              <a:gd name="T1" fmla="*/ 0 h 350"/>
              <a:gd name="T2" fmla="*/ 483 w 528"/>
              <a:gd name="T3" fmla="*/ 342 h 350"/>
              <a:gd name="T4" fmla="*/ 485 w 528"/>
              <a:gd name="T5" fmla="*/ 344 h 350"/>
              <a:gd name="T6" fmla="*/ 488 w 528"/>
              <a:gd name="T7" fmla="*/ 345 h 350"/>
              <a:gd name="T8" fmla="*/ 491 w 528"/>
              <a:gd name="T9" fmla="*/ 347 h 350"/>
              <a:gd name="T10" fmla="*/ 494 w 528"/>
              <a:gd name="T11" fmla="*/ 348 h 350"/>
              <a:gd name="T12" fmla="*/ 497 w 528"/>
              <a:gd name="T13" fmla="*/ 348 h 350"/>
              <a:gd name="T14" fmla="*/ 500 w 528"/>
              <a:gd name="T15" fmla="*/ 349 h 350"/>
              <a:gd name="T16" fmla="*/ 503 w 528"/>
              <a:gd name="T17" fmla="*/ 349 h 350"/>
              <a:gd name="T18" fmla="*/ 506 w 528"/>
              <a:gd name="T19" fmla="*/ 348 h 350"/>
              <a:gd name="T20" fmla="*/ 509 w 528"/>
              <a:gd name="T21" fmla="*/ 347 h 350"/>
              <a:gd name="T22" fmla="*/ 512 w 528"/>
              <a:gd name="T23" fmla="*/ 346 h 350"/>
              <a:gd name="T24" fmla="*/ 514 w 528"/>
              <a:gd name="T25" fmla="*/ 345 h 350"/>
              <a:gd name="T26" fmla="*/ 517 w 528"/>
              <a:gd name="T27" fmla="*/ 343 h 350"/>
              <a:gd name="T28" fmla="*/ 520 w 528"/>
              <a:gd name="T29" fmla="*/ 341 h 350"/>
              <a:gd name="T30" fmla="*/ 522 w 528"/>
              <a:gd name="T31" fmla="*/ 339 h 350"/>
              <a:gd name="T32" fmla="*/ 524 w 528"/>
              <a:gd name="T33" fmla="*/ 336 h 350"/>
              <a:gd name="T34" fmla="*/ 527 w 528"/>
              <a:gd name="T35" fmla="*/ 334 h 350"/>
              <a:gd name="T36" fmla="*/ 0 w 528"/>
              <a:gd name="T37" fmla="*/ 0 h 3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28"/>
              <a:gd name="T58" fmla="*/ 0 h 350"/>
              <a:gd name="T59" fmla="*/ 528 w 528"/>
              <a:gd name="T60" fmla="*/ 350 h 3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28" h="350">
                <a:moveTo>
                  <a:pt x="0" y="0"/>
                </a:moveTo>
                <a:lnTo>
                  <a:pt x="483" y="342"/>
                </a:lnTo>
                <a:lnTo>
                  <a:pt x="485" y="344"/>
                </a:lnTo>
                <a:lnTo>
                  <a:pt x="488" y="345"/>
                </a:lnTo>
                <a:lnTo>
                  <a:pt x="491" y="347"/>
                </a:lnTo>
                <a:lnTo>
                  <a:pt x="494" y="348"/>
                </a:lnTo>
                <a:lnTo>
                  <a:pt x="497" y="348"/>
                </a:lnTo>
                <a:lnTo>
                  <a:pt x="500" y="349"/>
                </a:lnTo>
                <a:lnTo>
                  <a:pt x="503" y="349"/>
                </a:lnTo>
                <a:lnTo>
                  <a:pt x="506" y="348"/>
                </a:lnTo>
                <a:lnTo>
                  <a:pt x="509" y="347"/>
                </a:lnTo>
                <a:lnTo>
                  <a:pt x="512" y="346"/>
                </a:lnTo>
                <a:lnTo>
                  <a:pt x="514" y="345"/>
                </a:lnTo>
                <a:lnTo>
                  <a:pt x="517" y="343"/>
                </a:lnTo>
                <a:lnTo>
                  <a:pt x="520" y="341"/>
                </a:lnTo>
                <a:lnTo>
                  <a:pt x="522" y="339"/>
                </a:lnTo>
                <a:lnTo>
                  <a:pt x="524" y="336"/>
                </a:lnTo>
                <a:lnTo>
                  <a:pt x="527" y="334"/>
                </a:lnTo>
                <a:lnTo>
                  <a:pt x="0" y="0"/>
                </a:lnTo>
              </a:path>
            </a:pathLst>
          </a:custGeom>
          <a:solidFill>
            <a:srgbClr val="CECECE"/>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82" name="Freeform 5">
            <a:extLst>
              <a:ext uri="{FF2B5EF4-FFF2-40B4-BE49-F238E27FC236}">
                <a16:creationId xmlns:a16="http://schemas.microsoft.com/office/drawing/2014/main" id="{1D1374BB-4E0A-3809-A386-E2A50CEE188E}"/>
              </a:ext>
            </a:extLst>
          </p:cNvPr>
          <p:cNvSpPr>
            <a:spLocks/>
          </p:cNvSpPr>
          <p:nvPr/>
        </p:nvSpPr>
        <p:spPr bwMode="auto">
          <a:xfrm>
            <a:off x="7318375" y="3849688"/>
            <a:ext cx="847725" cy="565150"/>
          </a:xfrm>
          <a:custGeom>
            <a:avLst/>
            <a:gdLst>
              <a:gd name="T0" fmla="*/ 0 w 534"/>
              <a:gd name="T1" fmla="*/ 0 h 356"/>
              <a:gd name="T2" fmla="*/ 489 w 534"/>
              <a:gd name="T3" fmla="*/ 348 h 356"/>
              <a:gd name="T4" fmla="*/ 491 w 534"/>
              <a:gd name="T5" fmla="*/ 350 h 356"/>
              <a:gd name="T6" fmla="*/ 494 w 534"/>
              <a:gd name="T7" fmla="*/ 351 h 356"/>
              <a:gd name="T8" fmla="*/ 497 w 534"/>
              <a:gd name="T9" fmla="*/ 353 h 356"/>
              <a:gd name="T10" fmla="*/ 500 w 534"/>
              <a:gd name="T11" fmla="*/ 354 h 356"/>
              <a:gd name="T12" fmla="*/ 503 w 534"/>
              <a:gd name="T13" fmla="*/ 354 h 356"/>
              <a:gd name="T14" fmla="*/ 506 w 534"/>
              <a:gd name="T15" fmla="*/ 355 h 356"/>
              <a:gd name="T16" fmla="*/ 509 w 534"/>
              <a:gd name="T17" fmla="*/ 355 h 356"/>
              <a:gd name="T18" fmla="*/ 512 w 534"/>
              <a:gd name="T19" fmla="*/ 354 h 356"/>
              <a:gd name="T20" fmla="*/ 515 w 534"/>
              <a:gd name="T21" fmla="*/ 353 h 356"/>
              <a:gd name="T22" fmla="*/ 518 w 534"/>
              <a:gd name="T23" fmla="*/ 352 h 356"/>
              <a:gd name="T24" fmla="*/ 520 w 534"/>
              <a:gd name="T25" fmla="*/ 351 h 356"/>
              <a:gd name="T26" fmla="*/ 523 w 534"/>
              <a:gd name="T27" fmla="*/ 349 h 356"/>
              <a:gd name="T28" fmla="*/ 526 w 534"/>
              <a:gd name="T29" fmla="*/ 347 h 356"/>
              <a:gd name="T30" fmla="*/ 528 w 534"/>
              <a:gd name="T31" fmla="*/ 345 h 356"/>
              <a:gd name="T32" fmla="*/ 530 w 534"/>
              <a:gd name="T33" fmla="*/ 342 h 356"/>
              <a:gd name="T34" fmla="*/ 533 w 534"/>
              <a:gd name="T35" fmla="*/ 340 h 3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34"/>
              <a:gd name="T55" fmla="*/ 0 h 356"/>
              <a:gd name="T56" fmla="*/ 534 w 534"/>
              <a:gd name="T57" fmla="*/ 356 h 3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34" h="356">
                <a:moveTo>
                  <a:pt x="0" y="0"/>
                </a:moveTo>
                <a:lnTo>
                  <a:pt x="489" y="348"/>
                </a:lnTo>
                <a:lnTo>
                  <a:pt x="491" y="350"/>
                </a:lnTo>
                <a:lnTo>
                  <a:pt x="494" y="351"/>
                </a:lnTo>
                <a:lnTo>
                  <a:pt x="497" y="353"/>
                </a:lnTo>
                <a:lnTo>
                  <a:pt x="500" y="354"/>
                </a:lnTo>
                <a:lnTo>
                  <a:pt x="503" y="354"/>
                </a:lnTo>
                <a:lnTo>
                  <a:pt x="506" y="355"/>
                </a:lnTo>
                <a:lnTo>
                  <a:pt x="509" y="355"/>
                </a:lnTo>
                <a:lnTo>
                  <a:pt x="512" y="354"/>
                </a:lnTo>
                <a:lnTo>
                  <a:pt x="515" y="353"/>
                </a:lnTo>
                <a:lnTo>
                  <a:pt x="518" y="352"/>
                </a:lnTo>
                <a:lnTo>
                  <a:pt x="520" y="351"/>
                </a:lnTo>
                <a:lnTo>
                  <a:pt x="523" y="349"/>
                </a:lnTo>
                <a:lnTo>
                  <a:pt x="526" y="347"/>
                </a:lnTo>
                <a:lnTo>
                  <a:pt x="528" y="345"/>
                </a:lnTo>
                <a:lnTo>
                  <a:pt x="530" y="342"/>
                </a:lnTo>
                <a:lnTo>
                  <a:pt x="533" y="340"/>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83" name="Freeform 6">
            <a:extLst>
              <a:ext uri="{FF2B5EF4-FFF2-40B4-BE49-F238E27FC236}">
                <a16:creationId xmlns:a16="http://schemas.microsoft.com/office/drawing/2014/main" id="{20B7E7A5-01E4-8D2A-4C0C-103C1A227229}"/>
              </a:ext>
            </a:extLst>
          </p:cNvPr>
          <p:cNvSpPr>
            <a:spLocks/>
          </p:cNvSpPr>
          <p:nvPr/>
        </p:nvSpPr>
        <p:spPr bwMode="auto">
          <a:xfrm>
            <a:off x="8094663" y="4402138"/>
            <a:ext cx="38100" cy="49212"/>
          </a:xfrm>
          <a:custGeom>
            <a:avLst/>
            <a:gdLst>
              <a:gd name="T0" fmla="*/ 23 w 24"/>
              <a:gd name="T1" fmla="*/ 30 h 31"/>
              <a:gd name="T2" fmla="*/ 23 w 24"/>
              <a:gd name="T3" fmla="*/ 28 h 31"/>
              <a:gd name="T4" fmla="*/ 22 w 24"/>
              <a:gd name="T5" fmla="*/ 27 h 31"/>
              <a:gd name="T6" fmla="*/ 21 w 24"/>
              <a:gd name="T7" fmla="*/ 25 h 31"/>
              <a:gd name="T8" fmla="*/ 21 w 24"/>
              <a:gd name="T9" fmla="*/ 23 h 31"/>
              <a:gd name="T10" fmla="*/ 20 w 24"/>
              <a:gd name="T11" fmla="*/ 22 h 31"/>
              <a:gd name="T12" fmla="*/ 18 w 24"/>
              <a:gd name="T13" fmla="*/ 20 h 31"/>
              <a:gd name="T14" fmla="*/ 17 w 24"/>
              <a:gd name="T15" fmla="*/ 18 h 31"/>
              <a:gd name="T16" fmla="*/ 16 w 24"/>
              <a:gd name="T17" fmla="*/ 16 h 31"/>
              <a:gd name="T18" fmla="*/ 14 w 24"/>
              <a:gd name="T19" fmla="*/ 14 h 31"/>
              <a:gd name="T20" fmla="*/ 12 w 24"/>
              <a:gd name="T21" fmla="*/ 12 h 31"/>
              <a:gd name="T22" fmla="*/ 10 w 24"/>
              <a:gd name="T23" fmla="*/ 10 h 31"/>
              <a:gd name="T24" fmla="*/ 8 w 24"/>
              <a:gd name="T25" fmla="*/ 8 h 31"/>
              <a:gd name="T26" fmla="*/ 6 w 24"/>
              <a:gd name="T27" fmla="*/ 6 h 31"/>
              <a:gd name="T28" fmla="*/ 4 w 24"/>
              <a:gd name="T29" fmla="*/ 3 h 31"/>
              <a:gd name="T30" fmla="*/ 2 w 24"/>
              <a:gd name="T31" fmla="*/ 2 h 31"/>
              <a:gd name="T32" fmla="*/ 0 w 24"/>
              <a:gd name="T33" fmla="*/ 0 h 31"/>
              <a:gd name="T34" fmla="*/ 23 w 24"/>
              <a:gd name="T35" fmla="*/ 30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
              <a:gd name="T55" fmla="*/ 0 h 31"/>
              <a:gd name="T56" fmla="*/ 24 w 24"/>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 h="31">
                <a:moveTo>
                  <a:pt x="23" y="30"/>
                </a:moveTo>
                <a:lnTo>
                  <a:pt x="23" y="28"/>
                </a:lnTo>
                <a:lnTo>
                  <a:pt x="22" y="27"/>
                </a:lnTo>
                <a:lnTo>
                  <a:pt x="21" y="25"/>
                </a:lnTo>
                <a:lnTo>
                  <a:pt x="21" y="23"/>
                </a:lnTo>
                <a:lnTo>
                  <a:pt x="20" y="22"/>
                </a:lnTo>
                <a:lnTo>
                  <a:pt x="18" y="20"/>
                </a:lnTo>
                <a:lnTo>
                  <a:pt x="17" y="18"/>
                </a:lnTo>
                <a:lnTo>
                  <a:pt x="16" y="16"/>
                </a:lnTo>
                <a:lnTo>
                  <a:pt x="14" y="14"/>
                </a:lnTo>
                <a:lnTo>
                  <a:pt x="12" y="12"/>
                </a:lnTo>
                <a:lnTo>
                  <a:pt x="10" y="10"/>
                </a:lnTo>
                <a:lnTo>
                  <a:pt x="8" y="8"/>
                </a:lnTo>
                <a:lnTo>
                  <a:pt x="6" y="6"/>
                </a:lnTo>
                <a:lnTo>
                  <a:pt x="4" y="3"/>
                </a:lnTo>
                <a:lnTo>
                  <a:pt x="2" y="2"/>
                </a:lnTo>
                <a:lnTo>
                  <a:pt x="0" y="0"/>
                </a:lnTo>
                <a:lnTo>
                  <a:pt x="23" y="30"/>
                </a:lnTo>
              </a:path>
            </a:pathLst>
          </a:custGeom>
          <a:solidFill>
            <a:srgbClr val="CECECE"/>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84" name="Freeform 7">
            <a:extLst>
              <a:ext uri="{FF2B5EF4-FFF2-40B4-BE49-F238E27FC236}">
                <a16:creationId xmlns:a16="http://schemas.microsoft.com/office/drawing/2014/main" id="{AABEEA4E-6F16-C692-7630-8E6118FA035D}"/>
              </a:ext>
            </a:extLst>
          </p:cNvPr>
          <p:cNvSpPr>
            <a:spLocks/>
          </p:cNvSpPr>
          <p:nvPr/>
        </p:nvSpPr>
        <p:spPr bwMode="auto">
          <a:xfrm>
            <a:off x="8094663" y="4402138"/>
            <a:ext cx="47625" cy="58737"/>
          </a:xfrm>
          <a:custGeom>
            <a:avLst/>
            <a:gdLst>
              <a:gd name="T0" fmla="*/ 29 w 30"/>
              <a:gd name="T1" fmla="*/ 36 h 37"/>
              <a:gd name="T2" fmla="*/ 29 w 30"/>
              <a:gd name="T3" fmla="*/ 34 h 37"/>
              <a:gd name="T4" fmla="*/ 28 w 30"/>
              <a:gd name="T5" fmla="*/ 32 h 37"/>
              <a:gd name="T6" fmla="*/ 27 w 30"/>
              <a:gd name="T7" fmla="*/ 30 h 37"/>
              <a:gd name="T8" fmla="*/ 26 w 30"/>
              <a:gd name="T9" fmla="*/ 28 h 37"/>
              <a:gd name="T10" fmla="*/ 25 w 30"/>
              <a:gd name="T11" fmla="*/ 26 h 37"/>
              <a:gd name="T12" fmla="*/ 23 w 30"/>
              <a:gd name="T13" fmla="*/ 24 h 37"/>
              <a:gd name="T14" fmla="*/ 22 w 30"/>
              <a:gd name="T15" fmla="*/ 22 h 37"/>
              <a:gd name="T16" fmla="*/ 20 w 30"/>
              <a:gd name="T17" fmla="*/ 19 h 37"/>
              <a:gd name="T18" fmla="*/ 18 w 30"/>
              <a:gd name="T19" fmla="*/ 17 h 37"/>
              <a:gd name="T20" fmla="*/ 15 w 30"/>
              <a:gd name="T21" fmla="*/ 14 h 37"/>
              <a:gd name="T22" fmla="*/ 13 w 30"/>
              <a:gd name="T23" fmla="*/ 12 h 37"/>
              <a:gd name="T24" fmla="*/ 10 w 30"/>
              <a:gd name="T25" fmla="*/ 9 h 37"/>
              <a:gd name="T26" fmla="*/ 8 w 30"/>
              <a:gd name="T27" fmla="*/ 7 h 37"/>
              <a:gd name="T28" fmla="*/ 5 w 30"/>
              <a:gd name="T29" fmla="*/ 4 h 37"/>
              <a:gd name="T30" fmla="*/ 2 w 30"/>
              <a:gd name="T31" fmla="*/ 2 h 37"/>
              <a:gd name="T32" fmla="*/ 0 w 30"/>
              <a:gd name="T33" fmla="*/ 0 h 3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0"/>
              <a:gd name="T52" fmla="*/ 0 h 37"/>
              <a:gd name="T53" fmla="*/ 30 w 30"/>
              <a:gd name="T54" fmla="*/ 37 h 3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0" h="37">
                <a:moveTo>
                  <a:pt x="29" y="36"/>
                </a:moveTo>
                <a:lnTo>
                  <a:pt x="29" y="34"/>
                </a:lnTo>
                <a:lnTo>
                  <a:pt x="28" y="32"/>
                </a:lnTo>
                <a:lnTo>
                  <a:pt x="27" y="30"/>
                </a:lnTo>
                <a:lnTo>
                  <a:pt x="26" y="28"/>
                </a:lnTo>
                <a:lnTo>
                  <a:pt x="25" y="26"/>
                </a:lnTo>
                <a:lnTo>
                  <a:pt x="23" y="24"/>
                </a:lnTo>
                <a:lnTo>
                  <a:pt x="22" y="22"/>
                </a:lnTo>
                <a:lnTo>
                  <a:pt x="20" y="19"/>
                </a:lnTo>
                <a:lnTo>
                  <a:pt x="18" y="17"/>
                </a:lnTo>
                <a:lnTo>
                  <a:pt x="15" y="14"/>
                </a:lnTo>
                <a:lnTo>
                  <a:pt x="13" y="12"/>
                </a:lnTo>
                <a:lnTo>
                  <a:pt x="10" y="9"/>
                </a:lnTo>
                <a:lnTo>
                  <a:pt x="8" y="7"/>
                </a:lnTo>
                <a:lnTo>
                  <a:pt x="5" y="4"/>
                </a:lnTo>
                <a:lnTo>
                  <a:pt x="2" y="2"/>
                </a:lnTo>
                <a:lnTo>
                  <a:pt x="0" y="0"/>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85" name="Freeform 8">
            <a:extLst>
              <a:ext uri="{FF2B5EF4-FFF2-40B4-BE49-F238E27FC236}">
                <a16:creationId xmlns:a16="http://schemas.microsoft.com/office/drawing/2014/main" id="{6498DBF9-B30C-99A9-9435-56CDC3AC65B4}"/>
              </a:ext>
            </a:extLst>
          </p:cNvPr>
          <p:cNvSpPr>
            <a:spLocks/>
          </p:cNvSpPr>
          <p:nvPr/>
        </p:nvSpPr>
        <p:spPr bwMode="auto">
          <a:xfrm>
            <a:off x="8139113" y="3532188"/>
            <a:ext cx="525462" cy="1243012"/>
          </a:xfrm>
          <a:custGeom>
            <a:avLst/>
            <a:gdLst>
              <a:gd name="T0" fmla="*/ 330 w 331"/>
              <a:gd name="T1" fmla="*/ 0 h 783"/>
              <a:gd name="T2" fmla="*/ 16 w 331"/>
              <a:gd name="T3" fmla="*/ 536 h 783"/>
              <a:gd name="T4" fmla="*/ 13 w 331"/>
              <a:gd name="T5" fmla="*/ 539 h 783"/>
              <a:gd name="T6" fmla="*/ 12 w 331"/>
              <a:gd name="T7" fmla="*/ 542 h 783"/>
              <a:gd name="T8" fmla="*/ 10 w 331"/>
              <a:gd name="T9" fmla="*/ 545 h 783"/>
              <a:gd name="T10" fmla="*/ 8 w 331"/>
              <a:gd name="T11" fmla="*/ 548 h 783"/>
              <a:gd name="T12" fmla="*/ 6 w 331"/>
              <a:gd name="T13" fmla="*/ 551 h 783"/>
              <a:gd name="T14" fmla="*/ 4 w 331"/>
              <a:gd name="T15" fmla="*/ 558 h 783"/>
              <a:gd name="T16" fmla="*/ 3 w 331"/>
              <a:gd name="T17" fmla="*/ 561 h 783"/>
              <a:gd name="T18" fmla="*/ 2 w 331"/>
              <a:gd name="T19" fmla="*/ 564 h 783"/>
              <a:gd name="T20" fmla="*/ 1 w 331"/>
              <a:gd name="T21" fmla="*/ 566 h 783"/>
              <a:gd name="T22" fmla="*/ 0 w 331"/>
              <a:gd name="T23" fmla="*/ 569 h 783"/>
              <a:gd name="T24" fmla="*/ 0 w 331"/>
              <a:gd name="T25" fmla="*/ 572 h 783"/>
              <a:gd name="T26" fmla="*/ 0 w 331"/>
              <a:gd name="T27" fmla="*/ 574 h 783"/>
              <a:gd name="T28" fmla="*/ 0 w 331"/>
              <a:gd name="T29" fmla="*/ 576 h 783"/>
              <a:gd name="T30" fmla="*/ 0 w 331"/>
              <a:gd name="T31" fmla="*/ 578 h 783"/>
              <a:gd name="T32" fmla="*/ 1 w 331"/>
              <a:gd name="T33" fmla="*/ 580 h 783"/>
              <a:gd name="T34" fmla="*/ 62 w 331"/>
              <a:gd name="T35" fmla="*/ 782 h 783"/>
              <a:gd name="T36" fmla="*/ 330 w 331"/>
              <a:gd name="T37" fmla="*/ 0 h 78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31"/>
              <a:gd name="T58" fmla="*/ 0 h 783"/>
              <a:gd name="T59" fmla="*/ 331 w 331"/>
              <a:gd name="T60" fmla="*/ 783 h 78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31" h="783">
                <a:moveTo>
                  <a:pt x="330" y="0"/>
                </a:moveTo>
                <a:lnTo>
                  <a:pt x="16" y="536"/>
                </a:lnTo>
                <a:lnTo>
                  <a:pt x="13" y="539"/>
                </a:lnTo>
                <a:lnTo>
                  <a:pt x="12" y="542"/>
                </a:lnTo>
                <a:lnTo>
                  <a:pt x="10" y="545"/>
                </a:lnTo>
                <a:lnTo>
                  <a:pt x="8" y="548"/>
                </a:lnTo>
                <a:lnTo>
                  <a:pt x="6" y="551"/>
                </a:lnTo>
                <a:lnTo>
                  <a:pt x="4" y="558"/>
                </a:lnTo>
                <a:lnTo>
                  <a:pt x="3" y="561"/>
                </a:lnTo>
                <a:lnTo>
                  <a:pt x="2" y="564"/>
                </a:lnTo>
                <a:lnTo>
                  <a:pt x="1" y="566"/>
                </a:lnTo>
                <a:lnTo>
                  <a:pt x="0" y="569"/>
                </a:lnTo>
                <a:lnTo>
                  <a:pt x="0" y="572"/>
                </a:lnTo>
                <a:lnTo>
                  <a:pt x="0" y="574"/>
                </a:lnTo>
                <a:lnTo>
                  <a:pt x="0" y="576"/>
                </a:lnTo>
                <a:lnTo>
                  <a:pt x="0" y="578"/>
                </a:lnTo>
                <a:lnTo>
                  <a:pt x="1" y="580"/>
                </a:lnTo>
                <a:lnTo>
                  <a:pt x="62" y="782"/>
                </a:lnTo>
                <a:lnTo>
                  <a:pt x="330" y="0"/>
                </a:lnTo>
              </a:path>
            </a:pathLst>
          </a:custGeom>
          <a:solidFill>
            <a:srgbClr val="CECECE"/>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86" name="Freeform 9">
            <a:extLst>
              <a:ext uri="{FF2B5EF4-FFF2-40B4-BE49-F238E27FC236}">
                <a16:creationId xmlns:a16="http://schemas.microsoft.com/office/drawing/2014/main" id="{9F548329-C3AC-5A12-D0AC-51B615C05F1F}"/>
              </a:ext>
            </a:extLst>
          </p:cNvPr>
          <p:cNvSpPr>
            <a:spLocks/>
          </p:cNvSpPr>
          <p:nvPr/>
        </p:nvSpPr>
        <p:spPr bwMode="auto">
          <a:xfrm>
            <a:off x="8139113" y="3532188"/>
            <a:ext cx="534987" cy="1252537"/>
          </a:xfrm>
          <a:custGeom>
            <a:avLst/>
            <a:gdLst>
              <a:gd name="T0" fmla="*/ 336 w 337"/>
              <a:gd name="T1" fmla="*/ 0 h 789"/>
              <a:gd name="T2" fmla="*/ 16 w 337"/>
              <a:gd name="T3" fmla="*/ 540 h 789"/>
              <a:gd name="T4" fmla="*/ 13 w 337"/>
              <a:gd name="T5" fmla="*/ 543 h 789"/>
              <a:gd name="T6" fmla="*/ 12 w 337"/>
              <a:gd name="T7" fmla="*/ 546 h 789"/>
              <a:gd name="T8" fmla="*/ 10 w 337"/>
              <a:gd name="T9" fmla="*/ 549 h 789"/>
              <a:gd name="T10" fmla="*/ 8 w 337"/>
              <a:gd name="T11" fmla="*/ 552 h 789"/>
              <a:gd name="T12" fmla="*/ 6 w 337"/>
              <a:gd name="T13" fmla="*/ 555 h 789"/>
              <a:gd name="T14" fmla="*/ 4 w 337"/>
              <a:gd name="T15" fmla="*/ 562 h 789"/>
              <a:gd name="T16" fmla="*/ 3 w 337"/>
              <a:gd name="T17" fmla="*/ 565 h 789"/>
              <a:gd name="T18" fmla="*/ 2 w 337"/>
              <a:gd name="T19" fmla="*/ 568 h 789"/>
              <a:gd name="T20" fmla="*/ 1 w 337"/>
              <a:gd name="T21" fmla="*/ 570 h 789"/>
              <a:gd name="T22" fmla="*/ 0 w 337"/>
              <a:gd name="T23" fmla="*/ 573 h 789"/>
              <a:gd name="T24" fmla="*/ 0 w 337"/>
              <a:gd name="T25" fmla="*/ 576 h 789"/>
              <a:gd name="T26" fmla="*/ 0 w 337"/>
              <a:gd name="T27" fmla="*/ 578 h 789"/>
              <a:gd name="T28" fmla="*/ 0 w 337"/>
              <a:gd name="T29" fmla="*/ 580 h 789"/>
              <a:gd name="T30" fmla="*/ 0 w 337"/>
              <a:gd name="T31" fmla="*/ 582 h 789"/>
              <a:gd name="T32" fmla="*/ 1 w 337"/>
              <a:gd name="T33" fmla="*/ 584 h 789"/>
              <a:gd name="T34" fmla="*/ 63 w 337"/>
              <a:gd name="T35" fmla="*/ 788 h 7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37"/>
              <a:gd name="T55" fmla="*/ 0 h 789"/>
              <a:gd name="T56" fmla="*/ 337 w 337"/>
              <a:gd name="T57" fmla="*/ 789 h 7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37" h="789">
                <a:moveTo>
                  <a:pt x="336" y="0"/>
                </a:moveTo>
                <a:lnTo>
                  <a:pt x="16" y="540"/>
                </a:lnTo>
                <a:lnTo>
                  <a:pt x="13" y="543"/>
                </a:lnTo>
                <a:lnTo>
                  <a:pt x="12" y="546"/>
                </a:lnTo>
                <a:lnTo>
                  <a:pt x="10" y="549"/>
                </a:lnTo>
                <a:lnTo>
                  <a:pt x="8" y="552"/>
                </a:lnTo>
                <a:lnTo>
                  <a:pt x="6" y="555"/>
                </a:lnTo>
                <a:lnTo>
                  <a:pt x="4" y="562"/>
                </a:lnTo>
                <a:lnTo>
                  <a:pt x="3" y="565"/>
                </a:lnTo>
                <a:lnTo>
                  <a:pt x="2" y="568"/>
                </a:lnTo>
                <a:lnTo>
                  <a:pt x="1" y="570"/>
                </a:lnTo>
                <a:lnTo>
                  <a:pt x="0" y="573"/>
                </a:lnTo>
                <a:lnTo>
                  <a:pt x="0" y="576"/>
                </a:lnTo>
                <a:lnTo>
                  <a:pt x="0" y="578"/>
                </a:lnTo>
                <a:lnTo>
                  <a:pt x="0" y="580"/>
                </a:lnTo>
                <a:lnTo>
                  <a:pt x="0" y="582"/>
                </a:lnTo>
                <a:lnTo>
                  <a:pt x="1" y="584"/>
                </a:lnTo>
                <a:lnTo>
                  <a:pt x="63" y="788"/>
                </a:lnTo>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87" name="Freeform 10">
            <a:extLst>
              <a:ext uri="{FF2B5EF4-FFF2-40B4-BE49-F238E27FC236}">
                <a16:creationId xmlns:a16="http://schemas.microsoft.com/office/drawing/2014/main" id="{A2B4AAF0-DF12-76AA-D046-C9A130D67512}"/>
              </a:ext>
            </a:extLst>
          </p:cNvPr>
          <p:cNvSpPr>
            <a:spLocks/>
          </p:cNvSpPr>
          <p:nvPr/>
        </p:nvSpPr>
        <p:spPr bwMode="auto">
          <a:xfrm>
            <a:off x="8007350" y="3352800"/>
            <a:ext cx="171450" cy="190500"/>
          </a:xfrm>
          <a:custGeom>
            <a:avLst/>
            <a:gdLst>
              <a:gd name="T0" fmla="*/ 79 w 108"/>
              <a:gd name="T1" fmla="*/ 6 h 120"/>
              <a:gd name="T2" fmla="*/ 68 w 108"/>
              <a:gd name="T3" fmla="*/ 2 h 120"/>
              <a:gd name="T4" fmla="*/ 58 w 108"/>
              <a:gd name="T5" fmla="*/ 0 h 120"/>
              <a:gd name="T6" fmla="*/ 47 w 108"/>
              <a:gd name="T7" fmla="*/ 1 h 120"/>
              <a:gd name="T8" fmla="*/ 37 w 108"/>
              <a:gd name="T9" fmla="*/ 4 h 120"/>
              <a:gd name="T10" fmla="*/ 27 w 108"/>
              <a:gd name="T11" fmla="*/ 8 h 120"/>
              <a:gd name="T12" fmla="*/ 18 w 108"/>
              <a:gd name="T13" fmla="*/ 14 h 120"/>
              <a:gd name="T14" fmla="*/ 10 w 108"/>
              <a:gd name="T15" fmla="*/ 23 h 120"/>
              <a:gd name="T16" fmla="*/ 5 w 108"/>
              <a:gd name="T17" fmla="*/ 32 h 120"/>
              <a:gd name="T18" fmla="*/ 1 w 108"/>
              <a:gd name="T19" fmla="*/ 43 h 120"/>
              <a:gd name="T20" fmla="*/ 0 w 108"/>
              <a:gd name="T21" fmla="*/ 54 h 120"/>
              <a:gd name="T22" fmla="*/ 0 w 108"/>
              <a:gd name="T23" fmla="*/ 67 h 120"/>
              <a:gd name="T24" fmla="*/ 3 w 108"/>
              <a:gd name="T25" fmla="*/ 78 h 120"/>
              <a:gd name="T26" fmla="*/ 7 w 108"/>
              <a:gd name="T27" fmla="*/ 89 h 120"/>
              <a:gd name="T28" fmla="*/ 12 w 108"/>
              <a:gd name="T29" fmla="*/ 98 h 120"/>
              <a:gd name="T30" fmla="*/ 20 w 108"/>
              <a:gd name="T31" fmla="*/ 108 h 120"/>
              <a:gd name="T32" fmla="*/ 29 w 108"/>
              <a:gd name="T33" fmla="*/ 113 h 120"/>
              <a:gd name="T34" fmla="*/ 40 w 108"/>
              <a:gd name="T35" fmla="*/ 117 h 120"/>
              <a:gd name="T36" fmla="*/ 50 w 108"/>
              <a:gd name="T37" fmla="*/ 119 h 120"/>
              <a:gd name="T38" fmla="*/ 61 w 108"/>
              <a:gd name="T39" fmla="*/ 118 h 120"/>
              <a:gd name="T40" fmla="*/ 71 w 108"/>
              <a:gd name="T41" fmla="*/ 116 h 120"/>
              <a:gd name="T42" fmla="*/ 80 w 108"/>
              <a:gd name="T43" fmla="*/ 111 h 120"/>
              <a:gd name="T44" fmla="*/ 89 w 108"/>
              <a:gd name="T45" fmla="*/ 105 h 120"/>
              <a:gd name="T46" fmla="*/ 97 w 108"/>
              <a:gd name="T47" fmla="*/ 97 h 120"/>
              <a:gd name="T48" fmla="*/ 102 w 108"/>
              <a:gd name="T49" fmla="*/ 87 h 120"/>
              <a:gd name="T50" fmla="*/ 106 w 108"/>
              <a:gd name="T51" fmla="*/ 76 h 120"/>
              <a:gd name="T52" fmla="*/ 107 w 108"/>
              <a:gd name="T53" fmla="*/ 65 h 120"/>
              <a:gd name="T54" fmla="*/ 107 w 108"/>
              <a:gd name="T55" fmla="*/ 53 h 120"/>
              <a:gd name="T56" fmla="*/ 104 w 108"/>
              <a:gd name="T57" fmla="*/ 42 h 120"/>
              <a:gd name="T58" fmla="*/ 100 w 108"/>
              <a:gd name="T59" fmla="*/ 30 h 120"/>
              <a:gd name="T60" fmla="*/ 95 w 108"/>
              <a:gd name="T61" fmla="*/ 21 h 120"/>
              <a:gd name="T62" fmla="*/ 87 w 108"/>
              <a:gd name="T63" fmla="*/ 12 h 1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8"/>
              <a:gd name="T97" fmla="*/ 0 h 120"/>
              <a:gd name="T98" fmla="*/ 108 w 108"/>
              <a:gd name="T99" fmla="*/ 120 h 1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8" h="120">
                <a:moveTo>
                  <a:pt x="83" y="9"/>
                </a:moveTo>
                <a:lnTo>
                  <a:pt x="79" y="6"/>
                </a:lnTo>
                <a:lnTo>
                  <a:pt x="74" y="4"/>
                </a:lnTo>
                <a:lnTo>
                  <a:pt x="68" y="2"/>
                </a:lnTo>
                <a:lnTo>
                  <a:pt x="63" y="1"/>
                </a:lnTo>
                <a:lnTo>
                  <a:pt x="58" y="0"/>
                </a:lnTo>
                <a:lnTo>
                  <a:pt x="53" y="0"/>
                </a:lnTo>
                <a:lnTo>
                  <a:pt x="47" y="1"/>
                </a:lnTo>
                <a:lnTo>
                  <a:pt x="43" y="2"/>
                </a:lnTo>
                <a:lnTo>
                  <a:pt x="37" y="4"/>
                </a:lnTo>
                <a:lnTo>
                  <a:pt x="32" y="6"/>
                </a:lnTo>
                <a:lnTo>
                  <a:pt x="27" y="8"/>
                </a:lnTo>
                <a:lnTo>
                  <a:pt x="23" y="10"/>
                </a:lnTo>
                <a:lnTo>
                  <a:pt x="18" y="14"/>
                </a:lnTo>
                <a:lnTo>
                  <a:pt x="14" y="18"/>
                </a:lnTo>
                <a:lnTo>
                  <a:pt x="10" y="23"/>
                </a:lnTo>
                <a:lnTo>
                  <a:pt x="7" y="28"/>
                </a:lnTo>
                <a:lnTo>
                  <a:pt x="5" y="32"/>
                </a:lnTo>
                <a:lnTo>
                  <a:pt x="3" y="38"/>
                </a:lnTo>
                <a:lnTo>
                  <a:pt x="1" y="43"/>
                </a:lnTo>
                <a:lnTo>
                  <a:pt x="0" y="49"/>
                </a:lnTo>
                <a:lnTo>
                  <a:pt x="0" y="54"/>
                </a:lnTo>
                <a:lnTo>
                  <a:pt x="0" y="60"/>
                </a:lnTo>
                <a:lnTo>
                  <a:pt x="0" y="67"/>
                </a:lnTo>
                <a:lnTo>
                  <a:pt x="1" y="72"/>
                </a:lnTo>
                <a:lnTo>
                  <a:pt x="3" y="78"/>
                </a:lnTo>
                <a:lnTo>
                  <a:pt x="5" y="83"/>
                </a:lnTo>
                <a:lnTo>
                  <a:pt x="7" y="89"/>
                </a:lnTo>
                <a:lnTo>
                  <a:pt x="9" y="93"/>
                </a:lnTo>
                <a:lnTo>
                  <a:pt x="12" y="98"/>
                </a:lnTo>
                <a:lnTo>
                  <a:pt x="16" y="103"/>
                </a:lnTo>
                <a:lnTo>
                  <a:pt x="20" y="108"/>
                </a:lnTo>
                <a:lnTo>
                  <a:pt x="25" y="111"/>
                </a:lnTo>
                <a:lnTo>
                  <a:pt x="29" y="113"/>
                </a:lnTo>
                <a:lnTo>
                  <a:pt x="35" y="116"/>
                </a:lnTo>
                <a:lnTo>
                  <a:pt x="40" y="117"/>
                </a:lnTo>
                <a:lnTo>
                  <a:pt x="45" y="118"/>
                </a:lnTo>
                <a:lnTo>
                  <a:pt x="50" y="119"/>
                </a:lnTo>
                <a:lnTo>
                  <a:pt x="56" y="119"/>
                </a:lnTo>
                <a:lnTo>
                  <a:pt x="61" y="118"/>
                </a:lnTo>
                <a:lnTo>
                  <a:pt x="66" y="117"/>
                </a:lnTo>
                <a:lnTo>
                  <a:pt x="71" y="116"/>
                </a:lnTo>
                <a:lnTo>
                  <a:pt x="76" y="113"/>
                </a:lnTo>
                <a:lnTo>
                  <a:pt x="80" y="111"/>
                </a:lnTo>
                <a:lnTo>
                  <a:pt x="85" y="109"/>
                </a:lnTo>
                <a:lnTo>
                  <a:pt x="89" y="105"/>
                </a:lnTo>
                <a:lnTo>
                  <a:pt x="93" y="101"/>
                </a:lnTo>
                <a:lnTo>
                  <a:pt x="97" y="97"/>
                </a:lnTo>
                <a:lnTo>
                  <a:pt x="100" y="92"/>
                </a:lnTo>
                <a:lnTo>
                  <a:pt x="102" y="87"/>
                </a:lnTo>
                <a:lnTo>
                  <a:pt x="104" y="82"/>
                </a:lnTo>
                <a:lnTo>
                  <a:pt x="106" y="76"/>
                </a:lnTo>
                <a:lnTo>
                  <a:pt x="107" y="70"/>
                </a:lnTo>
                <a:lnTo>
                  <a:pt x="107" y="65"/>
                </a:lnTo>
                <a:lnTo>
                  <a:pt x="107" y="59"/>
                </a:lnTo>
                <a:lnTo>
                  <a:pt x="107" y="53"/>
                </a:lnTo>
                <a:lnTo>
                  <a:pt x="106" y="48"/>
                </a:lnTo>
                <a:lnTo>
                  <a:pt x="104" y="42"/>
                </a:lnTo>
                <a:lnTo>
                  <a:pt x="102" y="36"/>
                </a:lnTo>
                <a:lnTo>
                  <a:pt x="100" y="30"/>
                </a:lnTo>
                <a:lnTo>
                  <a:pt x="98" y="26"/>
                </a:lnTo>
                <a:lnTo>
                  <a:pt x="95" y="21"/>
                </a:lnTo>
                <a:lnTo>
                  <a:pt x="91" y="16"/>
                </a:lnTo>
                <a:lnTo>
                  <a:pt x="87" y="12"/>
                </a:lnTo>
                <a:lnTo>
                  <a:pt x="83" y="9"/>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88" name="Freeform 11">
            <a:extLst>
              <a:ext uri="{FF2B5EF4-FFF2-40B4-BE49-F238E27FC236}">
                <a16:creationId xmlns:a16="http://schemas.microsoft.com/office/drawing/2014/main" id="{3E9AE5EA-8A4B-7869-0DED-7F5093E283C1}"/>
              </a:ext>
            </a:extLst>
          </p:cNvPr>
          <p:cNvSpPr>
            <a:spLocks/>
          </p:cNvSpPr>
          <p:nvPr/>
        </p:nvSpPr>
        <p:spPr bwMode="auto">
          <a:xfrm>
            <a:off x="8247063" y="3521075"/>
            <a:ext cx="174625" cy="192088"/>
          </a:xfrm>
          <a:custGeom>
            <a:avLst/>
            <a:gdLst>
              <a:gd name="T0" fmla="*/ 80 w 110"/>
              <a:gd name="T1" fmla="*/ 7 h 121"/>
              <a:gd name="T2" fmla="*/ 69 w 110"/>
              <a:gd name="T3" fmla="*/ 2 h 121"/>
              <a:gd name="T4" fmla="*/ 59 w 110"/>
              <a:gd name="T5" fmla="*/ 0 h 121"/>
              <a:gd name="T6" fmla="*/ 48 w 110"/>
              <a:gd name="T7" fmla="*/ 0 h 121"/>
              <a:gd name="T8" fmla="*/ 38 w 110"/>
              <a:gd name="T9" fmla="*/ 3 h 121"/>
              <a:gd name="T10" fmla="*/ 28 w 110"/>
              <a:gd name="T11" fmla="*/ 8 h 121"/>
              <a:gd name="T12" fmla="*/ 20 w 110"/>
              <a:gd name="T13" fmla="*/ 14 h 121"/>
              <a:gd name="T14" fmla="*/ 12 w 110"/>
              <a:gd name="T15" fmla="*/ 24 h 121"/>
              <a:gd name="T16" fmla="*/ 6 w 110"/>
              <a:gd name="T17" fmla="*/ 34 h 121"/>
              <a:gd name="T18" fmla="*/ 2 w 110"/>
              <a:gd name="T19" fmla="*/ 45 h 121"/>
              <a:gd name="T20" fmla="*/ 0 w 110"/>
              <a:gd name="T21" fmla="*/ 56 h 121"/>
              <a:gd name="T22" fmla="*/ 1 w 110"/>
              <a:gd name="T23" fmla="*/ 68 h 121"/>
              <a:gd name="T24" fmla="*/ 4 w 110"/>
              <a:gd name="T25" fmla="*/ 79 h 121"/>
              <a:gd name="T26" fmla="*/ 8 w 110"/>
              <a:gd name="T27" fmla="*/ 90 h 121"/>
              <a:gd name="T28" fmla="*/ 14 w 110"/>
              <a:gd name="T29" fmla="*/ 98 h 121"/>
              <a:gd name="T30" fmla="*/ 22 w 110"/>
              <a:gd name="T31" fmla="*/ 106 h 121"/>
              <a:gd name="T32" fmla="*/ 31 w 110"/>
              <a:gd name="T33" fmla="*/ 112 h 121"/>
              <a:gd name="T34" fmla="*/ 41 w 110"/>
              <a:gd name="T35" fmla="*/ 117 h 121"/>
              <a:gd name="T36" fmla="*/ 51 w 110"/>
              <a:gd name="T37" fmla="*/ 119 h 121"/>
              <a:gd name="T38" fmla="*/ 62 w 110"/>
              <a:gd name="T39" fmla="*/ 119 h 121"/>
              <a:gd name="T40" fmla="*/ 72 w 110"/>
              <a:gd name="T41" fmla="*/ 117 h 121"/>
              <a:gd name="T42" fmla="*/ 82 w 110"/>
              <a:gd name="T43" fmla="*/ 112 h 121"/>
              <a:gd name="T44" fmla="*/ 91 w 110"/>
              <a:gd name="T45" fmla="*/ 105 h 121"/>
              <a:gd name="T46" fmla="*/ 99 w 110"/>
              <a:gd name="T47" fmla="*/ 95 h 121"/>
              <a:gd name="T48" fmla="*/ 104 w 110"/>
              <a:gd name="T49" fmla="*/ 85 h 121"/>
              <a:gd name="T50" fmla="*/ 108 w 110"/>
              <a:gd name="T51" fmla="*/ 74 h 121"/>
              <a:gd name="T52" fmla="*/ 109 w 110"/>
              <a:gd name="T53" fmla="*/ 64 h 121"/>
              <a:gd name="T54" fmla="*/ 109 w 110"/>
              <a:gd name="T55" fmla="*/ 52 h 121"/>
              <a:gd name="T56" fmla="*/ 106 w 110"/>
              <a:gd name="T57" fmla="*/ 42 h 121"/>
              <a:gd name="T58" fmla="*/ 102 w 110"/>
              <a:gd name="T59" fmla="*/ 31 h 121"/>
              <a:gd name="T60" fmla="*/ 97 w 110"/>
              <a:gd name="T61" fmla="*/ 22 h 121"/>
              <a:gd name="T62" fmla="*/ 89 w 110"/>
              <a:gd name="T63" fmla="*/ 14 h 1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0"/>
              <a:gd name="T97" fmla="*/ 0 h 121"/>
              <a:gd name="T98" fmla="*/ 110 w 110"/>
              <a:gd name="T99" fmla="*/ 121 h 12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0" h="121">
                <a:moveTo>
                  <a:pt x="85" y="10"/>
                </a:moveTo>
                <a:lnTo>
                  <a:pt x="80" y="7"/>
                </a:lnTo>
                <a:lnTo>
                  <a:pt x="75" y="4"/>
                </a:lnTo>
                <a:lnTo>
                  <a:pt x="69" y="2"/>
                </a:lnTo>
                <a:lnTo>
                  <a:pt x="64" y="1"/>
                </a:lnTo>
                <a:lnTo>
                  <a:pt x="59" y="0"/>
                </a:lnTo>
                <a:lnTo>
                  <a:pt x="53" y="0"/>
                </a:lnTo>
                <a:lnTo>
                  <a:pt x="48" y="0"/>
                </a:lnTo>
                <a:lnTo>
                  <a:pt x="43" y="1"/>
                </a:lnTo>
                <a:lnTo>
                  <a:pt x="38" y="3"/>
                </a:lnTo>
                <a:lnTo>
                  <a:pt x="33" y="5"/>
                </a:lnTo>
                <a:lnTo>
                  <a:pt x="28" y="8"/>
                </a:lnTo>
                <a:lnTo>
                  <a:pt x="25" y="10"/>
                </a:lnTo>
                <a:lnTo>
                  <a:pt x="20" y="14"/>
                </a:lnTo>
                <a:lnTo>
                  <a:pt x="16" y="19"/>
                </a:lnTo>
                <a:lnTo>
                  <a:pt x="12" y="24"/>
                </a:lnTo>
                <a:lnTo>
                  <a:pt x="9" y="30"/>
                </a:lnTo>
                <a:lnTo>
                  <a:pt x="6" y="34"/>
                </a:lnTo>
                <a:lnTo>
                  <a:pt x="4" y="40"/>
                </a:lnTo>
                <a:lnTo>
                  <a:pt x="2" y="45"/>
                </a:lnTo>
                <a:lnTo>
                  <a:pt x="1" y="50"/>
                </a:lnTo>
                <a:lnTo>
                  <a:pt x="0" y="56"/>
                </a:lnTo>
                <a:lnTo>
                  <a:pt x="0" y="62"/>
                </a:lnTo>
                <a:lnTo>
                  <a:pt x="1" y="68"/>
                </a:lnTo>
                <a:lnTo>
                  <a:pt x="2" y="73"/>
                </a:lnTo>
                <a:lnTo>
                  <a:pt x="4" y="79"/>
                </a:lnTo>
                <a:lnTo>
                  <a:pt x="6" y="84"/>
                </a:lnTo>
                <a:lnTo>
                  <a:pt x="8" y="90"/>
                </a:lnTo>
                <a:lnTo>
                  <a:pt x="10" y="94"/>
                </a:lnTo>
                <a:lnTo>
                  <a:pt x="14" y="98"/>
                </a:lnTo>
                <a:lnTo>
                  <a:pt x="18" y="103"/>
                </a:lnTo>
                <a:lnTo>
                  <a:pt x="22" y="106"/>
                </a:lnTo>
                <a:lnTo>
                  <a:pt x="27" y="110"/>
                </a:lnTo>
                <a:lnTo>
                  <a:pt x="31" y="112"/>
                </a:lnTo>
                <a:lnTo>
                  <a:pt x="36" y="115"/>
                </a:lnTo>
                <a:lnTo>
                  <a:pt x="41" y="117"/>
                </a:lnTo>
                <a:lnTo>
                  <a:pt x="45" y="118"/>
                </a:lnTo>
                <a:lnTo>
                  <a:pt x="51" y="119"/>
                </a:lnTo>
                <a:lnTo>
                  <a:pt x="56" y="120"/>
                </a:lnTo>
                <a:lnTo>
                  <a:pt x="62" y="119"/>
                </a:lnTo>
                <a:lnTo>
                  <a:pt x="66" y="118"/>
                </a:lnTo>
                <a:lnTo>
                  <a:pt x="72" y="117"/>
                </a:lnTo>
                <a:lnTo>
                  <a:pt x="77" y="114"/>
                </a:lnTo>
                <a:lnTo>
                  <a:pt x="82" y="112"/>
                </a:lnTo>
                <a:lnTo>
                  <a:pt x="86" y="109"/>
                </a:lnTo>
                <a:lnTo>
                  <a:pt x="91" y="105"/>
                </a:lnTo>
                <a:lnTo>
                  <a:pt x="95" y="101"/>
                </a:lnTo>
                <a:lnTo>
                  <a:pt x="99" y="95"/>
                </a:lnTo>
                <a:lnTo>
                  <a:pt x="102" y="90"/>
                </a:lnTo>
                <a:lnTo>
                  <a:pt x="104" y="85"/>
                </a:lnTo>
                <a:lnTo>
                  <a:pt x="106" y="80"/>
                </a:lnTo>
                <a:lnTo>
                  <a:pt x="108" y="74"/>
                </a:lnTo>
                <a:lnTo>
                  <a:pt x="109" y="69"/>
                </a:lnTo>
                <a:lnTo>
                  <a:pt x="109" y="64"/>
                </a:lnTo>
                <a:lnTo>
                  <a:pt x="109" y="58"/>
                </a:lnTo>
                <a:lnTo>
                  <a:pt x="109" y="52"/>
                </a:lnTo>
                <a:lnTo>
                  <a:pt x="108" y="48"/>
                </a:lnTo>
                <a:lnTo>
                  <a:pt x="106" y="42"/>
                </a:lnTo>
                <a:lnTo>
                  <a:pt x="104" y="37"/>
                </a:lnTo>
                <a:lnTo>
                  <a:pt x="102" y="31"/>
                </a:lnTo>
                <a:lnTo>
                  <a:pt x="100" y="27"/>
                </a:lnTo>
                <a:lnTo>
                  <a:pt x="97" y="22"/>
                </a:lnTo>
                <a:lnTo>
                  <a:pt x="93" y="18"/>
                </a:lnTo>
                <a:lnTo>
                  <a:pt x="89" y="14"/>
                </a:lnTo>
                <a:lnTo>
                  <a:pt x="85" y="10"/>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89" name="Freeform 12">
            <a:extLst>
              <a:ext uri="{FF2B5EF4-FFF2-40B4-BE49-F238E27FC236}">
                <a16:creationId xmlns:a16="http://schemas.microsoft.com/office/drawing/2014/main" id="{C9ADD457-6896-00F0-C08E-A72BB7D1F8C3}"/>
              </a:ext>
            </a:extLst>
          </p:cNvPr>
          <p:cNvSpPr>
            <a:spLocks/>
          </p:cNvSpPr>
          <p:nvPr/>
        </p:nvSpPr>
        <p:spPr bwMode="auto">
          <a:xfrm>
            <a:off x="7766050" y="3184525"/>
            <a:ext cx="174625" cy="190500"/>
          </a:xfrm>
          <a:custGeom>
            <a:avLst/>
            <a:gdLst>
              <a:gd name="T0" fmla="*/ 87 w 110"/>
              <a:gd name="T1" fmla="*/ 14 h 120"/>
              <a:gd name="T2" fmla="*/ 95 w 110"/>
              <a:gd name="T3" fmla="*/ 22 h 120"/>
              <a:gd name="T4" fmla="*/ 101 w 110"/>
              <a:gd name="T5" fmla="*/ 31 h 120"/>
              <a:gd name="T6" fmla="*/ 106 w 110"/>
              <a:gd name="T7" fmla="*/ 42 h 120"/>
              <a:gd name="T8" fmla="*/ 108 w 110"/>
              <a:gd name="T9" fmla="*/ 52 h 120"/>
              <a:gd name="T10" fmla="*/ 108 w 110"/>
              <a:gd name="T11" fmla="*/ 64 h 120"/>
              <a:gd name="T12" fmla="*/ 106 w 110"/>
              <a:gd name="T13" fmla="*/ 74 h 120"/>
              <a:gd name="T14" fmla="*/ 102 w 110"/>
              <a:gd name="T15" fmla="*/ 85 h 120"/>
              <a:gd name="T16" fmla="*/ 97 w 110"/>
              <a:gd name="T17" fmla="*/ 95 h 120"/>
              <a:gd name="T18" fmla="*/ 89 w 110"/>
              <a:gd name="T19" fmla="*/ 105 h 120"/>
              <a:gd name="T20" fmla="*/ 82 w 110"/>
              <a:gd name="T21" fmla="*/ 111 h 120"/>
              <a:gd name="T22" fmla="*/ 72 w 110"/>
              <a:gd name="T23" fmla="*/ 116 h 120"/>
              <a:gd name="T24" fmla="*/ 62 w 110"/>
              <a:gd name="T25" fmla="*/ 119 h 120"/>
              <a:gd name="T26" fmla="*/ 51 w 110"/>
              <a:gd name="T27" fmla="*/ 119 h 120"/>
              <a:gd name="T28" fmla="*/ 41 w 110"/>
              <a:gd name="T29" fmla="*/ 117 h 120"/>
              <a:gd name="T30" fmla="*/ 31 w 110"/>
              <a:gd name="T31" fmla="*/ 112 h 120"/>
              <a:gd name="T32" fmla="*/ 22 w 110"/>
              <a:gd name="T33" fmla="*/ 106 h 120"/>
              <a:gd name="T34" fmla="*/ 13 w 110"/>
              <a:gd name="T35" fmla="*/ 98 h 120"/>
              <a:gd name="T36" fmla="*/ 7 w 110"/>
              <a:gd name="T37" fmla="*/ 89 h 120"/>
              <a:gd name="T38" fmla="*/ 3 w 110"/>
              <a:gd name="T39" fmla="*/ 79 h 120"/>
              <a:gd name="T40" fmla="*/ 0 w 110"/>
              <a:gd name="T41" fmla="*/ 68 h 120"/>
              <a:gd name="T42" fmla="*/ 0 w 110"/>
              <a:gd name="T43" fmla="*/ 56 h 120"/>
              <a:gd name="T44" fmla="*/ 2 w 110"/>
              <a:gd name="T45" fmla="*/ 45 h 120"/>
              <a:gd name="T46" fmla="*/ 7 w 110"/>
              <a:gd name="T47" fmla="*/ 34 h 120"/>
              <a:gd name="T48" fmla="*/ 12 w 110"/>
              <a:gd name="T49" fmla="*/ 24 h 120"/>
              <a:gd name="T50" fmla="*/ 19 w 110"/>
              <a:gd name="T51" fmla="*/ 14 h 120"/>
              <a:gd name="T52" fmla="*/ 27 w 110"/>
              <a:gd name="T53" fmla="*/ 8 h 120"/>
              <a:gd name="T54" fmla="*/ 37 w 110"/>
              <a:gd name="T55" fmla="*/ 3 h 120"/>
              <a:gd name="T56" fmla="*/ 46 w 110"/>
              <a:gd name="T57" fmla="*/ 0 h 120"/>
              <a:gd name="T58" fmla="*/ 57 w 110"/>
              <a:gd name="T59" fmla="*/ 0 h 120"/>
              <a:gd name="T60" fmla="*/ 67 w 110"/>
              <a:gd name="T61" fmla="*/ 2 h 120"/>
              <a:gd name="T62" fmla="*/ 77 w 110"/>
              <a:gd name="T63" fmla="*/ 7 h 1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0"/>
              <a:gd name="T97" fmla="*/ 0 h 120"/>
              <a:gd name="T98" fmla="*/ 110 w 110"/>
              <a:gd name="T99" fmla="*/ 120 h 1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0" h="120">
                <a:moveTo>
                  <a:pt x="82" y="10"/>
                </a:moveTo>
                <a:lnTo>
                  <a:pt x="87" y="14"/>
                </a:lnTo>
                <a:lnTo>
                  <a:pt x="91" y="18"/>
                </a:lnTo>
                <a:lnTo>
                  <a:pt x="95" y="22"/>
                </a:lnTo>
                <a:lnTo>
                  <a:pt x="99" y="27"/>
                </a:lnTo>
                <a:lnTo>
                  <a:pt x="101" y="31"/>
                </a:lnTo>
                <a:lnTo>
                  <a:pt x="104" y="37"/>
                </a:lnTo>
                <a:lnTo>
                  <a:pt x="106" y="42"/>
                </a:lnTo>
                <a:lnTo>
                  <a:pt x="107" y="48"/>
                </a:lnTo>
                <a:lnTo>
                  <a:pt x="108" y="52"/>
                </a:lnTo>
                <a:lnTo>
                  <a:pt x="109" y="58"/>
                </a:lnTo>
                <a:lnTo>
                  <a:pt x="108" y="64"/>
                </a:lnTo>
                <a:lnTo>
                  <a:pt x="108" y="69"/>
                </a:lnTo>
                <a:lnTo>
                  <a:pt x="106" y="74"/>
                </a:lnTo>
                <a:lnTo>
                  <a:pt x="104" y="80"/>
                </a:lnTo>
                <a:lnTo>
                  <a:pt x="102" y="85"/>
                </a:lnTo>
                <a:lnTo>
                  <a:pt x="100" y="90"/>
                </a:lnTo>
                <a:lnTo>
                  <a:pt x="97" y="95"/>
                </a:lnTo>
                <a:lnTo>
                  <a:pt x="93" y="101"/>
                </a:lnTo>
                <a:lnTo>
                  <a:pt x="89" y="105"/>
                </a:lnTo>
                <a:lnTo>
                  <a:pt x="85" y="109"/>
                </a:lnTo>
                <a:lnTo>
                  <a:pt x="82" y="111"/>
                </a:lnTo>
                <a:lnTo>
                  <a:pt x="77" y="114"/>
                </a:lnTo>
                <a:lnTo>
                  <a:pt x="72" y="116"/>
                </a:lnTo>
                <a:lnTo>
                  <a:pt x="66" y="118"/>
                </a:lnTo>
                <a:lnTo>
                  <a:pt x="62" y="119"/>
                </a:lnTo>
                <a:lnTo>
                  <a:pt x="57" y="119"/>
                </a:lnTo>
                <a:lnTo>
                  <a:pt x="51" y="119"/>
                </a:lnTo>
                <a:lnTo>
                  <a:pt x="46" y="118"/>
                </a:lnTo>
                <a:lnTo>
                  <a:pt x="41" y="117"/>
                </a:lnTo>
                <a:lnTo>
                  <a:pt x="36" y="115"/>
                </a:lnTo>
                <a:lnTo>
                  <a:pt x="31" y="112"/>
                </a:lnTo>
                <a:lnTo>
                  <a:pt x="27" y="109"/>
                </a:lnTo>
                <a:lnTo>
                  <a:pt x="22" y="106"/>
                </a:lnTo>
                <a:lnTo>
                  <a:pt x="17" y="102"/>
                </a:lnTo>
                <a:lnTo>
                  <a:pt x="13" y="98"/>
                </a:lnTo>
                <a:lnTo>
                  <a:pt x="9" y="94"/>
                </a:lnTo>
                <a:lnTo>
                  <a:pt x="7" y="89"/>
                </a:lnTo>
                <a:lnTo>
                  <a:pt x="5" y="84"/>
                </a:lnTo>
                <a:lnTo>
                  <a:pt x="3" y="79"/>
                </a:lnTo>
                <a:lnTo>
                  <a:pt x="1" y="73"/>
                </a:lnTo>
                <a:lnTo>
                  <a:pt x="0" y="68"/>
                </a:lnTo>
                <a:lnTo>
                  <a:pt x="0" y="62"/>
                </a:lnTo>
                <a:lnTo>
                  <a:pt x="0" y="56"/>
                </a:lnTo>
                <a:lnTo>
                  <a:pt x="1" y="50"/>
                </a:lnTo>
                <a:lnTo>
                  <a:pt x="2" y="45"/>
                </a:lnTo>
                <a:lnTo>
                  <a:pt x="4" y="40"/>
                </a:lnTo>
                <a:lnTo>
                  <a:pt x="7" y="34"/>
                </a:lnTo>
                <a:lnTo>
                  <a:pt x="9" y="30"/>
                </a:lnTo>
                <a:lnTo>
                  <a:pt x="12" y="24"/>
                </a:lnTo>
                <a:lnTo>
                  <a:pt x="15" y="19"/>
                </a:lnTo>
                <a:lnTo>
                  <a:pt x="19" y="14"/>
                </a:lnTo>
                <a:lnTo>
                  <a:pt x="23" y="10"/>
                </a:lnTo>
                <a:lnTo>
                  <a:pt x="27" y="8"/>
                </a:lnTo>
                <a:lnTo>
                  <a:pt x="32" y="5"/>
                </a:lnTo>
                <a:lnTo>
                  <a:pt x="37" y="3"/>
                </a:lnTo>
                <a:lnTo>
                  <a:pt x="42" y="1"/>
                </a:lnTo>
                <a:lnTo>
                  <a:pt x="46" y="0"/>
                </a:lnTo>
                <a:lnTo>
                  <a:pt x="52" y="0"/>
                </a:lnTo>
                <a:lnTo>
                  <a:pt x="57" y="0"/>
                </a:lnTo>
                <a:lnTo>
                  <a:pt x="63" y="1"/>
                </a:lnTo>
                <a:lnTo>
                  <a:pt x="67" y="2"/>
                </a:lnTo>
                <a:lnTo>
                  <a:pt x="72" y="4"/>
                </a:lnTo>
                <a:lnTo>
                  <a:pt x="77" y="7"/>
                </a:lnTo>
                <a:lnTo>
                  <a:pt x="82" y="10"/>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90" name="Freeform 13">
            <a:extLst>
              <a:ext uri="{FF2B5EF4-FFF2-40B4-BE49-F238E27FC236}">
                <a16:creationId xmlns:a16="http://schemas.microsoft.com/office/drawing/2014/main" id="{DEAD2BA2-0EE3-A5F7-5EF2-61C3352D7B2F}"/>
              </a:ext>
            </a:extLst>
          </p:cNvPr>
          <p:cNvSpPr>
            <a:spLocks/>
          </p:cNvSpPr>
          <p:nvPr/>
        </p:nvSpPr>
        <p:spPr bwMode="auto">
          <a:xfrm>
            <a:off x="7764463" y="3773488"/>
            <a:ext cx="174625" cy="188912"/>
          </a:xfrm>
          <a:custGeom>
            <a:avLst/>
            <a:gdLst>
              <a:gd name="T0" fmla="*/ 20 w 110"/>
              <a:gd name="T1" fmla="*/ 107 h 119"/>
              <a:gd name="T2" fmla="*/ 12 w 110"/>
              <a:gd name="T3" fmla="*/ 98 h 119"/>
              <a:gd name="T4" fmla="*/ 7 w 110"/>
              <a:gd name="T5" fmla="*/ 88 h 119"/>
              <a:gd name="T6" fmla="*/ 3 w 110"/>
              <a:gd name="T7" fmla="*/ 77 h 119"/>
              <a:gd name="T8" fmla="*/ 0 w 110"/>
              <a:gd name="T9" fmla="*/ 66 h 119"/>
              <a:gd name="T10" fmla="*/ 0 w 110"/>
              <a:gd name="T11" fmla="*/ 53 h 119"/>
              <a:gd name="T12" fmla="*/ 1 w 110"/>
              <a:gd name="T13" fmla="*/ 42 h 119"/>
              <a:gd name="T14" fmla="*/ 5 w 110"/>
              <a:gd name="T15" fmla="*/ 31 h 119"/>
              <a:gd name="T16" fmla="*/ 10 w 110"/>
              <a:gd name="T17" fmla="*/ 22 h 119"/>
              <a:gd name="T18" fmla="*/ 18 w 110"/>
              <a:gd name="T19" fmla="*/ 13 h 119"/>
              <a:gd name="T20" fmla="*/ 27 w 110"/>
              <a:gd name="T21" fmla="*/ 7 h 119"/>
              <a:gd name="T22" fmla="*/ 37 w 110"/>
              <a:gd name="T23" fmla="*/ 3 h 119"/>
              <a:gd name="T24" fmla="*/ 47 w 110"/>
              <a:gd name="T25" fmla="*/ 0 h 119"/>
              <a:gd name="T26" fmla="*/ 58 w 110"/>
              <a:gd name="T27" fmla="*/ 0 h 119"/>
              <a:gd name="T28" fmla="*/ 68 w 110"/>
              <a:gd name="T29" fmla="*/ 1 h 119"/>
              <a:gd name="T30" fmla="*/ 78 w 110"/>
              <a:gd name="T31" fmla="*/ 5 h 119"/>
              <a:gd name="T32" fmla="*/ 87 w 110"/>
              <a:gd name="T33" fmla="*/ 11 h 119"/>
              <a:gd name="T34" fmla="*/ 95 w 110"/>
              <a:gd name="T35" fmla="*/ 20 h 119"/>
              <a:gd name="T36" fmla="*/ 101 w 110"/>
              <a:gd name="T37" fmla="*/ 30 h 119"/>
              <a:gd name="T38" fmla="*/ 105 w 110"/>
              <a:gd name="T39" fmla="*/ 41 h 119"/>
              <a:gd name="T40" fmla="*/ 108 w 110"/>
              <a:gd name="T41" fmla="*/ 52 h 119"/>
              <a:gd name="T42" fmla="*/ 109 w 110"/>
              <a:gd name="T43" fmla="*/ 64 h 119"/>
              <a:gd name="T44" fmla="*/ 107 w 110"/>
              <a:gd name="T45" fmla="*/ 75 h 119"/>
              <a:gd name="T46" fmla="*/ 103 w 110"/>
              <a:gd name="T47" fmla="*/ 86 h 119"/>
              <a:gd name="T48" fmla="*/ 97 w 110"/>
              <a:gd name="T49" fmla="*/ 96 h 119"/>
              <a:gd name="T50" fmla="*/ 89 w 110"/>
              <a:gd name="T51" fmla="*/ 104 h 119"/>
              <a:gd name="T52" fmla="*/ 81 w 110"/>
              <a:gd name="T53" fmla="*/ 110 h 119"/>
              <a:gd name="T54" fmla="*/ 71 w 110"/>
              <a:gd name="T55" fmla="*/ 115 h 119"/>
              <a:gd name="T56" fmla="*/ 61 w 110"/>
              <a:gd name="T57" fmla="*/ 117 h 119"/>
              <a:gd name="T58" fmla="*/ 50 w 110"/>
              <a:gd name="T59" fmla="*/ 118 h 119"/>
              <a:gd name="T60" fmla="*/ 40 w 110"/>
              <a:gd name="T61" fmla="*/ 116 h 119"/>
              <a:gd name="T62" fmla="*/ 29 w 110"/>
              <a:gd name="T63" fmla="*/ 112 h 11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0"/>
              <a:gd name="T97" fmla="*/ 0 h 119"/>
              <a:gd name="T98" fmla="*/ 110 w 110"/>
              <a:gd name="T99" fmla="*/ 119 h 11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0" h="119">
                <a:moveTo>
                  <a:pt x="24" y="110"/>
                </a:moveTo>
                <a:lnTo>
                  <a:pt x="20" y="107"/>
                </a:lnTo>
                <a:lnTo>
                  <a:pt x="16" y="102"/>
                </a:lnTo>
                <a:lnTo>
                  <a:pt x="12" y="98"/>
                </a:lnTo>
                <a:lnTo>
                  <a:pt x="9" y="92"/>
                </a:lnTo>
                <a:lnTo>
                  <a:pt x="7" y="88"/>
                </a:lnTo>
                <a:lnTo>
                  <a:pt x="5" y="82"/>
                </a:lnTo>
                <a:lnTo>
                  <a:pt x="3" y="77"/>
                </a:lnTo>
                <a:lnTo>
                  <a:pt x="1" y="71"/>
                </a:lnTo>
                <a:lnTo>
                  <a:pt x="0" y="66"/>
                </a:lnTo>
                <a:lnTo>
                  <a:pt x="0" y="60"/>
                </a:lnTo>
                <a:lnTo>
                  <a:pt x="0" y="53"/>
                </a:lnTo>
                <a:lnTo>
                  <a:pt x="0" y="48"/>
                </a:lnTo>
                <a:lnTo>
                  <a:pt x="1" y="42"/>
                </a:lnTo>
                <a:lnTo>
                  <a:pt x="3" y="37"/>
                </a:lnTo>
                <a:lnTo>
                  <a:pt x="5" y="31"/>
                </a:lnTo>
                <a:lnTo>
                  <a:pt x="7" y="27"/>
                </a:lnTo>
                <a:lnTo>
                  <a:pt x="10" y="22"/>
                </a:lnTo>
                <a:lnTo>
                  <a:pt x="14" y="17"/>
                </a:lnTo>
                <a:lnTo>
                  <a:pt x="18" y="13"/>
                </a:lnTo>
                <a:lnTo>
                  <a:pt x="23" y="10"/>
                </a:lnTo>
                <a:lnTo>
                  <a:pt x="27" y="7"/>
                </a:lnTo>
                <a:lnTo>
                  <a:pt x="32" y="5"/>
                </a:lnTo>
                <a:lnTo>
                  <a:pt x="37" y="3"/>
                </a:lnTo>
                <a:lnTo>
                  <a:pt x="43" y="1"/>
                </a:lnTo>
                <a:lnTo>
                  <a:pt x="47" y="0"/>
                </a:lnTo>
                <a:lnTo>
                  <a:pt x="53" y="0"/>
                </a:lnTo>
                <a:lnTo>
                  <a:pt x="58" y="0"/>
                </a:lnTo>
                <a:lnTo>
                  <a:pt x="64" y="0"/>
                </a:lnTo>
                <a:lnTo>
                  <a:pt x="68" y="1"/>
                </a:lnTo>
                <a:lnTo>
                  <a:pt x="73" y="3"/>
                </a:lnTo>
                <a:lnTo>
                  <a:pt x="78" y="5"/>
                </a:lnTo>
                <a:lnTo>
                  <a:pt x="82" y="8"/>
                </a:lnTo>
                <a:lnTo>
                  <a:pt x="87" y="11"/>
                </a:lnTo>
                <a:lnTo>
                  <a:pt x="91" y="15"/>
                </a:lnTo>
                <a:lnTo>
                  <a:pt x="95" y="20"/>
                </a:lnTo>
                <a:lnTo>
                  <a:pt x="99" y="25"/>
                </a:lnTo>
                <a:lnTo>
                  <a:pt x="101" y="30"/>
                </a:lnTo>
                <a:lnTo>
                  <a:pt x="103" y="35"/>
                </a:lnTo>
                <a:lnTo>
                  <a:pt x="105" y="41"/>
                </a:lnTo>
                <a:lnTo>
                  <a:pt x="107" y="47"/>
                </a:lnTo>
                <a:lnTo>
                  <a:pt x="108" y="52"/>
                </a:lnTo>
                <a:lnTo>
                  <a:pt x="109" y="58"/>
                </a:lnTo>
                <a:lnTo>
                  <a:pt x="109" y="64"/>
                </a:lnTo>
                <a:lnTo>
                  <a:pt x="108" y="69"/>
                </a:lnTo>
                <a:lnTo>
                  <a:pt x="107" y="75"/>
                </a:lnTo>
                <a:lnTo>
                  <a:pt x="105" y="81"/>
                </a:lnTo>
                <a:lnTo>
                  <a:pt x="103" y="86"/>
                </a:lnTo>
                <a:lnTo>
                  <a:pt x="100" y="91"/>
                </a:lnTo>
                <a:lnTo>
                  <a:pt x="97" y="96"/>
                </a:lnTo>
                <a:lnTo>
                  <a:pt x="93" y="100"/>
                </a:lnTo>
                <a:lnTo>
                  <a:pt x="89" y="104"/>
                </a:lnTo>
                <a:lnTo>
                  <a:pt x="85" y="108"/>
                </a:lnTo>
                <a:lnTo>
                  <a:pt x="81" y="110"/>
                </a:lnTo>
                <a:lnTo>
                  <a:pt x="76" y="113"/>
                </a:lnTo>
                <a:lnTo>
                  <a:pt x="71" y="115"/>
                </a:lnTo>
                <a:lnTo>
                  <a:pt x="66" y="116"/>
                </a:lnTo>
                <a:lnTo>
                  <a:pt x="61" y="117"/>
                </a:lnTo>
                <a:lnTo>
                  <a:pt x="56" y="118"/>
                </a:lnTo>
                <a:lnTo>
                  <a:pt x="50" y="118"/>
                </a:lnTo>
                <a:lnTo>
                  <a:pt x="45" y="117"/>
                </a:lnTo>
                <a:lnTo>
                  <a:pt x="40" y="116"/>
                </a:lnTo>
                <a:lnTo>
                  <a:pt x="35" y="114"/>
                </a:lnTo>
                <a:lnTo>
                  <a:pt x="29" y="112"/>
                </a:lnTo>
                <a:lnTo>
                  <a:pt x="24" y="110"/>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91" name="Freeform 14">
            <a:extLst>
              <a:ext uri="{FF2B5EF4-FFF2-40B4-BE49-F238E27FC236}">
                <a16:creationId xmlns:a16="http://schemas.microsoft.com/office/drawing/2014/main" id="{203417DB-7228-C0F5-78B5-9DCB4F343FFF}"/>
              </a:ext>
            </a:extLst>
          </p:cNvPr>
          <p:cNvSpPr>
            <a:spLocks/>
          </p:cNvSpPr>
          <p:nvPr/>
        </p:nvSpPr>
        <p:spPr bwMode="auto">
          <a:xfrm>
            <a:off x="8007350" y="3940175"/>
            <a:ext cx="171450" cy="192088"/>
          </a:xfrm>
          <a:custGeom>
            <a:avLst/>
            <a:gdLst>
              <a:gd name="T0" fmla="*/ 20 w 108"/>
              <a:gd name="T1" fmla="*/ 106 h 121"/>
              <a:gd name="T2" fmla="*/ 12 w 108"/>
              <a:gd name="T3" fmla="*/ 98 h 121"/>
              <a:gd name="T4" fmla="*/ 7 w 108"/>
              <a:gd name="T5" fmla="*/ 90 h 121"/>
              <a:gd name="T6" fmla="*/ 3 w 108"/>
              <a:gd name="T7" fmla="*/ 79 h 121"/>
              <a:gd name="T8" fmla="*/ 0 w 108"/>
              <a:gd name="T9" fmla="*/ 68 h 121"/>
              <a:gd name="T10" fmla="*/ 0 w 108"/>
              <a:gd name="T11" fmla="*/ 56 h 121"/>
              <a:gd name="T12" fmla="*/ 1 w 108"/>
              <a:gd name="T13" fmla="*/ 45 h 121"/>
              <a:gd name="T14" fmla="*/ 5 w 108"/>
              <a:gd name="T15" fmla="*/ 34 h 121"/>
              <a:gd name="T16" fmla="*/ 10 w 108"/>
              <a:gd name="T17" fmla="*/ 24 h 121"/>
              <a:gd name="T18" fmla="*/ 18 w 108"/>
              <a:gd name="T19" fmla="*/ 14 h 121"/>
              <a:gd name="T20" fmla="*/ 27 w 108"/>
              <a:gd name="T21" fmla="*/ 8 h 121"/>
              <a:gd name="T22" fmla="*/ 36 w 108"/>
              <a:gd name="T23" fmla="*/ 3 h 121"/>
              <a:gd name="T24" fmla="*/ 46 w 108"/>
              <a:gd name="T25" fmla="*/ 0 h 121"/>
              <a:gd name="T26" fmla="*/ 57 w 108"/>
              <a:gd name="T27" fmla="*/ 0 h 121"/>
              <a:gd name="T28" fmla="*/ 67 w 108"/>
              <a:gd name="T29" fmla="*/ 2 h 121"/>
              <a:gd name="T30" fmla="*/ 78 w 108"/>
              <a:gd name="T31" fmla="*/ 7 h 121"/>
              <a:gd name="T32" fmla="*/ 87 w 108"/>
              <a:gd name="T33" fmla="*/ 14 h 121"/>
              <a:gd name="T34" fmla="*/ 95 w 108"/>
              <a:gd name="T35" fmla="*/ 22 h 121"/>
              <a:gd name="T36" fmla="*/ 100 w 108"/>
              <a:gd name="T37" fmla="*/ 31 h 121"/>
              <a:gd name="T38" fmla="*/ 104 w 108"/>
              <a:gd name="T39" fmla="*/ 42 h 121"/>
              <a:gd name="T40" fmla="*/ 107 w 108"/>
              <a:gd name="T41" fmla="*/ 52 h 121"/>
              <a:gd name="T42" fmla="*/ 107 w 108"/>
              <a:gd name="T43" fmla="*/ 64 h 121"/>
              <a:gd name="T44" fmla="*/ 106 w 108"/>
              <a:gd name="T45" fmla="*/ 74 h 121"/>
              <a:gd name="T46" fmla="*/ 102 w 108"/>
              <a:gd name="T47" fmla="*/ 85 h 121"/>
              <a:gd name="T48" fmla="*/ 97 w 108"/>
              <a:gd name="T49" fmla="*/ 95 h 121"/>
              <a:gd name="T50" fmla="*/ 89 w 108"/>
              <a:gd name="T51" fmla="*/ 105 h 121"/>
              <a:gd name="T52" fmla="*/ 80 w 108"/>
              <a:gd name="T53" fmla="*/ 111 h 121"/>
              <a:gd name="T54" fmla="*/ 70 w 108"/>
              <a:gd name="T55" fmla="*/ 117 h 121"/>
              <a:gd name="T56" fmla="*/ 60 w 108"/>
              <a:gd name="T57" fmla="*/ 119 h 121"/>
              <a:gd name="T58" fmla="*/ 49 w 108"/>
              <a:gd name="T59" fmla="*/ 119 h 121"/>
              <a:gd name="T60" fmla="*/ 39 w 108"/>
              <a:gd name="T61" fmla="*/ 117 h 121"/>
              <a:gd name="T62" fmla="*/ 28 w 108"/>
              <a:gd name="T63" fmla="*/ 112 h 1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8"/>
              <a:gd name="T97" fmla="*/ 0 h 121"/>
              <a:gd name="T98" fmla="*/ 108 w 108"/>
              <a:gd name="T99" fmla="*/ 121 h 12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8" h="121">
                <a:moveTo>
                  <a:pt x="25" y="110"/>
                </a:moveTo>
                <a:lnTo>
                  <a:pt x="20" y="106"/>
                </a:lnTo>
                <a:lnTo>
                  <a:pt x="16" y="103"/>
                </a:lnTo>
                <a:lnTo>
                  <a:pt x="12" y="98"/>
                </a:lnTo>
                <a:lnTo>
                  <a:pt x="9" y="94"/>
                </a:lnTo>
                <a:lnTo>
                  <a:pt x="7" y="90"/>
                </a:lnTo>
                <a:lnTo>
                  <a:pt x="5" y="84"/>
                </a:lnTo>
                <a:lnTo>
                  <a:pt x="3" y="79"/>
                </a:lnTo>
                <a:lnTo>
                  <a:pt x="1" y="73"/>
                </a:lnTo>
                <a:lnTo>
                  <a:pt x="0" y="68"/>
                </a:lnTo>
                <a:lnTo>
                  <a:pt x="0" y="62"/>
                </a:lnTo>
                <a:lnTo>
                  <a:pt x="0" y="56"/>
                </a:lnTo>
                <a:lnTo>
                  <a:pt x="0" y="50"/>
                </a:lnTo>
                <a:lnTo>
                  <a:pt x="1" y="45"/>
                </a:lnTo>
                <a:lnTo>
                  <a:pt x="3" y="40"/>
                </a:lnTo>
                <a:lnTo>
                  <a:pt x="5" y="34"/>
                </a:lnTo>
                <a:lnTo>
                  <a:pt x="7" y="30"/>
                </a:lnTo>
                <a:lnTo>
                  <a:pt x="10" y="24"/>
                </a:lnTo>
                <a:lnTo>
                  <a:pt x="14" y="19"/>
                </a:lnTo>
                <a:lnTo>
                  <a:pt x="18" y="14"/>
                </a:lnTo>
                <a:lnTo>
                  <a:pt x="22" y="10"/>
                </a:lnTo>
                <a:lnTo>
                  <a:pt x="27" y="8"/>
                </a:lnTo>
                <a:lnTo>
                  <a:pt x="31" y="5"/>
                </a:lnTo>
                <a:lnTo>
                  <a:pt x="36" y="3"/>
                </a:lnTo>
                <a:lnTo>
                  <a:pt x="41" y="1"/>
                </a:lnTo>
                <a:lnTo>
                  <a:pt x="46" y="0"/>
                </a:lnTo>
                <a:lnTo>
                  <a:pt x="51" y="0"/>
                </a:lnTo>
                <a:lnTo>
                  <a:pt x="57" y="0"/>
                </a:lnTo>
                <a:lnTo>
                  <a:pt x="62" y="1"/>
                </a:lnTo>
                <a:lnTo>
                  <a:pt x="67" y="2"/>
                </a:lnTo>
                <a:lnTo>
                  <a:pt x="72" y="4"/>
                </a:lnTo>
                <a:lnTo>
                  <a:pt x="78" y="7"/>
                </a:lnTo>
                <a:lnTo>
                  <a:pt x="83" y="10"/>
                </a:lnTo>
                <a:lnTo>
                  <a:pt x="87" y="14"/>
                </a:lnTo>
                <a:lnTo>
                  <a:pt x="91" y="18"/>
                </a:lnTo>
                <a:lnTo>
                  <a:pt x="95" y="22"/>
                </a:lnTo>
                <a:lnTo>
                  <a:pt x="98" y="27"/>
                </a:lnTo>
                <a:lnTo>
                  <a:pt x="100" y="31"/>
                </a:lnTo>
                <a:lnTo>
                  <a:pt x="102" y="37"/>
                </a:lnTo>
                <a:lnTo>
                  <a:pt x="104" y="42"/>
                </a:lnTo>
                <a:lnTo>
                  <a:pt x="106" y="48"/>
                </a:lnTo>
                <a:lnTo>
                  <a:pt x="107" y="52"/>
                </a:lnTo>
                <a:lnTo>
                  <a:pt x="107" y="58"/>
                </a:lnTo>
                <a:lnTo>
                  <a:pt x="107" y="64"/>
                </a:lnTo>
                <a:lnTo>
                  <a:pt x="107" y="70"/>
                </a:lnTo>
                <a:lnTo>
                  <a:pt x="106" y="74"/>
                </a:lnTo>
                <a:lnTo>
                  <a:pt x="104" y="80"/>
                </a:lnTo>
                <a:lnTo>
                  <a:pt x="102" y="85"/>
                </a:lnTo>
                <a:lnTo>
                  <a:pt x="100" y="90"/>
                </a:lnTo>
                <a:lnTo>
                  <a:pt x="97" y="95"/>
                </a:lnTo>
                <a:lnTo>
                  <a:pt x="93" y="101"/>
                </a:lnTo>
                <a:lnTo>
                  <a:pt x="89" y="105"/>
                </a:lnTo>
                <a:lnTo>
                  <a:pt x="84" y="109"/>
                </a:lnTo>
                <a:lnTo>
                  <a:pt x="80" y="111"/>
                </a:lnTo>
                <a:lnTo>
                  <a:pt x="75" y="114"/>
                </a:lnTo>
                <a:lnTo>
                  <a:pt x="70" y="117"/>
                </a:lnTo>
                <a:lnTo>
                  <a:pt x="64" y="118"/>
                </a:lnTo>
                <a:lnTo>
                  <a:pt x="60" y="119"/>
                </a:lnTo>
                <a:lnTo>
                  <a:pt x="54" y="120"/>
                </a:lnTo>
                <a:lnTo>
                  <a:pt x="49" y="119"/>
                </a:lnTo>
                <a:lnTo>
                  <a:pt x="44" y="118"/>
                </a:lnTo>
                <a:lnTo>
                  <a:pt x="39" y="117"/>
                </a:lnTo>
                <a:lnTo>
                  <a:pt x="34" y="115"/>
                </a:lnTo>
                <a:lnTo>
                  <a:pt x="28" y="112"/>
                </a:lnTo>
                <a:lnTo>
                  <a:pt x="25" y="110"/>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92" name="Freeform 15">
            <a:extLst>
              <a:ext uri="{FF2B5EF4-FFF2-40B4-BE49-F238E27FC236}">
                <a16:creationId xmlns:a16="http://schemas.microsoft.com/office/drawing/2014/main" id="{7933D12A-CABF-15A0-D9F9-F0B0A0A03FEC}"/>
              </a:ext>
            </a:extLst>
          </p:cNvPr>
          <p:cNvSpPr>
            <a:spLocks/>
          </p:cNvSpPr>
          <p:nvPr/>
        </p:nvSpPr>
        <p:spPr bwMode="auto">
          <a:xfrm>
            <a:off x="7523163" y="3603625"/>
            <a:ext cx="174625" cy="192088"/>
          </a:xfrm>
          <a:custGeom>
            <a:avLst/>
            <a:gdLst>
              <a:gd name="T0" fmla="*/ 31 w 110"/>
              <a:gd name="T1" fmla="*/ 112 h 121"/>
              <a:gd name="T2" fmla="*/ 41 w 110"/>
              <a:gd name="T3" fmla="*/ 117 h 121"/>
              <a:gd name="T4" fmla="*/ 51 w 110"/>
              <a:gd name="T5" fmla="*/ 119 h 121"/>
              <a:gd name="T6" fmla="*/ 62 w 110"/>
              <a:gd name="T7" fmla="*/ 119 h 121"/>
              <a:gd name="T8" fmla="*/ 72 w 110"/>
              <a:gd name="T9" fmla="*/ 117 h 121"/>
              <a:gd name="T10" fmla="*/ 81 w 110"/>
              <a:gd name="T11" fmla="*/ 111 h 121"/>
              <a:gd name="T12" fmla="*/ 89 w 110"/>
              <a:gd name="T13" fmla="*/ 105 h 121"/>
              <a:gd name="T14" fmla="*/ 96 w 110"/>
              <a:gd name="T15" fmla="*/ 95 h 121"/>
              <a:gd name="T16" fmla="*/ 102 w 110"/>
              <a:gd name="T17" fmla="*/ 85 h 121"/>
              <a:gd name="T18" fmla="*/ 106 w 110"/>
              <a:gd name="T19" fmla="*/ 74 h 121"/>
              <a:gd name="T20" fmla="*/ 108 w 110"/>
              <a:gd name="T21" fmla="*/ 63 h 121"/>
              <a:gd name="T22" fmla="*/ 108 w 110"/>
              <a:gd name="T23" fmla="*/ 51 h 121"/>
              <a:gd name="T24" fmla="*/ 106 w 110"/>
              <a:gd name="T25" fmla="*/ 40 h 121"/>
              <a:gd name="T26" fmla="*/ 101 w 110"/>
              <a:gd name="T27" fmla="*/ 30 h 121"/>
              <a:gd name="T28" fmla="*/ 95 w 110"/>
              <a:gd name="T29" fmla="*/ 21 h 121"/>
              <a:gd name="T30" fmla="*/ 87 w 110"/>
              <a:gd name="T31" fmla="*/ 13 h 121"/>
              <a:gd name="T32" fmla="*/ 77 w 110"/>
              <a:gd name="T33" fmla="*/ 7 h 121"/>
              <a:gd name="T34" fmla="*/ 67 w 110"/>
              <a:gd name="T35" fmla="*/ 2 h 121"/>
              <a:gd name="T36" fmla="*/ 57 w 110"/>
              <a:gd name="T37" fmla="*/ 0 h 121"/>
              <a:gd name="T38" fmla="*/ 46 w 110"/>
              <a:gd name="T39" fmla="*/ 0 h 121"/>
              <a:gd name="T40" fmla="*/ 37 w 110"/>
              <a:gd name="T41" fmla="*/ 3 h 121"/>
              <a:gd name="T42" fmla="*/ 27 w 110"/>
              <a:gd name="T43" fmla="*/ 8 h 121"/>
              <a:gd name="T44" fmla="*/ 19 w 110"/>
              <a:gd name="T45" fmla="*/ 14 h 121"/>
              <a:gd name="T46" fmla="*/ 12 w 110"/>
              <a:gd name="T47" fmla="*/ 24 h 121"/>
              <a:gd name="T48" fmla="*/ 7 w 110"/>
              <a:gd name="T49" fmla="*/ 34 h 121"/>
              <a:gd name="T50" fmla="*/ 2 w 110"/>
              <a:gd name="T51" fmla="*/ 45 h 121"/>
              <a:gd name="T52" fmla="*/ 0 w 110"/>
              <a:gd name="T53" fmla="*/ 56 h 121"/>
              <a:gd name="T54" fmla="*/ 0 w 110"/>
              <a:gd name="T55" fmla="*/ 68 h 121"/>
              <a:gd name="T56" fmla="*/ 3 w 110"/>
              <a:gd name="T57" fmla="*/ 79 h 121"/>
              <a:gd name="T58" fmla="*/ 7 w 110"/>
              <a:gd name="T59" fmla="*/ 90 h 121"/>
              <a:gd name="T60" fmla="*/ 13 w 110"/>
              <a:gd name="T61" fmla="*/ 98 h 121"/>
              <a:gd name="T62" fmla="*/ 22 w 110"/>
              <a:gd name="T63" fmla="*/ 106 h 12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0"/>
              <a:gd name="T97" fmla="*/ 0 h 121"/>
              <a:gd name="T98" fmla="*/ 110 w 110"/>
              <a:gd name="T99" fmla="*/ 121 h 12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0" h="121">
                <a:moveTo>
                  <a:pt x="27" y="110"/>
                </a:moveTo>
                <a:lnTo>
                  <a:pt x="31" y="112"/>
                </a:lnTo>
                <a:lnTo>
                  <a:pt x="36" y="115"/>
                </a:lnTo>
                <a:lnTo>
                  <a:pt x="41" y="117"/>
                </a:lnTo>
                <a:lnTo>
                  <a:pt x="46" y="118"/>
                </a:lnTo>
                <a:lnTo>
                  <a:pt x="51" y="119"/>
                </a:lnTo>
                <a:lnTo>
                  <a:pt x="57" y="120"/>
                </a:lnTo>
                <a:lnTo>
                  <a:pt x="62" y="119"/>
                </a:lnTo>
                <a:lnTo>
                  <a:pt x="66" y="118"/>
                </a:lnTo>
                <a:lnTo>
                  <a:pt x="72" y="117"/>
                </a:lnTo>
                <a:lnTo>
                  <a:pt x="77" y="114"/>
                </a:lnTo>
                <a:lnTo>
                  <a:pt x="81" y="111"/>
                </a:lnTo>
                <a:lnTo>
                  <a:pt x="85" y="109"/>
                </a:lnTo>
                <a:lnTo>
                  <a:pt x="89" y="105"/>
                </a:lnTo>
                <a:lnTo>
                  <a:pt x="93" y="100"/>
                </a:lnTo>
                <a:lnTo>
                  <a:pt x="96" y="95"/>
                </a:lnTo>
                <a:lnTo>
                  <a:pt x="100" y="90"/>
                </a:lnTo>
                <a:lnTo>
                  <a:pt x="102" y="85"/>
                </a:lnTo>
                <a:lnTo>
                  <a:pt x="104" y="80"/>
                </a:lnTo>
                <a:lnTo>
                  <a:pt x="106" y="74"/>
                </a:lnTo>
                <a:lnTo>
                  <a:pt x="107" y="69"/>
                </a:lnTo>
                <a:lnTo>
                  <a:pt x="108" y="63"/>
                </a:lnTo>
                <a:lnTo>
                  <a:pt x="109" y="57"/>
                </a:lnTo>
                <a:lnTo>
                  <a:pt x="108" y="51"/>
                </a:lnTo>
                <a:lnTo>
                  <a:pt x="107" y="46"/>
                </a:lnTo>
                <a:lnTo>
                  <a:pt x="106" y="40"/>
                </a:lnTo>
                <a:lnTo>
                  <a:pt x="104" y="35"/>
                </a:lnTo>
                <a:lnTo>
                  <a:pt x="101" y="30"/>
                </a:lnTo>
                <a:lnTo>
                  <a:pt x="99" y="26"/>
                </a:lnTo>
                <a:lnTo>
                  <a:pt x="95" y="21"/>
                </a:lnTo>
                <a:lnTo>
                  <a:pt x="91" y="17"/>
                </a:lnTo>
                <a:lnTo>
                  <a:pt x="87" y="13"/>
                </a:lnTo>
                <a:lnTo>
                  <a:pt x="82" y="10"/>
                </a:lnTo>
                <a:lnTo>
                  <a:pt x="77" y="7"/>
                </a:lnTo>
                <a:lnTo>
                  <a:pt x="72" y="4"/>
                </a:lnTo>
                <a:lnTo>
                  <a:pt x="67" y="2"/>
                </a:lnTo>
                <a:lnTo>
                  <a:pt x="63" y="1"/>
                </a:lnTo>
                <a:lnTo>
                  <a:pt x="57" y="0"/>
                </a:lnTo>
                <a:lnTo>
                  <a:pt x="52" y="0"/>
                </a:lnTo>
                <a:lnTo>
                  <a:pt x="46" y="0"/>
                </a:lnTo>
                <a:lnTo>
                  <a:pt x="42" y="1"/>
                </a:lnTo>
                <a:lnTo>
                  <a:pt x="37" y="3"/>
                </a:lnTo>
                <a:lnTo>
                  <a:pt x="32" y="5"/>
                </a:lnTo>
                <a:lnTo>
                  <a:pt x="27" y="8"/>
                </a:lnTo>
                <a:lnTo>
                  <a:pt x="23" y="10"/>
                </a:lnTo>
                <a:lnTo>
                  <a:pt x="19" y="14"/>
                </a:lnTo>
                <a:lnTo>
                  <a:pt x="15" y="19"/>
                </a:lnTo>
                <a:lnTo>
                  <a:pt x="12" y="24"/>
                </a:lnTo>
                <a:lnTo>
                  <a:pt x="9" y="30"/>
                </a:lnTo>
                <a:lnTo>
                  <a:pt x="7" y="34"/>
                </a:lnTo>
                <a:lnTo>
                  <a:pt x="4" y="40"/>
                </a:lnTo>
                <a:lnTo>
                  <a:pt x="2" y="45"/>
                </a:lnTo>
                <a:lnTo>
                  <a:pt x="1" y="50"/>
                </a:lnTo>
                <a:lnTo>
                  <a:pt x="0" y="56"/>
                </a:lnTo>
                <a:lnTo>
                  <a:pt x="0" y="62"/>
                </a:lnTo>
                <a:lnTo>
                  <a:pt x="0" y="68"/>
                </a:lnTo>
                <a:lnTo>
                  <a:pt x="1" y="73"/>
                </a:lnTo>
                <a:lnTo>
                  <a:pt x="3" y="79"/>
                </a:lnTo>
                <a:lnTo>
                  <a:pt x="5" y="84"/>
                </a:lnTo>
                <a:lnTo>
                  <a:pt x="7" y="90"/>
                </a:lnTo>
                <a:lnTo>
                  <a:pt x="9" y="94"/>
                </a:lnTo>
                <a:lnTo>
                  <a:pt x="13" y="98"/>
                </a:lnTo>
                <a:lnTo>
                  <a:pt x="17" y="103"/>
                </a:lnTo>
                <a:lnTo>
                  <a:pt x="22" y="106"/>
                </a:lnTo>
                <a:lnTo>
                  <a:pt x="27" y="110"/>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93" name="Freeform 16">
            <a:extLst>
              <a:ext uri="{FF2B5EF4-FFF2-40B4-BE49-F238E27FC236}">
                <a16:creationId xmlns:a16="http://schemas.microsoft.com/office/drawing/2014/main" id="{C37037B0-40FC-5670-605C-E6BC420EB72C}"/>
              </a:ext>
            </a:extLst>
          </p:cNvPr>
          <p:cNvSpPr>
            <a:spLocks/>
          </p:cNvSpPr>
          <p:nvPr/>
        </p:nvSpPr>
        <p:spPr bwMode="auto">
          <a:xfrm>
            <a:off x="7896225" y="4371975"/>
            <a:ext cx="150813" cy="127000"/>
          </a:xfrm>
          <a:custGeom>
            <a:avLst/>
            <a:gdLst>
              <a:gd name="T0" fmla="*/ 37 w 95"/>
              <a:gd name="T1" fmla="*/ 14 h 80"/>
              <a:gd name="T2" fmla="*/ 27 w 95"/>
              <a:gd name="T3" fmla="*/ 8 h 80"/>
              <a:gd name="T4" fmla="*/ 20 w 95"/>
              <a:gd name="T5" fmla="*/ 5 h 80"/>
              <a:gd name="T6" fmla="*/ 12 w 95"/>
              <a:gd name="T7" fmla="*/ 2 h 80"/>
              <a:gd name="T8" fmla="*/ 8 w 95"/>
              <a:gd name="T9" fmla="*/ 0 h 80"/>
              <a:gd name="T10" fmla="*/ 3 w 95"/>
              <a:gd name="T11" fmla="*/ 0 h 80"/>
              <a:gd name="T12" fmla="*/ 1 w 95"/>
              <a:gd name="T13" fmla="*/ 2 h 80"/>
              <a:gd name="T14" fmla="*/ 0 w 95"/>
              <a:gd name="T15" fmla="*/ 5 h 80"/>
              <a:gd name="T16" fmla="*/ 2 w 95"/>
              <a:gd name="T17" fmla="*/ 9 h 80"/>
              <a:gd name="T18" fmla="*/ 6 w 95"/>
              <a:gd name="T19" fmla="*/ 15 h 80"/>
              <a:gd name="T20" fmla="*/ 11 w 95"/>
              <a:gd name="T21" fmla="*/ 22 h 80"/>
              <a:gd name="T22" fmla="*/ 17 w 95"/>
              <a:gd name="T23" fmla="*/ 29 h 80"/>
              <a:gd name="T24" fmla="*/ 24 w 95"/>
              <a:gd name="T25" fmla="*/ 36 h 80"/>
              <a:gd name="T26" fmla="*/ 32 w 95"/>
              <a:gd name="T27" fmla="*/ 44 h 80"/>
              <a:gd name="T28" fmla="*/ 40 w 95"/>
              <a:gd name="T29" fmla="*/ 51 h 80"/>
              <a:gd name="T30" fmla="*/ 51 w 95"/>
              <a:gd name="T31" fmla="*/ 59 h 80"/>
              <a:gd name="T32" fmla="*/ 60 w 95"/>
              <a:gd name="T33" fmla="*/ 65 h 80"/>
              <a:gd name="T34" fmla="*/ 69 w 95"/>
              <a:gd name="T35" fmla="*/ 71 h 80"/>
              <a:gd name="T36" fmla="*/ 75 w 95"/>
              <a:gd name="T37" fmla="*/ 75 h 80"/>
              <a:gd name="T38" fmla="*/ 82 w 95"/>
              <a:gd name="T39" fmla="*/ 77 h 80"/>
              <a:gd name="T40" fmla="*/ 87 w 95"/>
              <a:gd name="T41" fmla="*/ 79 h 80"/>
              <a:gd name="T42" fmla="*/ 91 w 95"/>
              <a:gd name="T43" fmla="*/ 78 h 80"/>
              <a:gd name="T44" fmla="*/ 93 w 95"/>
              <a:gd name="T45" fmla="*/ 76 h 80"/>
              <a:gd name="T46" fmla="*/ 94 w 95"/>
              <a:gd name="T47" fmla="*/ 72 h 80"/>
              <a:gd name="T48" fmla="*/ 92 w 95"/>
              <a:gd name="T49" fmla="*/ 67 h 80"/>
              <a:gd name="T50" fmla="*/ 89 w 95"/>
              <a:gd name="T51" fmla="*/ 61 h 80"/>
              <a:gd name="T52" fmla="*/ 85 w 95"/>
              <a:gd name="T53" fmla="*/ 56 h 80"/>
              <a:gd name="T54" fmla="*/ 79 w 95"/>
              <a:gd name="T55" fmla="*/ 48 h 80"/>
              <a:gd name="T56" fmla="*/ 71 w 95"/>
              <a:gd name="T57" fmla="*/ 41 h 80"/>
              <a:gd name="T58" fmla="*/ 64 w 95"/>
              <a:gd name="T59" fmla="*/ 33 h 80"/>
              <a:gd name="T60" fmla="*/ 55 w 95"/>
              <a:gd name="T61" fmla="*/ 27 h 80"/>
              <a:gd name="T62" fmla="*/ 46 w 95"/>
              <a:gd name="T63" fmla="*/ 20 h 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5"/>
              <a:gd name="T97" fmla="*/ 0 h 80"/>
              <a:gd name="T98" fmla="*/ 95 w 95"/>
              <a:gd name="T99" fmla="*/ 80 h 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5" h="80">
                <a:moveTo>
                  <a:pt x="42" y="18"/>
                </a:moveTo>
                <a:lnTo>
                  <a:pt x="37" y="14"/>
                </a:lnTo>
                <a:lnTo>
                  <a:pt x="32" y="11"/>
                </a:lnTo>
                <a:lnTo>
                  <a:pt x="27" y="8"/>
                </a:lnTo>
                <a:lnTo>
                  <a:pt x="24" y="7"/>
                </a:lnTo>
                <a:lnTo>
                  <a:pt x="20" y="5"/>
                </a:lnTo>
                <a:lnTo>
                  <a:pt x="16" y="3"/>
                </a:lnTo>
                <a:lnTo>
                  <a:pt x="12" y="2"/>
                </a:lnTo>
                <a:lnTo>
                  <a:pt x="9" y="1"/>
                </a:lnTo>
                <a:lnTo>
                  <a:pt x="8" y="0"/>
                </a:lnTo>
                <a:lnTo>
                  <a:pt x="5" y="0"/>
                </a:lnTo>
                <a:lnTo>
                  <a:pt x="3" y="0"/>
                </a:lnTo>
                <a:lnTo>
                  <a:pt x="2" y="1"/>
                </a:lnTo>
                <a:lnTo>
                  <a:pt x="1" y="2"/>
                </a:lnTo>
                <a:lnTo>
                  <a:pt x="0" y="3"/>
                </a:lnTo>
                <a:lnTo>
                  <a:pt x="0" y="5"/>
                </a:lnTo>
                <a:lnTo>
                  <a:pt x="1" y="7"/>
                </a:lnTo>
                <a:lnTo>
                  <a:pt x="2" y="9"/>
                </a:lnTo>
                <a:lnTo>
                  <a:pt x="4" y="12"/>
                </a:lnTo>
                <a:lnTo>
                  <a:pt x="6" y="15"/>
                </a:lnTo>
                <a:lnTo>
                  <a:pt x="8" y="19"/>
                </a:lnTo>
                <a:lnTo>
                  <a:pt x="11" y="22"/>
                </a:lnTo>
                <a:lnTo>
                  <a:pt x="14" y="25"/>
                </a:lnTo>
                <a:lnTo>
                  <a:pt x="17" y="29"/>
                </a:lnTo>
                <a:lnTo>
                  <a:pt x="21" y="33"/>
                </a:lnTo>
                <a:lnTo>
                  <a:pt x="24" y="36"/>
                </a:lnTo>
                <a:lnTo>
                  <a:pt x="28" y="40"/>
                </a:lnTo>
                <a:lnTo>
                  <a:pt x="32" y="44"/>
                </a:lnTo>
                <a:lnTo>
                  <a:pt x="37" y="47"/>
                </a:lnTo>
                <a:lnTo>
                  <a:pt x="40" y="51"/>
                </a:lnTo>
                <a:lnTo>
                  <a:pt x="46" y="55"/>
                </a:lnTo>
                <a:lnTo>
                  <a:pt x="51" y="59"/>
                </a:lnTo>
                <a:lnTo>
                  <a:pt x="55" y="62"/>
                </a:lnTo>
                <a:lnTo>
                  <a:pt x="60" y="65"/>
                </a:lnTo>
                <a:lnTo>
                  <a:pt x="64" y="68"/>
                </a:lnTo>
                <a:lnTo>
                  <a:pt x="69" y="71"/>
                </a:lnTo>
                <a:lnTo>
                  <a:pt x="72" y="73"/>
                </a:lnTo>
                <a:lnTo>
                  <a:pt x="75" y="75"/>
                </a:lnTo>
                <a:lnTo>
                  <a:pt x="79" y="76"/>
                </a:lnTo>
                <a:lnTo>
                  <a:pt x="82" y="77"/>
                </a:lnTo>
                <a:lnTo>
                  <a:pt x="85" y="78"/>
                </a:lnTo>
                <a:lnTo>
                  <a:pt x="87" y="79"/>
                </a:lnTo>
                <a:lnTo>
                  <a:pt x="89" y="78"/>
                </a:lnTo>
                <a:lnTo>
                  <a:pt x="91" y="78"/>
                </a:lnTo>
                <a:lnTo>
                  <a:pt x="92" y="77"/>
                </a:lnTo>
                <a:lnTo>
                  <a:pt x="93" y="76"/>
                </a:lnTo>
                <a:lnTo>
                  <a:pt x="94" y="74"/>
                </a:lnTo>
                <a:lnTo>
                  <a:pt x="94" y="72"/>
                </a:lnTo>
                <a:lnTo>
                  <a:pt x="93" y="70"/>
                </a:lnTo>
                <a:lnTo>
                  <a:pt x="92" y="67"/>
                </a:lnTo>
                <a:lnTo>
                  <a:pt x="91" y="64"/>
                </a:lnTo>
                <a:lnTo>
                  <a:pt x="89" y="61"/>
                </a:lnTo>
                <a:lnTo>
                  <a:pt x="87" y="59"/>
                </a:lnTo>
                <a:lnTo>
                  <a:pt x="85" y="56"/>
                </a:lnTo>
                <a:lnTo>
                  <a:pt x="82" y="52"/>
                </a:lnTo>
                <a:lnTo>
                  <a:pt x="79" y="48"/>
                </a:lnTo>
                <a:lnTo>
                  <a:pt x="75" y="45"/>
                </a:lnTo>
                <a:lnTo>
                  <a:pt x="71" y="41"/>
                </a:lnTo>
                <a:lnTo>
                  <a:pt x="68" y="37"/>
                </a:lnTo>
                <a:lnTo>
                  <a:pt x="64" y="33"/>
                </a:lnTo>
                <a:lnTo>
                  <a:pt x="59" y="30"/>
                </a:lnTo>
                <a:lnTo>
                  <a:pt x="55" y="27"/>
                </a:lnTo>
                <a:lnTo>
                  <a:pt x="51" y="23"/>
                </a:lnTo>
                <a:lnTo>
                  <a:pt x="46" y="20"/>
                </a:lnTo>
                <a:lnTo>
                  <a:pt x="42" y="18"/>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94" name="Freeform 17">
            <a:extLst>
              <a:ext uri="{FF2B5EF4-FFF2-40B4-BE49-F238E27FC236}">
                <a16:creationId xmlns:a16="http://schemas.microsoft.com/office/drawing/2014/main" id="{0DBBC8F8-CFEA-50CE-C0C9-4A8A13D2254F}"/>
              </a:ext>
            </a:extLst>
          </p:cNvPr>
          <p:cNvSpPr>
            <a:spLocks/>
          </p:cNvSpPr>
          <p:nvPr/>
        </p:nvSpPr>
        <p:spPr bwMode="auto">
          <a:xfrm>
            <a:off x="7416800" y="4035425"/>
            <a:ext cx="146050" cy="127000"/>
          </a:xfrm>
          <a:custGeom>
            <a:avLst/>
            <a:gdLst>
              <a:gd name="T0" fmla="*/ 43 w 92"/>
              <a:gd name="T1" fmla="*/ 20 h 80"/>
              <a:gd name="T2" fmla="*/ 53 w 92"/>
              <a:gd name="T3" fmla="*/ 27 h 80"/>
              <a:gd name="T4" fmla="*/ 61 w 92"/>
              <a:gd name="T5" fmla="*/ 33 h 80"/>
              <a:gd name="T6" fmla="*/ 68 w 92"/>
              <a:gd name="T7" fmla="*/ 41 h 80"/>
              <a:gd name="T8" fmla="*/ 76 w 92"/>
              <a:gd name="T9" fmla="*/ 48 h 80"/>
              <a:gd name="T10" fmla="*/ 82 w 92"/>
              <a:gd name="T11" fmla="*/ 56 h 80"/>
              <a:gd name="T12" fmla="*/ 85 w 92"/>
              <a:gd name="T13" fmla="*/ 61 h 80"/>
              <a:gd name="T14" fmla="*/ 88 w 92"/>
              <a:gd name="T15" fmla="*/ 67 h 80"/>
              <a:gd name="T16" fmla="*/ 90 w 92"/>
              <a:gd name="T17" fmla="*/ 72 h 80"/>
              <a:gd name="T18" fmla="*/ 90 w 92"/>
              <a:gd name="T19" fmla="*/ 76 h 80"/>
              <a:gd name="T20" fmla="*/ 89 w 92"/>
              <a:gd name="T21" fmla="*/ 78 h 80"/>
              <a:gd name="T22" fmla="*/ 85 w 92"/>
              <a:gd name="T23" fmla="*/ 79 h 80"/>
              <a:gd name="T24" fmla="*/ 81 w 92"/>
              <a:gd name="T25" fmla="*/ 77 h 80"/>
              <a:gd name="T26" fmla="*/ 74 w 92"/>
              <a:gd name="T27" fmla="*/ 75 h 80"/>
              <a:gd name="T28" fmla="*/ 66 w 92"/>
              <a:gd name="T29" fmla="*/ 71 h 80"/>
              <a:gd name="T30" fmla="*/ 56 w 92"/>
              <a:gd name="T31" fmla="*/ 65 h 80"/>
              <a:gd name="T32" fmla="*/ 47 w 92"/>
              <a:gd name="T33" fmla="*/ 59 h 80"/>
              <a:gd name="T34" fmla="*/ 34 w 92"/>
              <a:gd name="T35" fmla="*/ 47 h 80"/>
              <a:gd name="T36" fmla="*/ 25 w 92"/>
              <a:gd name="T37" fmla="*/ 40 h 80"/>
              <a:gd name="T38" fmla="*/ 18 w 92"/>
              <a:gd name="T39" fmla="*/ 33 h 80"/>
              <a:gd name="T40" fmla="*/ 11 w 92"/>
              <a:gd name="T41" fmla="*/ 25 h 80"/>
              <a:gd name="T42" fmla="*/ 7 w 92"/>
              <a:gd name="T43" fmla="*/ 19 h 80"/>
              <a:gd name="T44" fmla="*/ 3 w 92"/>
              <a:gd name="T45" fmla="*/ 12 h 80"/>
              <a:gd name="T46" fmla="*/ 0 w 92"/>
              <a:gd name="T47" fmla="*/ 7 h 80"/>
              <a:gd name="T48" fmla="*/ 0 w 92"/>
              <a:gd name="T49" fmla="*/ 3 h 80"/>
              <a:gd name="T50" fmla="*/ 1 w 92"/>
              <a:gd name="T51" fmla="*/ 1 h 80"/>
              <a:gd name="T52" fmla="*/ 5 w 92"/>
              <a:gd name="T53" fmla="*/ 0 h 80"/>
              <a:gd name="T54" fmla="*/ 8 w 92"/>
              <a:gd name="T55" fmla="*/ 1 h 80"/>
              <a:gd name="T56" fmla="*/ 14 w 92"/>
              <a:gd name="T57" fmla="*/ 3 h 80"/>
              <a:gd name="T58" fmla="*/ 22 w 92"/>
              <a:gd name="T59" fmla="*/ 7 h 80"/>
              <a:gd name="T60" fmla="*/ 29 w 92"/>
              <a:gd name="T61" fmla="*/ 11 h 80"/>
              <a:gd name="T62" fmla="*/ 38 w 92"/>
              <a:gd name="T63" fmla="*/ 18 h 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2"/>
              <a:gd name="T97" fmla="*/ 0 h 80"/>
              <a:gd name="T98" fmla="*/ 92 w 92"/>
              <a:gd name="T99" fmla="*/ 80 h 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2" h="80">
                <a:moveTo>
                  <a:pt x="38" y="18"/>
                </a:moveTo>
                <a:lnTo>
                  <a:pt x="43" y="20"/>
                </a:lnTo>
                <a:lnTo>
                  <a:pt x="48" y="23"/>
                </a:lnTo>
                <a:lnTo>
                  <a:pt x="53" y="27"/>
                </a:lnTo>
                <a:lnTo>
                  <a:pt x="57" y="30"/>
                </a:lnTo>
                <a:lnTo>
                  <a:pt x="61" y="33"/>
                </a:lnTo>
                <a:lnTo>
                  <a:pt x="65" y="37"/>
                </a:lnTo>
                <a:lnTo>
                  <a:pt x="68" y="41"/>
                </a:lnTo>
                <a:lnTo>
                  <a:pt x="72" y="45"/>
                </a:lnTo>
                <a:lnTo>
                  <a:pt x="76" y="48"/>
                </a:lnTo>
                <a:lnTo>
                  <a:pt x="79" y="52"/>
                </a:lnTo>
                <a:lnTo>
                  <a:pt x="82" y="56"/>
                </a:lnTo>
                <a:lnTo>
                  <a:pt x="83" y="59"/>
                </a:lnTo>
                <a:lnTo>
                  <a:pt x="85" y="61"/>
                </a:lnTo>
                <a:lnTo>
                  <a:pt x="87" y="64"/>
                </a:lnTo>
                <a:lnTo>
                  <a:pt x="88" y="67"/>
                </a:lnTo>
                <a:lnTo>
                  <a:pt x="89" y="70"/>
                </a:lnTo>
                <a:lnTo>
                  <a:pt x="90" y="72"/>
                </a:lnTo>
                <a:lnTo>
                  <a:pt x="91" y="74"/>
                </a:lnTo>
                <a:lnTo>
                  <a:pt x="90" y="76"/>
                </a:lnTo>
                <a:lnTo>
                  <a:pt x="90" y="77"/>
                </a:lnTo>
                <a:lnTo>
                  <a:pt x="89" y="78"/>
                </a:lnTo>
                <a:lnTo>
                  <a:pt x="87" y="78"/>
                </a:lnTo>
                <a:lnTo>
                  <a:pt x="85" y="79"/>
                </a:lnTo>
                <a:lnTo>
                  <a:pt x="83" y="78"/>
                </a:lnTo>
                <a:lnTo>
                  <a:pt x="81" y="77"/>
                </a:lnTo>
                <a:lnTo>
                  <a:pt x="77" y="76"/>
                </a:lnTo>
                <a:lnTo>
                  <a:pt x="74" y="75"/>
                </a:lnTo>
                <a:lnTo>
                  <a:pt x="69" y="73"/>
                </a:lnTo>
                <a:lnTo>
                  <a:pt x="66" y="71"/>
                </a:lnTo>
                <a:lnTo>
                  <a:pt x="61" y="68"/>
                </a:lnTo>
                <a:lnTo>
                  <a:pt x="56" y="65"/>
                </a:lnTo>
                <a:lnTo>
                  <a:pt x="52" y="62"/>
                </a:lnTo>
                <a:lnTo>
                  <a:pt x="47" y="59"/>
                </a:lnTo>
                <a:lnTo>
                  <a:pt x="38" y="51"/>
                </a:lnTo>
                <a:lnTo>
                  <a:pt x="34" y="47"/>
                </a:lnTo>
                <a:lnTo>
                  <a:pt x="30" y="44"/>
                </a:lnTo>
                <a:lnTo>
                  <a:pt x="25" y="40"/>
                </a:lnTo>
                <a:lnTo>
                  <a:pt x="22" y="36"/>
                </a:lnTo>
                <a:lnTo>
                  <a:pt x="18" y="33"/>
                </a:lnTo>
                <a:lnTo>
                  <a:pt x="15" y="29"/>
                </a:lnTo>
                <a:lnTo>
                  <a:pt x="11" y="25"/>
                </a:lnTo>
                <a:lnTo>
                  <a:pt x="8" y="22"/>
                </a:lnTo>
                <a:lnTo>
                  <a:pt x="7" y="19"/>
                </a:lnTo>
                <a:lnTo>
                  <a:pt x="4" y="15"/>
                </a:lnTo>
                <a:lnTo>
                  <a:pt x="3" y="12"/>
                </a:lnTo>
                <a:lnTo>
                  <a:pt x="1" y="9"/>
                </a:lnTo>
                <a:lnTo>
                  <a:pt x="0" y="7"/>
                </a:lnTo>
                <a:lnTo>
                  <a:pt x="0" y="5"/>
                </a:lnTo>
                <a:lnTo>
                  <a:pt x="0" y="3"/>
                </a:lnTo>
                <a:lnTo>
                  <a:pt x="0" y="2"/>
                </a:lnTo>
                <a:lnTo>
                  <a:pt x="1" y="1"/>
                </a:lnTo>
                <a:lnTo>
                  <a:pt x="3" y="0"/>
                </a:lnTo>
                <a:lnTo>
                  <a:pt x="5" y="0"/>
                </a:lnTo>
                <a:lnTo>
                  <a:pt x="7" y="0"/>
                </a:lnTo>
                <a:lnTo>
                  <a:pt x="8" y="1"/>
                </a:lnTo>
                <a:lnTo>
                  <a:pt x="11" y="2"/>
                </a:lnTo>
                <a:lnTo>
                  <a:pt x="14" y="3"/>
                </a:lnTo>
                <a:lnTo>
                  <a:pt x="18" y="5"/>
                </a:lnTo>
                <a:lnTo>
                  <a:pt x="22" y="7"/>
                </a:lnTo>
                <a:lnTo>
                  <a:pt x="25" y="8"/>
                </a:lnTo>
                <a:lnTo>
                  <a:pt x="29" y="11"/>
                </a:lnTo>
                <a:lnTo>
                  <a:pt x="34" y="14"/>
                </a:lnTo>
                <a:lnTo>
                  <a:pt x="38" y="18"/>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95" name="Freeform 18">
            <a:extLst>
              <a:ext uri="{FF2B5EF4-FFF2-40B4-BE49-F238E27FC236}">
                <a16:creationId xmlns:a16="http://schemas.microsoft.com/office/drawing/2014/main" id="{72790682-4F9F-609B-2246-74A5BAA7F097}"/>
              </a:ext>
            </a:extLst>
          </p:cNvPr>
          <p:cNvSpPr>
            <a:spLocks/>
          </p:cNvSpPr>
          <p:nvPr/>
        </p:nvSpPr>
        <p:spPr bwMode="auto">
          <a:xfrm>
            <a:off x="7958138" y="4568825"/>
            <a:ext cx="146050" cy="120650"/>
          </a:xfrm>
          <a:custGeom>
            <a:avLst/>
            <a:gdLst>
              <a:gd name="T0" fmla="*/ 48 w 92"/>
              <a:gd name="T1" fmla="*/ 55 h 76"/>
              <a:gd name="T2" fmla="*/ 38 w 92"/>
              <a:gd name="T3" fmla="*/ 49 h 76"/>
              <a:gd name="T4" fmla="*/ 30 w 92"/>
              <a:gd name="T5" fmla="*/ 42 h 76"/>
              <a:gd name="T6" fmla="*/ 22 w 92"/>
              <a:gd name="T7" fmla="*/ 34 h 76"/>
              <a:gd name="T8" fmla="*/ 15 w 92"/>
              <a:gd name="T9" fmla="*/ 27 h 76"/>
              <a:gd name="T10" fmla="*/ 9 w 92"/>
              <a:gd name="T11" fmla="*/ 20 h 76"/>
              <a:gd name="T12" fmla="*/ 6 w 92"/>
              <a:gd name="T13" fmla="*/ 14 h 76"/>
              <a:gd name="T14" fmla="*/ 3 w 92"/>
              <a:gd name="T15" fmla="*/ 8 h 76"/>
              <a:gd name="T16" fmla="*/ 1 w 92"/>
              <a:gd name="T17" fmla="*/ 5 h 76"/>
              <a:gd name="T18" fmla="*/ 0 w 92"/>
              <a:gd name="T19" fmla="*/ 2 h 76"/>
              <a:gd name="T20" fmla="*/ 2 w 92"/>
              <a:gd name="T21" fmla="*/ 0 h 76"/>
              <a:gd name="T22" fmla="*/ 6 w 92"/>
              <a:gd name="T23" fmla="*/ 0 h 76"/>
              <a:gd name="T24" fmla="*/ 10 w 92"/>
              <a:gd name="T25" fmla="*/ 1 h 76"/>
              <a:gd name="T26" fmla="*/ 17 w 92"/>
              <a:gd name="T27" fmla="*/ 3 h 76"/>
              <a:gd name="T28" fmla="*/ 25 w 92"/>
              <a:gd name="T29" fmla="*/ 6 h 76"/>
              <a:gd name="T30" fmla="*/ 35 w 92"/>
              <a:gd name="T31" fmla="*/ 11 h 76"/>
              <a:gd name="T32" fmla="*/ 44 w 92"/>
              <a:gd name="T33" fmla="*/ 17 h 76"/>
              <a:gd name="T34" fmla="*/ 57 w 92"/>
              <a:gd name="T35" fmla="*/ 28 h 76"/>
              <a:gd name="T36" fmla="*/ 65 w 92"/>
              <a:gd name="T37" fmla="*/ 35 h 76"/>
              <a:gd name="T38" fmla="*/ 72 w 92"/>
              <a:gd name="T39" fmla="*/ 43 h 76"/>
              <a:gd name="T40" fmla="*/ 79 w 92"/>
              <a:gd name="T41" fmla="*/ 50 h 76"/>
              <a:gd name="T42" fmla="*/ 84 w 92"/>
              <a:gd name="T43" fmla="*/ 56 h 76"/>
              <a:gd name="T44" fmla="*/ 88 w 92"/>
              <a:gd name="T45" fmla="*/ 63 h 76"/>
              <a:gd name="T46" fmla="*/ 91 w 92"/>
              <a:gd name="T47" fmla="*/ 69 h 76"/>
              <a:gd name="T48" fmla="*/ 91 w 92"/>
              <a:gd name="T49" fmla="*/ 72 h 76"/>
              <a:gd name="T50" fmla="*/ 89 w 92"/>
              <a:gd name="T51" fmla="*/ 75 h 76"/>
              <a:gd name="T52" fmla="*/ 86 w 92"/>
              <a:gd name="T53" fmla="*/ 75 h 76"/>
              <a:gd name="T54" fmla="*/ 83 w 92"/>
              <a:gd name="T55" fmla="*/ 75 h 76"/>
              <a:gd name="T56" fmla="*/ 76 w 92"/>
              <a:gd name="T57" fmla="*/ 72 h 76"/>
              <a:gd name="T58" fmla="*/ 69 w 92"/>
              <a:gd name="T59" fmla="*/ 69 h 76"/>
              <a:gd name="T60" fmla="*/ 62 w 92"/>
              <a:gd name="T61" fmla="*/ 64 h 76"/>
              <a:gd name="T62" fmla="*/ 53 w 92"/>
              <a:gd name="T63" fmla="*/ 58 h 7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2"/>
              <a:gd name="T97" fmla="*/ 0 h 76"/>
              <a:gd name="T98" fmla="*/ 92 w 92"/>
              <a:gd name="T99" fmla="*/ 76 h 7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2" h="76">
                <a:moveTo>
                  <a:pt x="53" y="58"/>
                </a:moveTo>
                <a:lnTo>
                  <a:pt x="48" y="55"/>
                </a:lnTo>
                <a:lnTo>
                  <a:pt x="43" y="52"/>
                </a:lnTo>
                <a:lnTo>
                  <a:pt x="38" y="49"/>
                </a:lnTo>
                <a:lnTo>
                  <a:pt x="34" y="45"/>
                </a:lnTo>
                <a:lnTo>
                  <a:pt x="30" y="42"/>
                </a:lnTo>
                <a:lnTo>
                  <a:pt x="25" y="38"/>
                </a:lnTo>
                <a:lnTo>
                  <a:pt x="22" y="34"/>
                </a:lnTo>
                <a:lnTo>
                  <a:pt x="19" y="31"/>
                </a:lnTo>
                <a:lnTo>
                  <a:pt x="15" y="27"/>
                </a:lnTo>
                <a:lnTo>
                  <a:pt x="12" y="23"/>
                </a:lnTo>
                <a:lnTo>
                  <a:pt x="9" y="20"/>
                </a:lnTo>
                <a:lnTo>
                  <a:pt x="8" y="17"/>
                </a:lnTo>
                <a:lnTo>
                  <a:pt x="6" y="14"/>
                </a:lnTo>
                <a:lnTo>
                  <a:pt x="4" y="11"/>
                </a:lnTo>
                <a:lnTo>
                  <a:pt x="3" y="8"/>
                </a:lnTo>
                <a:lnTo>
                  <a:pt x="2" y="6"/>
                </a:lnTo>
                <a:lnTo>
                  <a:pt x="1" y="5"/>
                </a:lnTo>
                <a:lnTo>
                  <a:pt x="0" y="3"/>
                </a:lnTo>
                <a:lnTo>
                  <a:pt x="0" y="2"/>
                </a:lnTo>
                <a:lnTo>
                  <a:pt x="1" y="1"/>
                </a:lnTo>
                <a:lnTo>
                  <a:pt x="2" y="0"/>
                </a:lnTo>
                <a:lnTo>
                  <a:pt x="4" y="0"/>
                </a:lnTo>
                <a:lnTo>
                  <a:pt x="6" y="0"/>
                </a:lnTo>
                <a:lnTo>
                  <a:pt x="8" y="0"/>
                </a:lnTo>
                <a:lnTo>
                  <a:pt x="10" y="1"/>
                </a:lnTo>
                <a:lnTo>
                  <a:pt x="14" y="2"/>
                </a:lnTo>
                <a:lnTo>
                  <a:pt x="17" y="3"/>
                </a:lnTo>
                <a:lnTo>
                  <a:pt x="21" y="5"/>
                </a:lnTo>
                <a:lnTo>
                  <a:pt x="25" y="6"/>
                </a:lnTo>
                <a:lnTo>
                  <a:pt x="30" y="8"/>
                </a:lnTo>
                <a:lnTo>
                  <a:pt x="35" y="11"/>
                </a:lnTo>
                <a:lnTo>
                  <a:pt x="39" y="14"/>
                </a:lnTo>
                <a:lnTo>
                  <a:pt x="44" y="17"/>
                </a:lnTo>
                <a:lnTo>
                  <a:pt x="53" y="24"/>
                </a:lnTo>
                <a:lnTo>
                  <a:pt x="57" y="28"/>
                </a:lnTo>
                <a:lnTo>
                  <a:pt x="61" y="31"/>
                </a:lnTo>
                <a:lnTo>
                  <a:pt x="65" y="35"/>
                </a:lnTo>
                <a:lnTo>
                  <a:pt x="69" y="39"/>
                </a:lnTo>
                <a:lnTo>
                  <a:pt x="72" y="43"/>
                </a:lnTo>
                <a:lnTo>
                  <a:pt x="76" y="46"/>
                </a:lnTo>
                <a:lnTo>
                  <a:pt x="79" y="50"/>
                </a:lnTo>
                <a:lnTo>
                  <a:pt x="82" y="54"/>
                </a:lnTo>
                <a:lnTo>
                  <a:pt x="84" y="56"/>
                </a:lnTo>
                <a:lnTo>
                  <a:pt x="86" y="60"/>
                </a:lnTo>
                <a:lnTo>
                  <a:pt x="88" y="63"/>
                </a:lnTo>
                <a:lnTo>
                  <a:pt x="90" y="67"/>
                </a:lnTo>
                <a:lnTo>
                  <a:pt x="91" y="69"/>
                </a:lnTo>
                <a:lnTo>
                  <a:pt x="91" y="71"/>
                </a:lnTo>
                <a:lnTo>
                  <a:pt x="91" y="72"/>
                </a:lnTo>
                <a:lnTo>
                  <a:pt x="90" y="74"/>
                </a:lnTo>
                <a:lnTo>
                  <a:pt x="89" y="75"/>
                </a:lnTo>
                <a:lnTo>
                  <a:pt x="88" y="75"/>
                </a:lnTo>
                <a:lnTo>
                  <a:pt x="86" y="75"/>
                </a:lnTo>
                <a:lnTo>
                  <a:pt x="84" y="75"/>
                </a:lnTo>
                <a:lnTo>
                  <a:pt x="83" y="75"/>
                </a:lnTo>
                <a:lnTo>
                  <a:pt x="80" y="74"/>
                </a:lnTo>
                <a:lnTo>
                  <a:pt x="76" y="72"/>
                </a:lnTo>
                <a:lnTo>
                  <a:pt x="73" y="71"/>
                </a:lnTo>
                <a:lnTo>
                  <a:pt x="69" y="69"/>
                </a:lnTo>
                <a:lnTo>
                  <a:pt x="66" y="67"/>
                </a:lnTo>
                <a:lnTo>
                  <a:pt x="62" y="64"/>
                </a:lnTo>
                <a:lnTo>
                  <a:pt x="57" y="61"/>
                </a:lnTo>
                <a:lnTo>
                  <a:pt x="53" y="58"/>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96" name="Freeform 19">
            <a:extLst>
              <a:ext uri="{FF2B5EF4-FFF2-40B4-BE49-F238E27FC236}">
                <a16:creationId xmlns:a16="http://schemas.microsoft.com/office/drawing/2014/main" id="{E5F4C31A-06A0-12B3-A188-1A908482EB1B}"/>
              </a:ext>
            </a:extLst>
          </p:cNvPr>
          <p:cNvSpPr>
            <a:spLocks/>
          </p:cNvSpPr>
          <p:nvPr/>
        </p:nvSpPr>
        <p:spPr bwMode="auto">
          <a:xfrm>
            <a:off x="7485063" y="4240213"/>
            <a:ext cx="144462" cy="125412"/>
          </a:xfrm>
          <a:custGeom>
            <a:avLst/>
            <a:gdLst>
              <a:gd name="T0" fmla="*/ 56 w 91"/>
              <a:gd name="T1" fmla="*/ 64 h 79"/>
              <a:gd name="T2" fmla="*/ 65 w 91"/>
              <a:gd name="T3" fmla="*/ 70 h 79"/>
              <a:gd name="T4" fmla="*/ 72 w 91"/>
              <a:gd name="T5" fmla="*/ 74 h 79"/>
              <a:gd name="T6" fmla="*/ 79 w 91"/>
              <a:gd name="T7" fmla="*/ 77 h 79"/>
              <a:gd name="T8" fmla="*/ 83 w 91"/>
              <a:gd name="T9" fmla="*/ 78 h 79"/>
              <a:gd name="T10" fmla="*/ 87 w 91"/>
              <a:gd name="T11" fmla="*/ 78 h 79"/>
              <a:gd name="T12" fmla="*/ 90 w 91"/>
              <a:gd name="T13" fmla="*/ 77 h 79"/>
              <a:gd name="T14" fmla="*/ 90 w 91"/>
              <a:gd name="T15" fmla="*/ 74 h 79"/>
              <a:gd name="T16" fmla="*/ 89 w 91"/>
              <a:gd name="T17" fmla="*/ 70 h 79"/>
              <a:gd name="T18" fmla="*/ 85 w 91"/>
              <a:gd name="T19" fmla="*/ 63 h 79"/>
              <a:gd name="T20" fmla="*/ 82 w 91"/>
              <a:gd name="T21" fmla="*/ 57 h 79"/>
              <a:gd name="T22" fmla="*/ 75 w 91"/>
              <a:gd name="T23" fmla="*/ 49 h 79"/>
              <a:gd name="T24" fmla="*/ 68 w 91"/>
              <a:gd name="T25" fmla="*/ 42 h 79"/>
              <a:gd name="T26" fmla="*/ 60 w 91"/>
              <a:gd name="T27" fmla="*/ 34 h 79"/>
              <a:gd name="T28" fmla="*/ 52 w 91"/>
              <a:gd name="T29" fmla="*/ 27 h 79"/>
              <a:gd name="T30" fmla="*/ 38 w 91"/>
              <a:gd name="T31" fmla="*/ 17 h 79"/>
              <a:gd name="T32" fmla="*/ 30 w 91"/>
              <a:gd name="T33" fmla="*/ 10 h 79"/>
              <a:gd name="T34" fmla="*/ 22 w 91"/>
              <a:gd name="T35" fmla="*/ 6 h 79"/>
              <a:gd name="T36" fmla="*/ 15 w 91"/>
              <a:gd name="T37" fmla="*/ 2 h 79"/>
              <a:gd name="T38" fmla="*/ 9 w 91"/>
              <a:gd name="T39" fmla="*/ 0 h 79"/>
              <a:gd name="T40" fmla="*/ 5 w 91"/>
              <a:gd name="T41" fmla="*/ 0 h 79"/>
              <a:gd name="T42" fmla="*/ 2 w 91"/>
              <a:gd name="T43" fmla="*/ 1 h 79"/>
              <a:gd name="T44" fmla="*/ 1 w 91"/>
              <a:gd name="T45" fmla="*/ 4 h 79"/>
              <a:gd name="T46" fmla="*/ 1 w 91"/>
              <a:gd name="T47" fmla="*/ 9 h 79"/>
              <a:gd name="T48" fmla="*/ 3 w 91"/>
              <a:gd name="T49" fmla="*/ 14 h 79"/>
              <a:gd name="T50" fmla="*/ 7 w 91"/>
              <a:gd name="T51" fmla="*/ 20 h 79"/>
              <a:gd name="T52" fmla="*/ 12 w 91"/>
              <a:gd name="T53" fmla="*/ 26 h 79"/>
              <a:gd name="T54" fmla="*/ 19 w 91"/>
              <a:gd name="T55" fmla="*/ 33 h 79"/>
              <a:gd name="T56" fmla="*/ 26 w 91"/>
              <a:gd name="T57" fmla="*/ 41 h 79"/>
              <a:gd name="T58" fmla="*/ 35 w 91"/>
              <a:gd name="T59" fmla="*/ 48 h 79"/>
              <a:gd name="T60" fmla="*/ 43 w 91"/>
              <a:gd name="T61" fmla="*/ 55 h 79"/>
              <a:gd name="T62" fmla="*/ 53 w 91"/>
              <a:gd name="T63" fmla="*/ 61 h 7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79"/>
              <a:gd name="T98" fmla="*/ 91 w 91"/>
              <a:gd name="T99" fmla="*/ 79 h 7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79">
                <a:moveTo>
                  <a:pt x="53" y="61"/>
                </a:moveTo>
                <a:lnTo>
                  <a:pt x="56" y="64"/>
                </a:lnTo>
                <a:lnTo>
                  <a:pt x="61" y="67"/>
                </a:lnTo>
                <a:lnTo>
                  <a:pt x="65" y="70"/>
                </a:lnTo>
                <a:lnTo>
                  <a:pt x="68" y="72"/>
                </a:lnTo>
                <a:lnTo>
                  <a:pt x="72" y="74"/>
                </a:lnTo>
                <a:lnTo>
                  <a:pt x="75" y="75"/>
                </a:lnTo>
                <a:lnTo>
                  <a:pt x="79" y="77"/>
                </a:lnTo>
                <a:lnTo>
                  <a:pt x="82" y="78"/>
                </a:lnTo>
                <a:lnTo>
                  <a:pt x="83" y="78"/>
                </a:lnTo>
                <a:lnTo>
                  <a:pt x="85" y="78"/>
                </a:lnTo>
                <a:lnTo>
                  <a:pt x="87" y="78"/>
                </a:lnTo>
                <a:lnTo>
                  <a:pt x="89" y="78"/>
                </a:lnTo>
                <a:lnTo>
                  <a:pt x="90" y="77"/>
                </a:lnTo>
                <a:lnTo>
                  <a:pt x="90" y="75"/>
                </a:lnTo>
                <a:lnTo>
                  <a:pt x="90" y="74"/>
                </a:lnTo>
                <a:lnTo>
                  <a:pt x="90" y="72"/>
                </a:lnTo>
                <a:lnTo>
                  <a:pt x="89" y="70"/>
                </a:lnTo>
                <a:lnTo>
                  <a:pt x="87" y="66"/>
                </a:lnTo>
                <a:lnTo>
                  <a:pt x="85" y="63"/>
                </a:lnTo>
                <a:lnTo>
                  <a:pt x="83" y="59"/>
                </a:lnTo>
                <a:lnTo>
                  <a:pt x="82" y="57"/>
                </a:lnTo>
                <a:lnTo>
                  <a:pt x="78" y="53"/>
                </a:lnTo>
                <a:lnTo>
                  <a:pt x="75" y="49"/>
                </a:lnTo>
                <a:lnTo>
                  <a:pt x="72" y="46"/>
                </a:lnTo>
                <a:lnTo>
                  <a:pt x="68" y="42"/>
                </a:lnTo>
                <a:lnTo>
                  <a:pt x="65" y="38"/>
                </a:lnTo>
                <a:lnTo>
                  <a:pt x="60" y="34"/>
                </a:lnTo>
                <a:lnTo>
                  <a:pt x="56" y="31"/>
                </a:lnTo>
                <a:lnTo>
                  <a:pt x="52" y="27"/>
                </a:lnTo>
                <a:lnTo>
                  <a:pt x="43" y="20"/>
                </a:lnTo>
                <a:lnTo>
                  <a:pt x="38" y="17"/>
                </a:lnTo>
                <a:lnTo>
                  <a:pt x="34" y="13"/>
                </a:lnTo>
                <a:lnTo>
                  <a:pt x="30" y="10"/>
                </a:lnTo>
                <a:lnTo>
                  <a:pt x="26" y="7"/>
                </a:lnTo>
                <a:lnTo>
                  <a:pt x="22" y="6"/>
                </a:lnTo>
                <a:lnTo>
                  <a:pt x="19" y="4"/>
                </a:lnTo>
                <a:lnTo>
                  <a:pt x="15" y="2"/>
                </a:lnTo>
                <a:lnTo>
                  <a:pt x="12" y="1"/>
                </a:lnTo>
                <a:lnTo>
                  <a:pt x="9" y="0"/>
                </a:lnTo>
                <a:lnTo>
                  <a:pt x="7" y="0"/>
                </a:lnTo>
                <a:lnTo>
                  <a:pt x="5" y="0"/>
                </a:lnTo>
                <a:lnTo>
                  <a:pt x="4" y="0"/>
                </a:lnTo>
                <a:lnTo>
                  <a:pt x="2" y="1"/>
                </a:lnTo>
                <a:lnTo>
                  <a:pt x="1" y="3"/>
                </a:lnTo>
                <a:lnTo>
                  <a:pt x="1" y="4"/>
                </a:lnTo>
                <a:lnTo>
                  <a:pt x="0" y="7"/>
                </a:lnTo>
                <a:lnTo>
                  <a:pt x="1" y="9"/>
                </a:lnTo>
                <a:lnTo>
                  <a:pt x="2" y="11"/>
                </a:lnTo>
                <a:lnTo>
                  <a:pt x="3" y="14"/>
                </a:lnTo>
                <a:lnTo>
                  <a:pt x="5" y="17"/>
                </a:lnTo>
                <a:lnTo>
                  <a:pt x="7" y="20"/>
                </a:lnTo>
                <a:lnTo>
                  <a:pt x="9" y="23"/>
                </a:lnTo>
                <a:lnTo>
                  <a:pt x="12" y="26"/>
                </a:lnTo>
                <a:lnTo>
                  <a:pt x="15" y="30"/>
                </a:lnTo>
                <a:lnTo>
                  <a:pt x="19" y="33"/>
                </a:lnTo>
                <a:lnTo>
                  <a:pt x="23" y="37"/>
                </a:lnTo>
                <a:lnTo>
                  <a:pt x="26" y="41"/>
                </a:lnTo>
                <a:lnTo>
                  <a:pt x="30" y="45"/>
                </a:lnTo>
                <a:lnTo>
                  <a:pt x="35" y="48"/>
                </a:lnTo>
                <a:lnTo>
                  <a:pt x="38" y="52"/>
                </a:lnTo>
                <a:lnTo>
                  <a:pt x="43" y="55"/>
                </a:lnTo>
                <a:lnTo>
                  <a:pt x="48" y="58"/>
                </a:lnTo>
                <a:lnTo>
                  <a:pt x="53" y="61"/>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97" name="Freeform 20">
            <a:extLst>
              <a:ext uri="{FF2B5EF4-FFF2-40B4-BE49-F238E27FC236}">
                <a16:creationId xmlns:a16="http://schemas.microsoft.com/office/drawing/2014/main" id="{39F52292-B27D-9036-C12D-43A65449337F}"/>
              </a:ext>
            </a:extLst>
          </p:cNvPr>
          <p:cNvSpPr>
            <a:spLocks/>
          </p:cNvSpPr>
          <p:nvPr/>
        </p:nvSpPr>
        <p:spPr bwMode="auto">
          <a:xfrm>
            <a:off x="8526463" y="3771900"/>
            <a:ext cx="98425" cy="171450"/>
          </a:xfrm>
          <a:custGeom>
            <a:avLst/>
            <a:gdLst>
              <a:gd name="T0" fmla="*/ 61 w 62"/>
              <a:gd name="T1" fmla="*/ 8 h 108"/>
              <a:gd name="T2" fmla="*/ 61 w 62"/>
              <a:gd name="T3" fmla="*/ 14 h 108"/>
              <a:gd name="T4" fmla="*/ 60 w 62"/>
              <a:gd name="T5" fmla="*/ 23 h 108"/>
              <a:gd name="T6" fmla="*/ 58 w 62"/>
              <a:gd name="T7" fmla="*/ 31 h 108"/>
              <a:gd name="T8" fmla="*/ 55 w 62"/>
              <a:gd name="T9" fmla="*/ 41 h 108"/>
              <a:gd name="T10" fmla="*/ 51 w 62"/>
              <a:gd name="T11" fmla="*/ 51 h 108"/>
              <a:gd name="T12" fmla="*/ 46 w 62"/>
              <a:gd name="T13" fmla="*/ 62 h 108"/>
              <a:gd name="T14" fmla="*/ 40 w 62"/>
              <a:gd name="T15" fmla="*/ 71 h 108"/>
              <a:gd name="T16" fmla="*/ 35 w 62"/>
              <a:gd name="T17" fmla="*/ 81 h 108"/>
              <a:gd name="T18" fmla="*/ 28 w 62"/>
              <a:gd name="T19" fmla="*/ 90 h 108"/>
              <a:gd name="T20" fmla="*/ 23 w 62"/>
              <a:gd name="T21" fmla="*/ 97 h 108"/>
              <a:gd name="T22" fmla="*/ 17 w 62"/>
              <a:gd name="T23" fmla="*/ 102 h 108"/>
              <a:gd name="T24" fmla="*/ 12 w 62"/>
              <a:gd name="T25" fmla="*/ 105 h 108"/>
              <a:gd name="T26" fmla="*/ 7 w 62"/>
              <a:gd name="T27" fmla="*/ 107 h 108"/>
              <a:gd name="T28" fmla="*/ 3 w 62"/>
              <a:gd name="T29" fmla="*/ 106 h 108"/>
              <a:gd name="T30" fmla="*/ 1 w 62"/>
              <a:gd name="T31" fmla="*/ 103 h 108"/>
              <a:gd name="T32" fmla="*/ 0 w 62"/>
              <a:gd name="T33" fmla="*/ 98 h 108"/>
              <a:gd name="T34" fmla="*/ 1 w 62"/>
              <a:gd name="T35" fmla="*/ 91 h 108"/>
              <a:gd name="T36" fmla="*/ 4 w 62"/>
              <a:gd name="T37" fmla="*/ 82 h 108"/>
              <a:gd name="T38" fmla="*/ 6 w 62"/>
              <a:gd name="T39" fmla="*/ 73 h 108"/>
              <a:gd name="T40" fmla="*/ 10 w 62"/>
              <a:gd name="T41" fmla="*/ 62 h 108"/>
              <a:gd name="T42" fmla="*/ 15 w 62"/>
              <a:gd name="T43" fmla="*/ 52 h 108"/>
              <a:gd name="T44" fmla="*/ 19 w 62"/>
              <a:gd name="T45" fmla="*/ 41 h 108"/>
              <a:gd name="T46" fmla="*/ 25 w 62"/>
              <a:gd name="T47" fmla="*/ 31 h 108"/>
              <a:gd name="T48" fmla="*/ 30 w 62"/>
              <a:gd name="T49" fmla="*/ 22 h 108"/>
              <a:gd name="T50" fmla="*/ 36 w 62"/>
              <a:gd name="T51" fmla="*/ 14 h 108"/>
              <a:gd name="T52" fmla="*/ 42 w 62"/>
              <a:gd name="T53" fmla="*/ 8 h 108"/>
              <a:gd name="T54" fmla="*/ 47 w 62"/>
              <a:gd name="T55" fmla="*/ 4 h 108"/>
              <a:gd name="T56" fmla="*/ 52 w 62"/>
              <a:gd name="T57" fmla="*/ 1 h 108"/>
              <a:gd name="T58" fmla="*/ 56 w 62"/>
              <a:gd name="T59" fmla="*/ 0 h 108"/>
              <a:gd name="T60" fmla="*/ 59 w 62"/>
              <a:gd name="T61" fmla="*/ 1 h 108"/>
              <a:gd name="T62" fmla="*/ 61 w 62"/>
              <a:gd name="T63" fmla="*/ 5 h 10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2"/>
              <a:gd name="T97" fmla="*/ 0 h 108"/>
              <a:gd name="T98" fmla="*/ 62 w 62"/>
              <a:gd name="T99" fmla="*/ 108 h 10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2" h="108">
                <a:moveTo>
                  <a:pt x="61" y="5"/>
                </a:moveTo>
                <a:lnTo>
                  <a:pt x="61" y="8"/>
                </a:lnTo>
                <a:lnTo>
                  <a:pt x="61" y="10"/>
                </a:lnTo>
                <a:lnTo>
                  <a:pt x="61" y="14"/>
                </a:lnTo>
                <a:lnTo>
                  <a:pt x="61" y="18"/>
                </a:lnTo>
                <a:lnTo>
                  <a:pt x="60" y="23"/>
                </a:lnTo>
                <a:lnTo>
                  <a:pt x="59" y="27"/>
                </a:lnTo>
                <a:lnTo>
                  <a:pt x="58" y="31"/>
                </a:lnTo>
                <a:lnTo>
                  <a:pt x="56" y="36"/>
                </a:lnTo>
                <a:lnTo>
                  <a:pt x="55" y="41"/>
                </a:lnTo>
                <a:lnTo>
                  <a:pt x="53" y="46"/>
                </a:lnTo>
                <a:lnTo>
                  <a:pt x="51" y="51"/>
                </a:lnTo>
                <a:lnTo>
                  <a:pt x="48" y="56"/>
                </a:lnTo>
                <a:lnTo>
                  <a:pt x="46" y="62"/>
                </a:lnTo>
                <a:lnTo>
                  <a:pt x="44" y="66"/>
                </a:lnTo>
                <a:lnTo>
                  <a:pt x="40" y="71"/>
                </a:lnTo>
                <a:lnTo>
                  <a:pt x="37" y="77"/>
                </a:lnTo>
                <a:lnTo>
                  <a:pt x="35" y="81"/>
                </a:lnTo>
                <a:lnTo>
                  <a:pt x="31" y="85"/>
                </a:lnTo>
                <a:lnTo>
                  <a:pt x="28" y="90"/>
                </a:lnTo>
                <a:lnTo>
                  <a:pt x="25" y="94"/>
                </a:lnTo>
                <a:lnTo>
                  <a:pt x="23" y="97"/>
                </a:lnTo>
                <a:lnTo>
                  <a:pt x="19" y="99"/>
                </a:lnTo>
                <a:lnTo>
                  <a:pt x="17" y="102"/>
                </a:lnTo>
                <a:lnTo>
                  <a:pt x="15" y="104"/>
                </a:lnTo>
                <a:lnTo>
                  <a:pt x="12" y="105"/>
                </a:lnTo>
                <a:lnTo>
                  <a:pt x="10" y="106"/>
                </a:lnTo>
                <a:lnTo>
                  <a:pt x="7" y="107"/>
                </a:lnTo>
                <a:lnTo>
                  <a:pt x="5" y="107"/>
                </a:lnTo>
                <a:lnTo>
                  <a:pt x="3" y="106"/>
                </a:lnTo>
                <a:lnTo>
                  <a:pt x="2" y="105"/>
                </a:lnTo>
                <a:lnTo>
                  <a:pt x="1" y="103"/>
                </a:lnTo>
                <a:lnTo>
                  <a:pt x="1" y="100"/>
                </a:lnTo>
                <a:lnTo>
                  <a:pt x="0" y="98"/>
                </a:lnTo>
                <a:lnTo>
                  <a:pt x="1" y="95"/>
                </a:lnTo>
                <a:lnTo>
                  <a:pt x="1" y="91"/>
                </a:lnTo>
                <a:lnTo>
                  <a:pt x="2" y="86"/>
                </a:lnTo>
                <a:lnTo>
                  <a:pt x="4" y="82"/>
                </a:lnTo>
                <a:lnTo>
                  <a:pt x="5" y="78"/>
                </a:lnTo>
                <a:lnTo>
                  <a:pt x="6" y="73"/>
                </a:lnTo>
                <a:lnTo>
                  <a:pt x="8" y="67"/>
                </a:lnTo>
                <a:lnTo>
                  <a:pt x="10" y="62"/>
                </a:lnTo>
                <a:lnTo>
                  <a:pt x="12" y="57"/>
                </a:lnTo>
                <a:lnTo>
                  <a:pt x="15" y="52"/>
                </a:lnTo>
                <a:lnTo>
                  <a:pt x="16" y="46"/>
                </a:lnTo>
                <a:lnTo>
                  <a:pt x="19" y="41"/>
                </a:lnTo>
                <a:lnTo>
                  <a:pt x="22" y="36"/>
                </a:lnTo>
                <a:lnTo>
                  <a:pt x="25" y="31"/>
                </a:lnTo>
                <a:lnTo>
                  <a:pt x="27" y="27"/>
                </a:lnTo>
                <a:lnTo>
                  <a:pt x="30" y="22"/>
                </a:lnTo>
                <a:lnTo>
                  <a:pt x="34" y="18"/>
                </a:lnTo>
                <a:lnTo>
                  <a:pt x="36" y="14"/>
                </a:lnTo>
                <a:lnTo>
                  <a:pt x="39" y="10"/>
                </a:lnTo>
                <a:lnTo>
                  <a:pt x="42" y="8"/>
                </a:lnTo>
                <a:lnTo>
                  <a:pt x="45" y="6"/>
                </a:lnTo>
                <a:lnTo>
                  <a:pt x="47" y="4"/>
                </a:lnTo>
                <a:lnTo>
                  <a:pt x="50" y="2"/>
                </a:lnTo>
                <a:lnTo>
                  <a:pt x="52" y="1"/>
                </a:lnTo>
                <a:lnTo>
                  <a:pt x="54" y="0"/>
                </a:lnTo>
                <a:lnTo>
                  <a:pt x="56" y="0"/>
                </a:lnTo>
                <a:lnTo>
                  <a:pt x="57" y="0"/>
                </a:lnTo>
                <a:lnTo>
                  <a:pt x="59" y="1"/>
                </a:lnTo>
                <a:lnTo>
                  <a:pt x="60" y="3"/>
                </a:lnTo>
                <a:lnTo>
                  <a:pt x="61" y="5"/>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98" name="Freeform 21">
            <a:extLst>
              <a:ext uri="{FF2B5EF4-FFF2-40B4-BE49-F238E27FC236}">
                <a16:creationId xmlns:a16="http://schemas.microsoft.com/office/drawing/2014/main" id="{200602F0-5C10-F75E-1AE7-05B5E4167557}"/>
              </a:ext>
            </a:extLst>
          </p:cNvPr>
          <p:cNvSpPr>
            <a:spLocks/>
          </p:cNvSpPr>
          <p:nvPr/>
        </p:nvSpPr>
        <p:spPr bwMode="auto">
          <a:xfrm>
            <a:off x="8312150" y="4408488"/>
            <a:ext cx="98425" cy="174625"/>
          </a:xfrm>
          <a:custGeom>
            <a:avLst/>
            <a:gdLst>
              <a:gd name="T0" fmla="*/ 1 w 62"/>
              <a:gd name="T1" fmla="*/ 100 h 110"/>
              <a:gd name="T2" fmla="*/ 1 w 62"/>
              <a:gd name="T3" fmla="*/ 94 h 110"/>
              <a:gd name="T4" fmla="*/ 2 w 62"/>
              <a:gd name="T5" fmla="*/ 85 h 110"/>
              <a:gd name="T6" fmla="*/ 4 w 62"/>
              <a:gd name="T7" fmla="*/ 77 h 110"/>
              <a:gd name="T8" fmla="*/ 7 w 62"/>
              <a:gd name="T9" fmla="*/ 66 h 110"/>
              <a:gd name="T10" fmla="*/ 11 w 62"/>
              <a:gd name="T11" fmla="*/ 56 h 110"/>
              <a:gd name="T12" fmla="*/ 15 w 62"/>
              <a:gd name="T13" fmla="*/ 45 h 110"/>
              <a:gd name="T14" fmla="*/ 21 w 62"/>
              <a:gd name="T15" fmla="*/ 35 h 110"/>
              <a:gd name="T16" fmla="*/ 27 w 62"/>
              <a:gd name="T17" fmla="*/ 26 h 110"/>
              <a:gd name="T18" fmla="*/ 34 w 62"/>
              <a:gd name="T19" fmla="*/ 17 h 110"/>
              <a:gd name="T20" fmla="*/ 39 w 62"/>
              <a:gd name="T21" fmla="*/ 9 h 110"/>
              <a:gd name="T22" fmla="*/ 45 w 62"/>
              <a:gd name="T23" fmla="*/ 5 h 110"/>
              <a:gd name="T24" fmla="*/ 50 w 62"/>
              <a:gd name="T25" fmla="*/ 2 h 110"/>
              <a:gd name="T26" fmla="*/ 55 w 62"/>
              <a:gd name="T27" fmla="*/ 0 h 110"/>
              <a:gd name="T28" fmla="*/ 57 w 62"/>
              <a:gd name="T29" fmla="*/ 1 h 110"/>
              <a:gd name="T30" fmla="*/ 60 w 62"/>
              <a:gd name="T31" fmla="*/ 5 h 110"/>
              <a:gd name="T32" fmla="*/ 61 w 62"/>
              <a:gd name="T33" fmla="*/ 9 h 110"/>
              <a:gd name="T34" fmla="*/ 61 w 62"/>
              <a:gd name="T35" fmla="*/ 15 h 110"/>
              <a:gd name="T36" fmla="*/ 60 w 62"/>
              <a:gd name="T37" fmla="*/ 23 h 110"/>
              <a:gd name="T38" fmla="*/ 58 w 62"/>
              <a:gd name="T39" fmla="*/ 31 h 110"/>
              <a:gd name="T40" fmla="*/ 55 w 62"/>
              <a:gd name="T41" fmla="*/ 41 h 110"/>
              <a:gd name="T42" fmla="*/ 51 w 62"/>
              <a:gd name="T43" fmla="*/ 50 h 110"/>
              <a:gd name="T44" fmla="*/ 46 w 62"/>
              <a:gd name="T45" fmla="*/ 61 h 110"/>
              <a:gd name="T46" fmla="*/ 41 w 62"/>
              <a:gd name="T47" fmla="*/ 70 h 110"/>
              <a:gd name="T48" fmla="*/ 35 w 62"/>
              <a:gd name="T49" fmla="*/ 81 h 110"/>
              <a:gd name="T50" fmla="*/ 28 w 62"/>
              <a:gd name="T51" fmla="*/ 91 h 110"/>
              <a:gd name="T52" fmla="*/ 23 w 62"/>
              <a:gd name="T53" fmla="*/ 99 h 110"/>
              <a:gd name="T54" fmla="*/ 17 w 62"/>
              <a:gd name="T55" fmla="*/ 104 h 110"/>
              <a:gd name="T56" fmla="*/ 12 w 62"/>
              <a:gd name="T57" fmla="*/ 107 h 110"/>
              <a:gd name="T58" fmla="*/ 7 w 62"/>
              <a:gd name="T59" fmla="*/ 109 h 110"/>
              <a:gd name="T60" fmla="*/ 5 w 62"/>
              <a:gd name="T61" fmla="*/ 108 h 110"/>
              <a:gd name="T62" fmla="*/ 2 w 62"/>
              <a:gd name="T63" fmla="*/ 104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2"/>
              <a:gd name="T97" fmla="*/ 0 h 110"/>
              <a:gd name="T98" fmla="*/ 62 w 62"/>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2" h="110">
                <a:moveTo>
                  <a:pt x="1" y="102"/>
                </a:moveTo>
                <a:lnTo>
                  <a:pt x="1" y="100"/>
                </a:lnTo>
                <a:lnTo>
                  <a:pt x="0" y="97"/>
                </a:lnTo>
                <a:lnTo>
                  <a:pt x="1" y="94"/>
                </a:lnTo>
                <a:lnTo>
                  <a:pt x="1" y="90"/>
                </a:lnTo>
                <a:lnTo>
                  <a:pt x="2" y="85"/>
                </a:lnTo>
                <a:lnTo>
                  <a:pt x="3" y="82"/>
                </a:lnTo>
                <a:lnTo>
                  <a:pt x="4" y="77"/>
                </a:lnTo>
                <a:lnTo>
                  <a:pt x="5" y="72"/>
                </a:lnTo>
                <a:lnTo>
                  <a:pt x="7" y="66"/>
                </a:lnTo>
                <a:lnTo>
                  <a:pt x="9" y="62"/>
                </a:lnTo>
                <a:lnTo>
                  <a:pt x="11" y="56"/>
                </a:lnTo>
                <a:lnTo>
                  <a:pt x="14" y="51"/>
                </a:lnTo>
                <a:lnTo>
                  <a:pt x="15" y="45"/>
                </a:lnTo>
                <a:lnTo>
                  <a:pt x="18" y="40"/>
                </a:lnTo>
                <a:lnTo>
                  <a:pt x="21" y="35"/>
                </a:lnTo>
                <a:lnTo>
                  <a:pt x="25" y="30"/>
                </a:lnTo>
                <a:lnTo>
                  <a:pt x="27" y="26"/>
                </a:lnTo>
                <a:lnTo>
                  <a:pt x="31" y="21"/>
                </a:lnTo>
                <a:lnTo>
                  <a:pt x="34" y="17"/>
                </a:lnTo>
                <a:lnTo>
                  <a:pt x="36" y="13"/>
                </a:lnTo>
                <a:lnTo>
                  <a:pt x="39" y="9"/>
                </a:lnTo>
                <a:lnTo>
                  <a:pt x="42" y="7"/>
                </a:lnTo>
                <a:lnTo>
                  <a:pt x="45" y="5"/>
                </a:lnTo>
                <a:lnTo>
                  <a:pt x="47" y="3"/>
                </a:lnTo>
                <a:lnTo>
                  <a:pt x="50" y="2"/>
                </a:lnTo>
                <a:lnTo>
                  <a:pt x="52" y="1"/>
                </a:lnTo>
                <a:lnTo>
                  <a:pt x="55" y="0"/>
                </a:lnTo>
                <a:lnTo>
                  <a:pt x="56" y="1"/>
                </a:lnTo>
                <a:lnTo>
                  <a:pt x="57" y="1"/>
                </a:lnTo>
                <a:lnTo>
                  <a:pt x="59" y="3"/>
                </a:lnTo>
                <a:lnTo>
                  <a:pt x="60" y="5"/>
                </a:lnTo>
                <a:lnTo>
                  <a:pt x="61" y="8"/>
                </a:lnTo>
                <a:lnTo>
                  <a:pt x="61" y="9"/>
                </a:lnTo>
                <a:lnTo>
                  <a:pt x="61" y="12"/>
                </a:lnTo>
                <a:lnTo>
                  <a:pt x="61" y="15"/>
                </a:lnTo>
                <a:lnTo>
                  <a:pt x="61" y="19"/>
                </a:lnTo>
                <a:lnTo>
                  <a:pt x="60" y="23"/>
                </a:lnTo>
                <a:lnTo>
                  <a:pt x="59" y="27"/>
                </a:lnTo>
                <a:lnTo>
                  <a:pt x="58" y="31"/>
                </a:lnTo>
                <a:lnTo>
                  <a:pt x="56" y="36"/>
                </a:lnTo>
                <a:lnTo>
                  <a:pt x="55" y="41"/>
                </a:lnTo>
                <a:lnTo>
                  <a:pt x="53" y="45"/>
                </a:lnTo>
                <a:lnTo>
                  <a:pt x="51" y="50"/>
                </a:lnTo>
                <a:lnTo>
                  <a:pt x="48" y="55"/>
                </a:lnTo>
                <a:lnTo>
                  <a:pt x="46" y="61"/>
                </a:lnTo>
                <a:lnTo>
                  <a:pt x="44" y="65"/>
                </a:lnTo>
                <a:lnTo>
                  <a:pt x="41" y="70"/>
                </a:lnTo>
                <a:lnTo>
                  <a:pt x="37" y="76"/>
                </a:lnTo>
                <a:lnTo>
                  <a:pt x="35" y="81"/>
                </a:lnTo>
                <a:lnTo>
                  <a:pt x="31" y="86"/>
                </a:lnTo>
                <a:lnTo>
                  <a:pt x="28" y="91"/>
                </a:lnTo>
                <a:lnTo>
                  <a:pt x="25" y="95"/>
                </a:lnTo>
                <a:lnTo>
                  <a:pt x="23" y="99"/>
                </a:lnTo>
                <a:lnTo>
                  <a:pt x="20" y="101"/>
                </a:lnTo>
                <a:lnTo>
                  <a:pt x="17" y="104"/>
                </a:lnTo>
                <a:lnTo>
                  <a:pt x="15" y="106"/>
                </a:lnTo>
                <a:lnTo>
                  <a:pt x="12" y="107"/>
                </a:lnTo>
                <a:lnTo>
                  <a:pt x="10" y="108"/>
                </a:lnTo>
                <a:lnTo>
                  <a:pt x="7" y="109"/>
                </a:lnTo>
                <a:lnTo>
                  <a:pt x="5" y="109"/>
                </a:lnTo>
                <a:lnTo>
                  <a:pt x="5" y="108"/>
                </a:lnTo>
                <a:lnTo>
                  <a:pt x="3" y="106"/>
                </a:lnTo>
                <a:lnTo>
                  <a:pt x="2" y="104"/>
                </a:lnTo>
                <a:lnTo>
                  <a:pt x="1" y="102"/>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199" name="Freeform 22">
            <a:extLst>
              <a:ext uri="{FF2B5EF4-FFF2-40B4-BE49-F238E27FC236}">
                <a16:creationId xmlns:a16="http://schemas.microsoft.com/office/drawing/2014/main" id="{9FA296BE-2822-22B4-429D-DEC8AB04733D}"/>
              </a:ext>
            </a:extLst>
          </p:cNvPr>
          <p:cNvSpPr>
            <a:spLocks/>
          </p:cNvSpPr>
          <p:nvPr/>
        </p:nvSpPr>
        <p:spPr bwMode="auto">
          <a:xfrm>
            <a:off x="7688263" y="4302125"/>
            <a:ext cx="144462" cy="122238"/>
          </a:xfrm>
          <a:custGeom>
            <a:avLst/>
            <a:gdLst>
              <a:gd name="T0" fmla="*/ 52 w 91"/>
              <a:gd name="T1" fmla="*/ 62 h 77"/>
              <a:gd name="T2" fmla="*/ 56 w 91"/>
              <a:gd name="T3" fmla="*/ 65 h 77"/>
              <a:gd name="T4" fmla="*/ 60 w 91"/>
              <a:gd name="T5" fmla="*/ 67 h 77"/>
              <a:gd name="T6" fmla="*/ 65 w 91"/>
              <a:gd name="T7" fmla="*/ 69 h 77"/>
              <a:gd name="T8" fmla="*/ 68 w 91"/>
              <a:gd name="T9" fmla="*/ 70 h 77"/>
              <a:gd name="T10" fmla="*/ 72 w 91"/>
              <a:gd name="T11" fmla="*/ 72 h 77"/>
              <a:gd name="T12" fmla="*/ 75 w 91"/>
              <a:gd name="T13" fmla="*/ 73 h 77"/>
              <a:gd name="T14" fmla="*/ 78 w 91"/>
              <a:gd name="T15" fmla="*/ 74 h 77"/>
              <a:gd name="T16" fmla="*/ 81 w 91"/>
              <a:gd name="T17" fmla="*/ 75 h 77"/>
              <a:gd name="T18" fmla="*/ 83 w 91"/>
              <a:gd name="T19" fmla="*/ 76 h 77"/>
              <a:gd name="T20" fmla="*/ 85 w 91"/>
              <a:gd name="T21" fmla="*/ 76 h 77"/>
              <a:gd name="T22" fmla="*/ 87 w 91"/>
              <a:gd name="T23" fmla="*/ 75 h 77"/>
              <a:gd name="T24" fmla="*/ 88 w 91"/>
              <a:gd name="T25" fmla="*/ 75 h 77"/>
              <a:gd name="T26" fmla="*/ 89 w 91"/>
              <a:gd name="T27" fmla="*/ 74 h 77"/>
              <a:gd name="T28" fmla="*/ 90 w 91"/>
              <a:gd name="T29" fmla="*/ 72 h 77"/>
              <a:gd name="T30" fmla="*/ 90 w 91"/>
              <a:gd name="T31" fmla="*/ 71 h 77"/>
              <a:gd name="T32" fmla="*/ 89 w 91"/>
              <a:gd name="T33" fmla="*/ 70 h 77"/>
              <a:gd name="T34" fmla="*/ 88 w 91"/>
              <a:gd name="T35" fmla="*/ 67 h 77"/>
              <a:gd name="T36" fmla="*/ 87 w 91"/>
              <a:gd name="T37" fmla="*/ 64 h 77"/>
              <a:gd name="T38" fmla="*/ 85 w 91"/>
              <a:gd name="T39" fmla="*/ 61 h 77"/>
              <a:gd name="T40" fmla="*/ 83 w 91"/>
              <a:gd name="T41" fmla="*/ 58 h 77"/>
              <a:gd name="T42" fmla="*/ 81 w 91"/>
              <a:gd name="T43" fmla="*/ 56 h 77"/>
              <a:gd name="T44" fmla="*/ 78 w 91"/>
              <a:gd name="T45" fmla="*/ 52 h 77"/>
              <a:gd name="T46" fmla="*/ 75 w 91"/>
              <a:gd name="T47" fmla="*/ 48 h 77"/>
              <a:gd name="T48" fmla="*/ 71 w 91"/>
              <a:gd name="T49" fmla="*/ 44 h 77"/>
              <a:gd name="T50" fmla="*/ 68 w 91"/>
              <a:gd name="T51" fmla="*/ 40 h 77"/>
              <a:gd name="T52" fmla="*/ 64 w 91"/>
              <a:gd name="T53" fmla="*/ 36 h 77"/>
              <a:gd name="T54" fmla="*/ 60 w 91"/>
              <a:gd name="T55" fmla="*/ 32 h 77"/>
              <a:gd name="T56" fmla="*/ 55 w 91"/>
              <a:gd name="T57" fmla="*/ 29 h 77"/>
              <a:gd name="T58" fmla="*/ 52 w 91"/>
              <a:gd name="T59" fmla="*/ 25 h 77"/>
              <a:gd name="T60" fmla="*/ 42 w 91"/>
              <a:gd name="T61" fmla="*/ 17 h 77"/>
              <a:gd name="T62" fmla="*/ 38 w 91"/>
              <a:gd name="T63" fmla="*/ 14 h 77"/>
              <a:gd name="T64" fmla="*/ 34 w 91"/>
              <a:gd name="T65" fmla="*/ 11 h 77"/>
              <a:gd name="T66" fmla="*/ 29 w 91"/>
              <a:gd name="T67" fmla="*/ 8 h 77"/>
              <a:gd name="T68" fmla="*/ 25 w 91"/>
              <a:gd name="T69" fmla="*/ 6 h 77"/>
              <a:gd name="T70" fmla="*/ 22 w 91"/>
              <a:gd name="T71" fmla="*/ 5 h 77"/>
              <a:gd name="T72" fmla="*/ 18 w 91"/>
              <a:gd name="T73" fmla="*/ 3 h 77"/>
              <a:gd name="T74" fmla="*/ 15 w 91"/>
              <a:gd name="T75" fmla="*/ 2 h 77"/>
              <a:gd name="T76" fmla="*/ 11 w 91"/>
              <a:gd name="T77" fmla="*/ 1 h 77"/>
              <a:gd name="T78" fmla="*/ 9 w 91"/>
              <a:gd name="T79" fmla="*/ 0 h 77"/>
              <a:gd name="T80" fmla="*/ 7 w 91"/>
              <a:gd name="T81" fmla="*/ 0 h 77"/>
              <a:gd name="T82" fmla="*/ 5 w 91"/>
              <a:gd name="T83" fmla="*/ 0 h 77"/>
              <a:gd name="T84" fmla="*/ 3 w 91"/>
              <a:gd name="T85" fmla="*/ 0 h 77"/>
              <a:gd name="T86" fmla="*/ 2 w 91"/>
              <a:gd name="T87" fmla="*/ 1 h 77"/>
              <a:gd name="T88" fmla="*/ 1 w 91"/>
              <a:gd name="T89" fmla="*/ 2 h 77"/>
              <a:gd name="T90" fmla="*/ 0 w 91"/>
              <a:gd name="T91" fmla="*/ 3 h 77"/>
              <a:gd name="T92" fmla="*/ 0 w 91"/>
              <a:gd name="T93" fmla="*/ 5 h 77"/>
              <a:gd name="T94" fmla="*/ 1 w 91"/>
              <a:gd name="T95" fmla="*/ 6 h 77"/>
              <a:gd name="T96" fmla="*/ 1 w 91"/>
              <a:gd name="T97" fmla="*/ 9 h 77"/>
              <a:gd name="T98" fmla="*/ 3 w 91"/>
              <a:gd name="T99" fmla="*/ 12 h 77"/>
              <a:gd name="T100" fmla="*/ 5 w 91"/>
              <a:gd name="T101" fmla="*/ 15 h 77"/>
              <a:gd name="T102" fmla="*/ 7 w 91"/>
              <a:gd name="T103" fmla="*/ 19 h 77"/>
              <a:gd name="T104" fmla="*/ 9 w 91"/>
              <a:gd name="T105" fmla="*/ 22 h 77"/>
              <a:gd name="T106" fmla="*/ 12 w 91"/>
              <a:gd name="T107" fmla="*/ 25 h 77"/>
              <a:gd name="T108" fmla="*/ 15 w 91"/>
              <a:gd name="T109" fmla="*/ 29 h 77"/>
              <a:gd name="T110" fmla="*/ 19 w 91"/>
              <a:gd name="T111" fmla="*/ 32 h 77"/>
              <a:gd name="T112" fmla="*/ 23 w 91"/>
              <a:gd name="T113" fmla="*/ 36 h 77"/>
              <a:gd name="T114" fmla="*/ 26 w 91"/>
              <a:gd name="T115" fmla="*/ 40 h 77"/>
              <a:gd name="T116" fmla="*/ 30 w 91"/>
              <a:gd name="T117" fmla="*/ 44 h 77"/>
              <a:gd name="T118" fmla="*/ 34 w 91"/>
              <a:gd name="T119" fmla="*/ 47 h 77"/>
              <a:gd name="T120" fmla="*/ 38 w 91"/>
              <a:gd name="T121" fmla="*/ 51 h 77"/>
              <a:gd name="T122" fmla="*/ 47 w 91"/>
              <a:gd name="T123" fmla="*/ 58 h 77"/>
              <a:gd name="T124" fmla="*/ 52 w 91"/>
              <a:gd name="T125" fmla="*/ 62 h 7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1"/>
              <a:gd name="T190" fmla="*/ 0 h 77"/>
              <a:gd name="T191" fmla="*/ 91 w 91"/>
              <a:gd name="T192" fmla="*/ 77 h 77"/>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1" h="77">
                <a:moveTo>
                  <a:pt x="52" y="62"/>
                </a:moveTo>
                <a:lnTo>
                  <a:pt x="56" y="65"/>
                </a:lnTo>
                <a:lnTo>
                  <a:pt x="60" y="67"/>
                </a:lnTo>
                <a:lnTo>
                  <a:pt x="65" y="69"/>
                </a:lnTo>
                <a:lnTo>
                  <a:pt x="68" y="70"/>
                </a:lnTo>
                <a:lnTo>
                  <a:pt x="72" y="72"/>
                </a:lnTo>
                <a:lnTo>
                  <a:pt x="75" y="73"/>
                </a:lnTo>
                <a:lnTo>
                  <a:pt x="78" y="74"/>
                </a:lnTo>
                <a:lnTo>
                  <a:pt x="81" y="75"/>
                </a:lnTo>
                <a:lnTo>
                  <a:pt x="83" y="76"/>
                </a:lnTo>
                <a:lnTo>
                  <a:pt x="85" y="76"/>
                </a:lnTo>
                <a:lnTo>
                  <a:pt x="87" y="75"/>
                </a:lnTo>
                <a:lnTo>
                  <a:pt x="88" y="75"/>
                </a:lnTo>
                <a:lnTo>
                  <a:pt x="89" y="74"/>
                </a:lnTo>
                <a:lnTo>
                  <a:pt x="90" y="72"/>
                </a:lnTo>
                <a:lnTo>
                  <a:pt x="90" y="71"/>
                </a:lnTo>
                <a:lnTo>
                  <a:pt x="89" y="70"/>
                </a:lnTo>
                <a:lnTo>
                  <a:pt x="88" y="67"/>
                </a:lnTo>
                <a:lnTo>
                  <a:pt x="87" y="64"/>
                </a:lnTo>
                <a:lnTo>
                  <a:pt x="85" y="61"/>
                </a:lnTo>
                <a:lnTo>
                  <a:pt x="83" y="58"/>
                </a:lnTo>
                <a:lnTo>
                  <a:pt x="81" y="56"/>
                </a:lnTo>
                <a:lnTo>
                  <a:pt x="78" y="52"/>
                </a:lnTo>
                <a:lnTo>
                  <a:pt x="75" y="48"/>
                </a:lnTo>
                <a:lnTo>
                  <a:pt x="71" y="44"/>
                </a:lnTo>
                <a:lnTo>
                  <a:pt x="68" y="40"/>
                </a:lnTo>
                <a:lnTo>
                  <a:pt x="64" y="36"/>
                </a:lnTo>
                <a:lnTo>
                  <a:pt x="60" y="32"/>
                </a:lnTo>
                <a:lnTo>
                  <a:pt x="55" y="29"/>
                </a:lnTo>
                <a:lnTo>
                  <a:pt x="52" y="25"/>
                </a:lnTo>
                <a:lnTo>
                  <a:pt x="42" y="17"/>
                </a:lnTo>
                <a:lnTo>
                  <a:pt x="38" y="14"/>
                </a:lnTo>
                <a:lnTo>
                  <a:pt x="34" y="11"/>
                </a:lnTo>
                <a:lnTo>
                  <a:pt x="29" y="8"/>
                </a:lnTo>
                <a:lnTo>
                  <a:pt x="25" y="6"/>
                </a:lnTo>
                <a:lnTo>
                  <a:pt x="22" y="5"/>
                </a:lnTo>
                <a:lnTo>
                  <a:pt x="18" y="3"/>
                </a:lnTo>
                <a:lnTo>
                  <a:pt x="15" y="2"/>
                </a:lnTo>
                <a:lnTo>
                  <a:pt x="11" y="1"/>
                </a:lnTo>
                <a:lnTo>
                  <a:pt x="9" y="0"/>
                </a:lnTo>
                <a:lnTo>
                  <a:pt x="7" y="0"/>
                </a:lnTo>
                <a:lnTo>
                  <a:pt x="5" y="0"/>
                </a:lnTo>
                <a:lnTo>
                  <a:pt x="3" y="0"/>
                </a:lnTo>
                <a:lnTo>
                  <a:pt x="2" y="1"/>
                </a:lnTo>
                <a:lnTo>
                  <a:pt x="1" y="2"/>
                </a:lnTo>
                <a:lnTo>
                  <a:pt x="0" y="3"/>
                </a:lnTo>
                <a:lnTo>
                  <a:pt x="0" y="5"/>
                </a:lnTo>
                <a:lnTo>
                  <a:pt x="1" y="6"/>
                </a:lnTo>
                <a:lnTo>
                  <a:pt x="1" y="9"/>
                </a:lnTo>
                <a:lnTo>
                  <a:pt x="3" y="12"/>
                </a:lnTo>
                <a:lnTo>
                  <a:pt x="5" y="15"/>
                </a:lnTo>
                <a:lnTo>
                  <a:pt x="7" y="19"/>
                </a:lnTo>
                <a:lnTo>
                  <a:pt x="9" y="22"/>
                </a:lnTo>
                <a:lnTo>
                  <a:pt x="12" y="25"/>
                </a:lnTo>
                <a:lnTo>
                  <a:pt x="15" y="29"/>
                </a:lnTo>
                <a:lnTo>
                  <a:pt x="19" y="32"/>
                </a:lnTo>
                <a:lnTo>
                  <a:pt x="23" y="36"/>
                </a:lnTo>
                <a:lnTo>
                  <a:pt x="26" y="40"/>
                </a:lnTo>
                <a:lnTo>
                  <a:pt x="30" y="44"/>
                </a:lnTo>
                <a:lnTo>
                  <a:pt x="34" y="47"/>
                </a:lnTo>
                <a:lnTo>
                  <a:pt x="38" y="51"/>
                </a:lnTo>
                <a:lnTo>
                  <a:pt x="47" y="58"/>
                </a:lnTo>
                <a:lnTo>
                  <a:pt x="52" y="62"/>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00" name="Freeform 23">
            <a:extLst>
              <a:ext uri="{FF2B5EF4-FFF2-40B4-BE49-F238E27FC236}">
                <a16:creationId xmlns:a16="http://schemas.microsoft.com/office/drawing/2014/main" id="{53D990E3-F418-2192-48BD-AAD234BA6244}"/>
              </a:ext>
            </a:extLst>
          </p:cNvPr>
          <p:cNvSpPr>
            <a:spLocks/>
          </p:cNvSpPr>
          <p:nvPr/>
        </p:nvSpPr>
        <p:spPr bwMode="auto">
          <a:xfrm>
            <a:off x="8429625" y="4097338"/>
            <a:ext cx="96838" cy="174625"/>
          </a:xfrm>
          <a:custGeom>
            <a:avLst/>
            <a:gdLst>
              <a:gd name="T0" fmla="*/ 1 w 61"/>
              <a:gd name="T1" fmla="*/ 104 h 110"/>
              <a:gd name="T2" fmla="*/ 4 w 61"/>
              <a:gd name="T3" fmla="*/ 108 h 110"/>
              <a:gd name="T4" fmla="*/ 6 w 61"/>
              <a:gd name="T5" fmla="*/ 109 h 110"/>
              <a:gd name="T6" fmla="*/ 11 w 61"/>
              <a:gd name="T7" fmla="*/ 108 h 110"/>
              <a:gd name="T8" fmla="*/ 15 w 61"/>
              <a:gd name="T9" fmla="*/ 104 h 110"/>
              <a:gd name="T10" fmla="*/ 22 w 61"/>
              <a:gd name="T11" fmla="*/ 100 h 110"/>
              <a:gd name="T12" fmla="*/ 27 w 61"/>
              <a:gd name="T13" fmla="*/ 93 h 110"/>
              <a:gd name="T14" fmla="*/ 34 w 61"/>
              <a:gd name="T15" fmla="*/ 84 h 110"/>
              <a:gd name="T16" fmla="*/ 40 w 61"/>
              <a:gd name="T17" fmla="*/ 74 h 110"/>
              <a:gd name="T18" fmla="*/ 45 w 61"/>
              <a:gd name="T19" fmla="*/ 64 h 110"/>
              <a:gd name="T20" fmla="*/ 50 w 61"/>
              <a:gd name="T21" fmla="*/ 53 h 110"/>
              <a:gd name="T22" fmla="*/ 54 w 61"/>
              <a:gd name="T23" fmla="*/ 43 h 110"/>
              <a:gd name="T24" fmla="*/ 57 w 61"/>
              <a:gd name="T25" fmla="*/ 32 h 110"/>
              <a:gd name="T26" fmla="*/ 59 w 61"/>
              <a:gd name="T27" fmla="*/ 24 h 110"/>
              <a:gd name="T28" fmla="*/ 60 w 61"/>
              <a:gd name="T29" fmla="*/ 16 h 110"/>
              <a:gd name="T30" fmla="*/ 60 w 61"/>
              <a:gd name="T31" fmla="*/ 9 h 110"/>
              <a:gd name="T32" fmla="*/ 59 w 61"/>
              <a:gd name="T33" fmla="*/ 5 h 110"/>
              <a:gd name="T34" fmla="*/ 57 w 61"/>
              <a:gd name="T35" fmla="*/ 2 h 110"/>
              <a:gd name="T36" fmla="*/ 54 w 61"/>
              <a:gd name="T37" fmla="*/ 0 h 110"/>
              <a:gd name="T38" fmla="*/ 50 w 61"/>
              <a:gd name="T39" fmla="*/ 2 h 110"/>
              <a:gd name="T40" fmla="*/ 45 w 61"/>
              <a:gd name="T41" fmla="*/ 5 h 110"/>
              <a:gd name="T42" fmla="*/ 41 w 61"/>
              <a:gd name="T43" fmla="*/ 10 h 110"/>
              <a:gd name="T44" fmla="*/ 35 w 61"/>
              <a:gd name="T45" fmla="*/ 17 h 110"/>
              <a:gd name="T46" fmla="*/ 30 w 61"/>
              <a:gd name="T47" fmla="*/ 26 h 110"/>
              <a:gd name="T48" fmla="*/ 24 w 61"/>
              <a:gd name="T49" fmla="*/ 36 h 110"/>
              <a:gd name="T50" fmla="*/ 17 w 61"/>
              <a:gd name="T51" fmla="*/ 47 h 110"/>
              <a:gd name="T52" fmla="*/ 13 w 61"/>
              <a:gd name="T53" fmla="*/ 58 h 110"/>
              <a:gd name="T54" fmla="*/ 8 w 61"/>
              <a:gd name="T55" fmla="*/ 68 h 110"/>
              <a:gd name="T56" fmla="*/ 5 w 61"/>
              <a:gd name="T57" fmla="*/ 78 h 110"/>
              <a:gd name="T58" fmla="*/ 2 w 61"/>
              <a:gd name="T59" fmla="*/ 86 h 110"/>
              <a:gd name="T60" fmla="*/ 0 w 61"/>
              <a:gd name="T61" fmla="*/ 94 h 110"/>
              <a:gd name="T62" fmla="*/ 0 w 61"/>
              <a:gd name="T63" fmla="*/ 100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1"/>
              <a:gd name="T97" fmla="*/ 0 h 110"/>
              <a:gd name="T98" fmla="*/ 61 w 6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1" h="110">
                <a:moveTo>
                  <a:pt x="0" y="102"/>
                </a:moveTo>
                <a:lnTo>
                  <a:pt x="1" y="104"/>
                </a:lnTo>
                <a:lnTo>
                  <a:pt x="2" y="106"/>
                </a:lnTo>
                <a:lnTo>
                  <a:pt x="4" y="108"/>
                </a:lnTo>
                <a:lnTo>
                  <a:pt x="5" y="109"/>
                </a:lnTo>
                <a:lnTo>
                  <a:pt x="6" y="109"/>
                </a:lnTo>
                <a:lnTo>
                  <a:pt x="9" y="109"/>
                </a:lnTo>
                <a:lnTo>
                  <a:pt x="11" y="108"/>
                </a:lnTo>
                <a:lnTo>
                  <a:pt x="14" y="106"/>
                </a:lnTo>
                <a:lnTo>
                  <a:pt x="15" y="104"/>
                </a:lnTo>
                <a:lnTo>
                  <a:pt x="18" y="102"/>
                </a:lnTo>
                <a:lnTo>
                  <a:pt x="22" y="100"/>
                </a:lnTo>
                <a:lnTo>
                  <a:pt x="25" y="96"/>
                </a:lnTo>
                <a:lnTo>
                  <a:pt x="27" y="93"/>
                </a:lnTo>
                <a:lnTo>
                  <a:pt x="30" y="88"/>
                </a:lnTo>
                <a:lnTo>
                  <a:pt x="34" y="84"/>
                </a:lnTo>
                <a:lnTo>
                  <a:pt x="36" y="80"/>
                </a:lnTo>
                <a:lnTo>
                  <a:pt x="40" y="74"/>
                </a:lnTo>
                <a:lnTo>
                  <a:pt x="43" y="69"/>
                </a:lnTo>
                <a:lnTo>
                  <a:pt x="45" y="64"/>
                </a:lnTo>
                <a:lnTo>
                  <a:pt x="47" y="59"/>
                </a:lnTo>
                <a:lnTo>
                  <a:pt x="50" y="53"/>
                </a:lnTo>
                <a:lnTo>
                  <a:pt x="52" y="47"/>
                </a:lnTo>
                <a:lnTo>
                  <a:pt x="54" y="43"/>
                </a:lnTo>
                <a:lnTo>
                  <a:pt x="55" y="38"/>
                </a:lnTo>
                <a:lnTo>
                  <a:pt x="57" y="32"/>
                </a:lnTo>
                <a:lnTo>
                  <a:pt x="58" y="28"/>
                </a:lnTo>
                <a:lnTo>
                  <a:pt x="59" y="24"/>
                </a:lnTo>
                <a:lnTo>
                  <a:pt x="60" y="20"/>
                </a:lnTo>
                <a:lnTo>
                  <a:pt x="60" y="16"/>
                </a:lnTo>
                <a:lnTo>
                  <a:pt x="60" y="12"/>
                </a:lnTo>
                <a:lnTo>
                  <a:pt x="60" y="9"/>
                </a:lnTo>
                <a:lnTo>
                  <a:pt x="60" y="8"/>
                </a:lnTo>
                <a:lnTo>
                  <a:pt x="59" y="5"/>
                </a:lnTo>
                <a:lnTo>
                  <a:pt x="58" y="3"/>
                </a:lnTo>
                <a:lnTo>
                  <a:pt x="57" y="2"/>
                </a:lnTo>
                <a:lnTo>
                  <a:pt x="55" y="1"/>
                </a:lnTo>
                <a:lnTo>
                  <a:pt x="54" y="0"/>
                </a:lnTo>
                <a:lnTo>
                  <a:pt x="52" y="1"/>
                </a:lnTo>
                <a:lnTo>
                  <a:pt x="50" y="2"/>
                </a:lnTo>
                <a:lnTo>
                  <a:pt x="48" y="3"/>
                </a:lnTo>
                <a:lnTo>
                  <a:pt x="45" y="5"/>
                </a:lnTo>
                <a:lnTo>
                  <a:pt x="44" y="8"/>
                </a:lnTo>
                <a:lnTo>
                  <a:pt x="41" y="10"/>
                </a:lnTo>
                <a:lnTo>
                  <a:pt x="38" y="13"/>
                </a:lnTo>
                <a:lnTo>
                  <a:pt x="35" y="17"/>
                </a:lnTo>
                <a:lnTo>
                  <a:pt x="33" y="21"/>
                </a:lnTo>
                <a:lnTo>
                  <a:pt x="30" y="26"/>
                </a:lnTo>
                <a:lnTo>
                  <a:pt x="26" y="30"/>
                </a:lnTo>
                <a:lnTo>
                  <a:pt x="24" y="36"/>
                </a:lnTo>
                <a:lnTo>
                  <a:pt x="21" y="42"/>
                </a:lnTo>
                <a:lnTo>
                  <a:pt x="17" y="47"/>
                </a:lnTo>
                <a:lnTo>
                  <a:pt x="15" y="52"/>
                </a:lnTo>
                <a:lnTo>
                  <a:pt x="13" y="58"/>
                </a:lnTo>
                <a:lnTo>
                  <a:pt x="10" y="64"/>
                </a:lnTo>
                <a:lnTo>
                  <a:pt x="8" y="68"/>
                </a:lnTo>
                <a:lnTo>
                  <a:pt x="5" y="73"/>
                </a:lnTo>
                <a:lnTo>
                  <a:pt x="5" y="78"/>
                </a:lnTo>
                <a:lnTo>
                  <a:pt x="3" y="82"/>
                </a:lnTo>
                <a:lnTo>
                  <a:pt x="2" y="86"/>
                </a:lnTo>
                <a:lnTo>
                  <a:pt x="1" y="90"/>
                </a:lnTo>
                <a:lnTo>
                  <a:pt x="0" y="94"/>
                </a:lnTo>
                <a:lnTo>
                  <a:pt x="0" y="97"/>
                </a:lnTo>
                <a:lnTo>
                  <a:pt x="0" y="100"/>
                </a:lnTo>
                <a:lnTo>
                  <a:pt x="0" y="102"/>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01" name="Freeform 24">
            <a:extLst>
              <a:ext uri="{FF2B5EF4-FFF2-40B4-BE49-F238E27FC236}">
                <a16:creationId xmlns:a16="http://schemas.microsoft.com/office/drawing/2014/main" id="{3C83F62E-CA65-48F4-6A7B-C19E18C58EC7}"/>
              </a:ext>
            </a:extLst>
          </p:cNvPr>
          <p:cNvSpPr>
            <a:spLocks/>
          </p:cNvSpPr>
          <p:nvPr/>
        </p:nvSpPr>
        <p:spPr bwMode="auto">
          <a:xfrm>
            <a:off x="5529263" y="2847975"/>
            <a:ext cx="1290637" cy="1162050"/>
          </a:xfrm>
          <a:custGeom>
            <a:avLst/>
            <a:gdLst>
              <a:gd name="T0" fmla="*/ 463 w 813"/>
              <a:gd name="T1" fmla="*/ 1 h 732"/>
              <a:gd name="T2" fmla="*/ 468 w 813"/>
              <a:gd name="T3" fmla="*/ 0 h 732"/>
              <a:gd name="T4" fmla="*/ 477 w 813"/>
              <a:gd name="T5" fmla="*/ 1 h 732"/>
              <a:gd name="T6" fmla="*/ 483 w 813"/>
              <a:gd name="T7" fmla="*/ 3 h 732"/>
              <a:gd name="T8" fmla="*/ 489 w 813"/>
              <a:gd name="T9" fmla="*/ 6 h 732"/>
              <a:gd name="T10" fmla="*/ 525 w 813"/>
              <a:gd name="T11" fmla="*/ 42 h 732"/>
              <a:gd name="T12" fmla="*/ 596 w 813"/>
              <a:gd name="T13" fmla="*/ 111 h 732"/>
              <a:gd name="T14" fmla="*/ 680 w 813"/>
              <a:gd name="T15" fmla="*/ 192 h 732"/>
              <a:gd name="T16" fmla="*/ 755 w 813"/>
              <a:gd name="T17" fmla="*/ 264 h 732"/>
              <a:gd name="T18" fmla="*/ 799 w 813"/>
              <a:gd name="T19" fmla="*/ 307 h 732"/>
              <a:gd name="T20" fmla="*/ 806 w 813"/>
              <a:gd name="T21" fmla="*/ 315 h 732"/>
              <a:gd name="T22" fmla="*/ 810 w 813"/>
              <a:gd name="T23" fmla="*/ 322 h 732"/>
              <a:gd name="T24" fmla="*/ 811 w 813"/>
              <a:gd name="T25" fmla="*/ 329 h 732"/>
              <a:gd name="T26" fmla="*/ 811 w 813"/>
              <a:gd name="T27" fmla="*/ 335 h 732"/>
              <a:gd name="T28" fmla="*/ 809 w 813"/>
              <a:gd name="T29" fmla="*/ 342 h 732"/>
              <a:gd name="T30" fmla="*/ 803 w 813"/>
              <a:gd name="T31" fmla="*/ 352 h 732"/>
              <a:gd name="T32" fmla="*/ 768 w 813"/>
              <a:gd name="T33" fmla="*/ 400 h 732"/>
              <a:gd name="T34" fmla="*/ 707 w 813"/>
              <a:gd name="T35" fmla="*/ 481 h 732"/>
              <a:gd name="T36" fmla="*/ 638 w 813"/>
              <a:gd name="T37" fmla="*/ 573 h 732"/>
              <a:gd name="T38" fmla="*/ 579 w 813"/>
              <a:gd name="T39" fmla="*/ 651 h 732"/>
              <a:gd name="T40" fmla="*/ 548 w 813"/>
              <a:gd name="T41" fmla="*/ 695 h 732"/>
              <a:gd name="T42" fmla="*/ 542 w 813"/>
              <a:gd name="T43" fmla="*/ 699 h 732"/>
              <a:gd name="T44" fmla="*/ 538 w 813"/>
              <a:gd name="T45" fmla="*/ 702 h 732"/>
              <a:gd name="T46" fmla="*/ 532 w 813"/>
              <a:gd name="T47" fmla="*/ 705 h 732"/>
              <a:gd name="T48" fmla="*/ 526 w 813"/>
              <a:gd name="T49" fmla="*/ 706 h 732"/>
              <a:gd name="T50" fmla="*/ 515 w 813"/>
              <a:gd name="T51" fmla="*/ 708 h 732"/>
              <a:gd name="T52" fmla="*/ 484 w 813"/>
              <a:gd name="T53" fmla="*/ 712 h 732"/>
              <a:gd name="T54" fmla="*/ 445 w 813"/>
              <a:gd name="T55" fmla="*/ 717 h 732"/>
              <a:gd name="T56" fmla="*/ 404 w 813"/>
              <a:gd name="T57" fmla="*/ 722 h 732"/>
              <a:gd name="T58" fmla="*/ 368 w 813"/>
              <a:gd name="T59" fmla="*/ 727 h 732"/>
              <a:gd name="T60" fmla="*/ 344 w 813"/>
              <a:gd name="T61" fmla="*/ 731 h 732"/>
              <a:gd name="T62" fmla="*/ 339 w 813"/>
              <a:gd name="T63" fmla="*/ 730 h 732"/>
              <a:gd name="T64" fmla="*/ 332 w 813"/>
              <a:gd name="T65" fmla="*/ 727 h 732"/>
              <a:gd name="T66" fmla="*/ 327 w 813"/>
              <a:gd name="T67" fmla="*/ 724 h 732"/>
              <a:gd name="T68" fmla="*/ 322 w 813"/>
              <a:gd name="T69" fmla="*/ 721 h 732"/>
              <a:gd name="T70" fmla="*/ 318 w 813"/>
              <a:gd name="T71" fmla="*/ 719 h 732"/>
              <a:gd name="T72" fmla="*/ 279 w 813"/>
              <a:gd name="T73" fmla="*/ 683 h 732"/>
              <a:gd name="T74" fmla="*/ 212 w 813"/>
              <a:gd name="T75" fmla="*/ 621 h 732"/>
              <a:gd name="T76" fmla="*/ 134 w 813"/>
              <a:gd name="T77" fmla="*/ 550 h 732"/>
              <a:gd name="T78" fmla="*/ 63 w 813"/>
              <a:gd name="T79" fmla="*/ 486 h 732"/>
              <a:gd name="T80" fmla="*/ 16 w 813"/>
              <a:gd name="T81" fmla="*/ 445 h 732"/>
              <a:gd name="T82" fmla="*/ 5 w 813"/>
              <a:gd name="T83" fmla="*/ 434 h 732"/>
              <a:gd name="T84" fmla="*/ 1 w 813"/>
              <a:gd name="T85" fmla="*/ 428 h 732"/>
              <a:gd name="T86" fmla="*/ 0 w 813"/>
              <a:gd name="T87" fmla="*/ 423 h 732"/>
              <a:gd name="T88" fmla="*/ 1 w 813"/>
              <a:gd name="T89" fmla="*/ 417 h 732"/>
              <a:gd name="T90" fmla="*/ 5 w 813"/>
              <a:gd name="T91" fmla="*/ 411 h 732"/>
              <a:gd name="T92" fmla="*/ 15 w 813"/>
              <a:gd name="T93" fmla="*/ 399 h 732"/>
              <a:gd name="T94" fmla="*/ 56 w 813"/>
              <a:gd name="T95" fmla="*/ 345 h 732"/>
              <a:gd name="T96" fmla="*/ 118 w 813"/>
              <a:gd name="T97" fmla="*/ 263 h 732"/>
              <a:gd name="T98" fmla="*/ 184 w 813"/>
              <a:gd name="T99" fmla="*/ 174 h 732"/>
              <a:gd name="T100" fmla="*/ 237 w 813"/>
              <a:gd name="T101" fmla="*/ 102 h 732"/>
              <a:gd name="T102" fmla="*/ 260 w 813"/>
              <a:gd name="T103" fmla="*/ 71 h 732"/>
              <a:gd name="T104" fmla="*/ 265 w 813"/>
              <a:gd name="T105" fmla="*/ 65 h 732"/>
              <a:gd name="T106" fmla="*/ 271 w 813"/>
              <a:gd name="T107" fmla="*/ 60 h 732"/>
              <a:gd name="T108" fmla="*/ 278 w 813"/>
              <a:gd name="T109" fmla="*/ 56 h 732"/>
              <a:gd name="T110" fmla="*/ 287 w 813"/>
              <a:gd name="T111" fmla="*/ 51 h 732"/>
              <a:gd name="T112" fmla="*/ 305 w 813"/>
              <a:gd name="T113" fmla="*/ 45 h 732"/>
              <a:gd name="T114" fmla="*/ 337 w 813"/>
              <a:gd name="T115" fmla="*/ 36 h 732"/>
              <a:gd name="T116" fmla="*/ 375 w 813"/>
              <a:gd name="T117" fmla="*/ 25 h 732"/>
              <a:gd name="T118" fmla="*/ 412 w 813"/>
              <a:gd name="T119" fmla="*/ 15 h 732"/>
              <a:gd name="T120" fmla="*/ 444 w 813"/>
              <a:gd name="T121" fmla="*/ 6 h 73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13"/>
              <a:gd name="T184" fmla="*/ 0 h 732"/>
              <a:gd name="T185" fmla="*/ 813 w 813"/>
              <a:gd name="T186" fmla="*/ 732 h 73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13" h="732">
                <a:moveTo>
                  <a:pt x="460" y="3"/>
                </a:moveTo>
                <a:lnTo>
                  <a:pt x="462" y="2"/>
                </a:lnTo>
                <a:lnTo>
                  <a:pt x="463" y="1"/>
                </a:lnTo>
                <a:lnTo>
                  <a:pt x="465" y="1"/>
                </a:lnTo>
                <a:lnTo>
                  <a:pt x="466" y="0"/>
                </a:lnTo>
                <a:lnTo>
                  <a:pt x="468" y="0"/>
                </a:lnTo>
                <a:lnTo>
                  <a:pt x="470" y="0"/>
                </a:lnTo>
                <a:lnTo>
                  <a:pt x="473" y="0"/>
                </a:lnTo>
                <a:lnTo>
                  <a:pt x="477" y="1"/>
                </a:lnTo>
                <a:lnTo>
                  <a:pt x="479" y="1"/>
                </a:lnTo>
                <a:lnTo>
                  <a:pt x="481" y="2"/>
                </a:lnTo>
                <a:lnTo>
                  <a:pt x="483" y="3"/>
                </a:lnTo>
                <a:lnTo>
                  <a:pt x="485" y="4"/>
                </a:lnTo>
                <a:lnTo>
                  <a:pt x="487" y="5"/>
                </a:lnTo>
                <a:lnTo>
                  <a:pt x="489" y="6"/>
                </a:lnTo>
                <a:lnTo>
                  <a:pt x="496" y="13"/>
                </a:lnTo>
                <a:lnTo>
                  <a:pt x="508" y="25"/>
                </a:lnTo>
                <a:lnTo>
                  <a:pt x="525" y="42"/>
                </a:lnTo>
                <a:lnTo>
                  <a:pt x="545" y="62"/>
                </a:lnTo>
                <a:lnTo>
                  <a:pt x="569" y="85"/>
                </a:lnTo>
                <a:lnTo>
                  <a:pt x="596" y="111"/>
                </a:lnTo>
                <a:lnTo>
                  <a:pt x="623" y="137"/>
                </a:lnTo>
                <a:lnTo>
                  <a:pt x="652" y="165"/>
                </a:lnTo>
                <a:lnTo>
                  <a:pt x="680" y="192"/>
                </a:lnTo>
                <a:lnTo>
                  <a:pt x="707" y="218"/>
                </a:lnTo>
                <a:lnTo>
                  <a:pt x="732" y="242"/>
                </a:lnTo>
                <a:lnTo>
                  <a:pt x="755" y="264"/>
                </a:lnTo>
                <a:lnTo>
                  <a:pt x="774" y="283"/>
                </a:lnTo>
                <a:lnTo>
                  <a:pt x="789" y="297"/>
                </a:lnTo>
                <a:lnTo>
                  <a:pt x="799" y="307"/>
                </a:lnTo>
                <a:lnTo>
                  <a:pt x="803" y="311"/>
                </a:lnTo>
                <a:lnTo>
                  <a:pt x="805" y="313"/>
                </a:lnTo>
                <a:lnTo>
                  <a:pt x="806" y="315"/>
                </a:lnTo>
                <a:lnTo>
                  <a:pt x="808" y="317"/>
                </a:lnTo>
                <a:lnTo>
                  <a:pt x="809" y="320"/>
                </a:lnTo>
                <a:lnTo>
                  <a:pt x="810" y="322"/>
                </a:lnTo>
                <a:lnTo>
                  <a:pt x="811" y="324"/>
                </a:lnTo>
                <a:lnTo>
                  <a:pt x="811" y="326"/>
                </a:lnTo>
                <a:lnTo>
                  <a:pt x="811" y="329"/>
                </a:lnTo>
                <a:lnTo>
                  <a:pt x="812" y="331"/>
                </a:lnTo>
                <a:lnTo>
                  <a:pt x="811" y="333"/>
                </a:lnTo>
                <a:lnTo>
                  <a:pt x="811" y="335"/>
                </a:lnTo>
                <a:lnTo>
                  <a:pt x="811" y="338"/>
                </a:lnTo>
                <a:lnTo>
                  <a:pt x="810" y="340"/>
                </a:lnTo>
                <a:lnTo>
                  <a:pt x="809" y="342"/>
                </a:lnTo>
                <a:lnTo>
                  <a:pt x="808" y="344"/>
                </a:lnTo>
                <a:lnTo>
                  <a:pt x="807" y="347"/>
                </a:lnTo>
                <a:lnTo>
                  <a:pt x="803" y="352"/>
                </a:lnTo>
                <a:lnTo>
                  <a:pt x="795" y="363"/>
                </a:lnTo>
                <a:lnTo>
                  <a:pt x="783" y="379"/>
                </a:lnTo>
                <a:lnTo>
                  <a:pt x="768" y="400"/>
                </a:lnTo>
                <a:lnTo>
                  <a:pt x="749" y="424"/>
                </a:lnTo>
                <a:lnTo>
                  <a:pt x="729" y="452"/>
                </a:lnTo>
                <a:lnTo>
                  <a:pt x="707" y="481"/>
                </a:lnTo>
                <a:lnTo>
                  <a:pt x="684" y="512"/>
                </a:lnTo>
                <a:lnTo>
                  <a:pt x="661" y="542"/>
                </a:lnTo>
                <a:lnTo>
                  <a:pt x="638" y="573"/>
                </a:lnTo>
                <a:lnTo>
                  <a:pt x="617" y="601"/>
                </a:lnTo>
                <a:lnTo>
                  <a:pt x="597" y="628"/>
                </a:lnTo>
                <a:lnTo>
                  <a:pt x="579" y="651"/>
                </a:lnTo>
                <a:lnTo>
                  <a:pt x="565" y="671"/>
                </a:lnTo>
                <a:lnTo>
                  <a:pt x="554" y="686"/>
                </a:lnTo>
                <a:lnTo>
                  <a:pt x="548" y="695"/>
                </a:lnTo>
                <a:lnTo>
                  <a:pt x="546" y="696"/>
                </a:lnTo>
                <a:lnTo>
                  <a:pt x="544" y="698"/>
                </a:lnTo>
                <a:lnTo>
                  <a:pt x="542" y="699"/>
                </a:lnTo>
                <a:lnTo>
                  <a:pt x="541" y="700"/>
                </a:lnTo>
                <a:lnTo>
                  <a:pt x="539" y="701"/>
                </a:lnTo>
                <a:lnTo>
                  <a:pt x="538" y="702"/>
                </a:lnTo>
                <a:lnTo>
                  <a:pt x="536" y="703"/>
                </a:lnTo>
                <a:lnTo>
                  <a:pt x="535" y="704"/>
                </a:lnTo>
                <a:lnTo>
                  <a:pt x="532" y="705"/>
                </a:lnTo>
                <a:lnTo>
                  <a:pt x="529" y="706"/>
                </a:lnTo>
                <a:lnTo>
                  <a:pt x="528" y="706"/>
                </a:lnTo>
                <a:lnTo>
                  <a:pt x="526" y="706"/>
                </a:lnTo>
                <a:lnTo>
                  <a:pt x="524" y="707"/>
                </a:lnTo>
                <a:lnTo>
                  <a:pt x="522" y="707"/>
                </a:lnTo>
                <a:lnTo>
                  <a:pt x="515" y="708"/>
                </a:lnTo>
                <a:lnTo>
                  <a:pt x="506" y="709"/>
                </a:lnTo>
                <a:lnTo>
                  <a:pt x="496" y="710"/>
                </a:lnTo>
                <a:lnTo>
                  <a:pt x="484" y="712"/>
                </a:lnTo>
                <a:lnTo>
                  <a:pt x="472" y="713"/>
                </a:lnTo>
                <a:lnTo>
                  <a:pt x="459" y="715"/>
                </a:lnTo>
                <a:lnTo>
                  <a:pt x="445" y="717"/>
                </a:lnTo>
                <a:lnTo>
                  <a:pt x="431" y="719"/>
                </a:lnTo>
                <a:lnTo>
                  <a:pt x="418" y="721"/>
                </a:lnTo>
                <a:lnTo>
                  <a:pt x="404" y="722"/>
                </a:lnTo>
                <a:lnTo>
                  <a:pt x="391" y="724"/>
                </a:lnTo>
                <a:lnTo>
                  <a:pt x="379" y="726"/>
                </a:lnTo>
                <a:lnTo>
                  <a:pt x="368" y="727"/>
                </a:lnTo>
                <a:lnTo>
                  <a:pt x="358" y="729"/>
                </a:lnTo>
                <a:lnTo>
                  <a:pt x="350" y="730"/>
                </a:lnTo>
                <a:lnTo>
                  <a:pt x="344" y="731"/>
                </a:lnTo>
                <a:lnTo>
                  <a:pt x="342" y="731"/>
                </a:lnTo>
                <a:lnTo>
                  <a:pt x="341" y="730"/>
                </a:lnTo>
                <a:lnTo>
                  <a:pt x="339" y="730"/>
                </a:lnTo>
                <a:lnTo>
                  <a:pt x="338" y="729"/>
                </a:lnTo>
                <a:lnTo>
                  <a:pt x="334" y="728"/>
                </a:lnTo>
                <a:lnTo>
                  <a:pt x="332" y="727"/>
                </a:lnTo>
                <a:lnTo>
                  <a:pt x="331" y="726"/>
                </a:lnTo>
                <a:lnTo>
                  <a:pt x="329" y="725"/>
                </a:lnTo>
                <a:lnTo>
                  <a:pt x="327" y="724"/>
                </a:lnTo>
                <a:lnTo>
                  <a:pt x="326" y="723"/>
                </a:lnTo>
                <a:lnTo>
                  <a:pt x="324" y="722"/>
                </a:lnTo>
                <a:lnTo>
                  <a:pt x="322" y="721"/>
                </a:lnTo>
                <a:lnTo>
                  <a:pt x="321" y="720"/>
                </a:lnTo>
                <a:lnTo>
                  <a:pt x="319" y="719"/>
                </a:lnTo>
                <a:lnTo>
                  <a:pt x="318" y="719"/>
                </a:lnTo>
                <a:lnTo>
                  <a:pt x="309" y="710"/>
                </a:lnTo>
                <a:lnTo>
                  <a:pt x="296" y="698"/>
                </a:lnTo>
                <a:lnTo>
                  <a:pt x="279" y="683"/>
                </a:lnTo>
                <a:lnTo>
                  <a:pt x="259" y="664"/>
                </a:lnTo>
                <a:lnTo>
                  <a:pt x="237" y="644"/>
                </a:lnTo>
                <a:lnTo>
                  <a:pt x="212" y="621"/>
                </a:lnTo>
                <a:lnTo>
                  <a:pt x="187" y="598"/>
                </a:lnTo>
                <a:lnTo>
                  <a:pt x="160" y="574"/>
                </a:lnTo>
                <a:lnTo>
                  <a:pt x="134" y="550"/>
                </a:lnTo>
                <a:lnTo>
                  <a:pt x="109" y="528"/>
                </a:lnTo>
                <a:lnTo>
                  <a:pt x="85" y="506"/>
                </a:lnTo>
                <a:lnTo>
                  <a:pt x="63" y="486"/>
                </a:lnTo>
                <a:lnTo>
                  <a:pt x="43" y="469"/>
                </a:lnTo>
                <a:lnTo>
                  <a:pt x="28" y="455"/>
                </a:lnTo>
                <a:lnTo>
                  <a:pt x="16" y="445"/>
                </a:lnTo>
                <a:lnTo>
                  <a:pt x="8" y="439"/>
                </a:lnTo>
                <a:lnTo>
                  <a:pt x="6" y="436"/>
                </a:lnTo>
                <a:lnTo>
                  <a:pt x="5" y="434"/>
                </a:lnTo>
                <a:lnTo>
                  <a:pt x="3" y="432"/>
                </a:lnTo>
                <a:lnTo>
                  <a:pt x="2" y="430"/>
                </a:lnTo>
                <a:lnTo>
                  <a:pt x="1" y="428"/>
                </a:lnTo>
                <a:lnTo>
                  <a:pt x="1" y="426"/>
                </a:lnTo>
                <a:lnTo>
                  <a:pt x="0" y="424"/>
                </a:lnTo>
                <a:lnTo>
                  <a:pt x="0" y="423"/>
                </a:lnTo>
                <a:lnTo>
                  <a:pt x="0" y="421"/>
                </a:lnTo>
                <a:lnTo>
                  <a:pt x="1" y="419"/>
                </a:lnTo>
                <a:lnTo>
                  <a:pt x="1" y="417"/>
                </a:lnTo>
                <a:lnTo>
                  <a:pt x="2" y="415"/>
                </a:lnTo>
                <a:lnTo>
                  <a:pt x="3" y="413"/>
                </a:lnTo>
                <a:lnTo>
                  <a:pt x="5" y="411"/>
                </a:lnTo>
                <a:lnTo>
                  <a:pt x="6" y="409"/>
                </a:lnTo>
                <a:lnTo>
                  <a:pt x="8" y="407"/>
                </a:lnTo>
                <a:lnTo>
                  <a:pt x="15" y="399"/>
                </a:lnTo>
                <a:lnTo>
                  <a:pt x="25" y="386"/>
                </a:lnTo>
                <a:lnTo>
                  <a:pt x="39" y="367"/>
                </a:lnTo>
                <a:lnTo>
                  <a:pt x="56" y="345"/>
                </a:lnTo>
                <a:lnTo>
                  <a:pt x="75" y="320"/>
                </a:lnTo>
                <a:lnTo>
                  <a:pt x="96" y="292"/>
                </a:lnTo>
                <a:lnTo>
                  <a:pt x="118" y="263"/>
                </a:lnTo>
                <a:lnTo>
                  <a:pt x="141" y="233"/>
                </a:lnTo>
                <a:lnTo>
                  <a:pt x="163" y="203"/>
                </a:lnTo>
                <a:lnTo>
                  <a:pt x="184" y="174"/>
                </a:lnTo>
                <a:lnTo>
                  <a:pt x="204" y="147"/>
                </a:lnTo>
                <a:lnTo>
                  <a:pt x="222" y="123"/>
                </a:lnTo>
                <a:lnTo>
                  <a:pt x="237" y="102"/>
                </a:lnTo>
                <a:lnTo>
                  <a:pt x="249" y="86"/>
                </a:lnTo>
                <a:lnTo>
                  <a:pt x="256" y="75"/>
                </a:lnTo>
                <a:lnTo>
                  <a:pt x="260" y="71"/>
                </a:lnTo>
                <a:lnTo>
                  <a:pt x="262" y="68"/>
                </a:lnTo>
                <a:lnTo>
                  <a:pt x="264" y="66"/>
                </a:lnTo>
                <a:lnTo>
                  <a:pt x="265" y="65"/>
                </a:lnTo>
                <a:lnTo>
                  <a:pt x="267" y="63"/>
                </a:lnTo>
                <a:lnTo>
                  <a:pt x="269" y="61"/>
                </a:lnTo>
                <a:lnTo>
                  <a:pt x="271" y="60"/>
                </a:lnTo>
                <a:lnTo>
                  <a:pt x="273" y="59"/>
                </a:lnTo>
                <a:lnTo>
                  <a:pt x="276" y="56"/>
                </a:lnTo>
                <a:lnTo>
                  <a:pt x="278" y="56"/>
                </a:lnTo>
                <a:lnTo>
                  <a:pt x="279" y="55"/>
                </a:lnTo>
                <a:lnTo>
                  <a:pt x="283" y="53"/>
                </a:lnTo>
                <a:lnTo>
                  <a:pt x="287" y="51"/>
                </a:lnTo>
                <a:lnTo>
                  <a:pt x="289" y="50"/>
                </a:lnTo>
                <a:lnTo>
                  <a:pt x="296" y="48"/>
                </a:lnTo>
                <a:lnTo>
                  <a:pt x="305" y="45"/>
                </a:lnTo>
                <a:lnTo>
                  <a:pt x="315" y="42"/>
                </a:lnTo>
                <a:lnTo>
                  <a:pt x="326" y="39"/>
                </a:lnTo>
                <a:lnTo>
                  <a:pt x="337" y="36"/>
                </a:lnTo>
                <a:lnTo>
                  <a:pt x="349" y="32"/>
                </a:lnTo>
                <a:lnTo>
                  <a:pt x="362" y="29"/>
                </a:lnTo>
                <a:lnTo>
                  <a:pt x="375" y="25"/>
                </a:lnTo>
                <a:lnTo>
                  <a:pt x="387" y="22"/>
                </a:lnTo>
                <a:lnTo>
                  <a:pt x="400" y="18"/>
                </a:lnTo>
                <a:lnTo>
                  <a:pt x="412" y="15"/>
                </a:lnTo>
                <a:lnTo>
                  <a:pt x="423" y="12"/>
                </a:lnTo>
                <a:lnTo>
                  <a:pt x="434" y="9"/>
                </a:lnTo>
                <a:lnTo>
                  <a:pt x="444" y="6"/>
                </a:lnTo>
                <a:lnTo>
                  <a:pt x="453" y="4"/>
                </a:lnTo>
                <a:lnTo>
                  <a:pt x="460" y="3"/>
                </a:lnTo>
              </a:path>
            </a:pathLst>
          </a:custGeom>
          <a:solidFill>
            <a:srgbClr val="009688"/>
          </a:solidFill>
          <a:ln w="254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02" name="Freeform 25">
            <a:extLst>
              <a:ext uri="{FF2B5EF4-FFF2-40B4-BE49-F238E27FC236}">
                <a16:creationId xmlns:a16="http://schemas.microsoft.com/office/drawing/2014/main" id="{0E872769-DB4D-0CE8-836A-13E0DD79E170}"/>
              </a:ext>
            </a:extLst>
          </p:cNvPr>
          <p:cNvSpPr>
            <a:spLocks/>
          </p:cNvSpPr>
          <p:nvPr/>
        </p:nvSpPr>
        <p:spPr bwMode="auto">
          <a:xfrm>
            <a:off x="5846763" y="2878138"/>
            <a:ext cx="420687" cy="604837"/>
          </a:xfrm>
          <a:custGeom>
            <a:avLst/>
            <a:gdLst>
              <a:gd name="T0" fmla="*/ 264 w 265"/>
              <a:gd name="T1" fmla="*/ 0 h 381"/>
              <a:gd name="T2" fmla="*/ 5 w 265"/>
              <a:gd name="T3" fmla="*/ 348 h 381"/>
              <a:gd name="T4" fmla="*/ 4 w 265"/>
              <a:gd name="T5" fmla="*/ 349 h 381"/>
              <a:gd name="T6" fmla="*/ 3 w 265"/>
              <a:gd name="T7" fmla="*/ 351 h 381"/>
              <a:gd name="T8" fmla="*/ 2 w 265"/>
              <a:gd name="T9" fmla="*/ 353 h 381"/>
              <a:gd name="T10" fmla="*/ 1 w 265"/>
              <a:gd name="T11" fmla="*/ 355 h 381"/>
              <a:gd name="T12" fmla="*/ 0 w 265"/>
              <a:gd name="T13" fmla="*/ 357 h 381"/>
              <a:gd name="T14" fmla="*/ 0 w 265"/>
              <a:gd name="T15" fmla="*/ 359 h 381"/>
              <a:gd name="T16" fmla="*/ 0 w 265"/>
              <a:gd name="T17" fmla="*/ 361 h 381"/>
              <a:gd name="T18" fmla="*/ 0 w 265"/>
              <a:gd name="T19" fmla="*/ 364 h 381"/>
              <a:gd name="T20" fmla="*/ 0 w 265"/>
              <a:gd name="T21" fmla="*/ 366 h 381"/>
              <a:gd name="T22" fmla="*/ 1 w 265"/>
              <a:gd name="T23" fmla="*/ 368 h 381"/>
              <a:gd name="T24" fmla="*/ 1 w 265"/>
              <a:gd name="T25" fmla="*/ 370 h 381"/>
              <a:gd name="T26" fmla="*/ 2 w 265"/>
              <a:gd name="T27" fmla="*/ 372 h 381"/>
              <a:gd name="T28" fmla="*/ 4 w 265"/>
              <a:gd name="T29" fmla="*/ 374 h 381"/>
              <a:gd name="T30" fmla="*/ 5 w 265"/>
              <a:gd name="T31" fmla="*/ 376 h 381"/>
              <a:gd name="T32" fmla="*/ 7 w 265"/>
              <a:gd name="T33" fmla="*/ 378 h 381"/>
              <a:gd name="T34" fmla="*/ 9 w 265"/>
              <a:gd name="T35" fmla="*/ 380 h 3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65"/>
              <a:gd name="T55" fmla="*/ 0 h 381"/>
              <a:gd name="T56" fmla="*/ 265 w 265"/>
              <a:gd name="T57" fmla="*/ 381 h 38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65" h="381">
                <a:moveTo>
                  <a:pt x="264" y="0"/>
                </a:moveTo>
                <a:lnTo>
                  <a:pt x="5" y="348"/>
                </a:lnTo>
                <a:lnTo>
                  <a:pt x="4" y="349"/>
                </a:lnTo>
                <a:lnTo>
                  <a:pt x="3" y="351"/>
                </a:lnTo>
                <a:lnTo>
                  <a:pt x="2" y="353"/>
                </a:lnTo>
                <a:lnTo>
                  <a:pt x="1" y="355"/>
                </a:lnTo>
                <a:lnTo>
                  <a:pt x="0" y="357"/>
                </a:lnTo>
                <a:lnTo>
                  <a:pt x="0" y="359"/>
                </a:lnTo>
                <a:lnTo>
                  <a:pt x="0" y="361"/>
                </a:lnTo>
                <a:lnTo>
                  <a:pt x="0" y="364"/>
                </a:lnTo>
                <a:lnTo>
                  <a:pt x="0" y="366"/>
                </a:lnTo>
                <a:lnTo>
                  <a:pt x="1" y="368"/>
                </a:lnTo>
                <a:lnTo>
                  <a:pt x="1" y="370"/>
                </a:lnTo>
                <a:lnTo>
                  <a:pt x="2" y="372"/>
                </a:lnTo>
                <a:lnTo>
                  <a:pt x="4" y="374"/>
                </a:lnTo>
                <a:lnTo>
                  <a:pt x="5" y="376"/>
                </a:lnTo>
                <a:lnTo>
                  <a:pt x="7" y="378"/>
                </a:lnTo>
                <a:lnTo>
                  <a:pt x="9" y="380"/>
                </a:lnTo>
              </a:path>
            </a:pathLst>
          </a:custGeom>
          <a:noFill/>
          <a:ln w="25400" cap="rnd">
            <a:solidFill>
              <a:srgbClr val="CECECE"/>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03" name="Freeform 26">
            <a:extLst>
              <a:ext uri="{FF2B5EF4-FFF2-40B4-BE49-F238E27FC236}">
                <a16:creationId xmlns:a16="http://schemas.microsoft.com/office/drawing/2014/main" id="{FDEFC428-6D92-F439-4FDA-3D05D5B1A4C7}"/>
              </a:ext>
            </a:extLst>
          </p:cNvPr>
          <p:cNvSpPr>
            <a:spLocks/>
          </p:cNvSpPr>
          <p:nvPr/>
        </p:nvSpPr>
        <p:spPr bwMode="auto">
          <a:xfrm>
            <a:off x="5815013" y="3430588"/>
            <a:ext cx="41275" cy="33337"/>
          </a:xfrm>
          <a:custGeom>
            <a:avLst/>
            <a:gdLst>
              <a:gd name="T0" fmla="*/ 0 w 26"/>
              <a:gd name="T1" fmla="*/ 20 h 21"/>
              <a:gd name="T2" fmla="*/ 0 w 26"/>
              <a:gd name="T3" fmla="*/ 19 h 21"/>
              <a:gd name="T4" fmla="*/ 1 w 26"/>
              <a:gd name="T5" fmla="*/ 18 h 21"/>
              <a:gd name="T6" fmla="*/ 3 w 26"/>
              <a:gd name="T7" fmla="*/ 17 h 21"/>
              <a:gd name="T8" fmla="*/ 4 w 26"/>
              <a:gd name="T9" fmla="*/ 16 h 21"/>
              <a:gd name="T10" fmla="*/ 5 w 26"/>
              <a:gd name="T11" fmla="*/ 15 h 21"/>
              <a:gd name="T12" fmla="*/ 7 w 26"/>
              <a:gd name="T13" fmla="*/ 14 h 21"/>
              <a:gd name="T14" fmla="*/ 9 w 26"/>
              <a:gd name="T15" fmla="*/ 12 h 21"/>
              <a:gd name="T16" fmla="*/ 11 w 26"/>
              <a:gd name="T17" fmla="*/ 11 h 21"/>
              <a:gd name="T18" fmla="*/ 13 w 26"/>
              <a:gd name="T19" fmla="*/ 10 h 21"/>
              <a:gd name="T20" fmla="*/ 15 w 26"/>
              <a:gd name="T21" fmla="*/ 8 h 21"/>
              <a:gd name="T22" fmla="*/ 17 w 26"/>
              <a:gd name="T23" fmla="*/ 7 h 21"/>
              <a:gd name="T24" fmla="*/ 19 w 26"/>
              <a:gd name="T25" fmla="*/ 5 h 21"/>
              <a:gd name="T26" fmla="*/ 20 w 26"/>
              <a:gd name="T27" fmla="*/ 4 h 21"/>
              <a:gd name="T28" fmla="*/ 22 w 26"/>
              <a:gd name="T29" fmla="*/ 3 h 21"/>
              <a:gd name="T30" fmla="*/ 24 w 26"/>
              <a:gd name="T31" fmla="*/ 1 h 21"/>
              <a:gd name="T32" fmla="*/ 25 w 26"/>
              <a:gd name="T33" fmla="*/ 0 h 2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
              <a:gd name="T52" fmla="*/ 0 h 21"/>
              <a:gd name="T53" fmla="*/ 26 w 26"/>
              <a:gd name="T54" fmla="*/ 21 h 2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 h="21">
                <a:moveTo>
                  <a:pt x="0" y="20"/>
                </a:moveTo>
                <a:lnTo>
                  <a:pt x="0" y="19"/>
                </a:lnTo>
                <a:lnTo>
                  <a:pt x="1" y="18"/>
                </a:lnTo>
                <a:lnTo>
                  <a:pt x="3" y="17"/>
                </a:lnTo>
                <a:lnTo>
                  <a:pt x="4" y="16"/>
                </a:lnTo>
                <a:lnTo>
                  <a:pt x="5" y="15"/>
                </a:lnTo>
                <a:lnTo>
                  <a:pt x="7" y="14"/>
                </a:lnTo>
                <a:lnTo>
                  <a:pt x="9" y="12"/>
                </a:lnTo>
                <a:lnTo>
                  <a:pt x="11" y="11"/>
                </a:lnTo>
                <a:lnTo>
                  <a:pt x="13" y="10"/>
                </a:lnTo>
                <a:lnTo>
                  <a:pt x="15" y="8"/>
                </a:lnTo>
                <a:lnTo>
                  <a:pt x="17" y="7"/>
                </a:lnTo>
                <a:lnTo>
                  <a:pt x="19" y="5"/>
                </a:lnTo>
                <a:lnTo>
                  <a:pt x="20" y="4"/>
                </a:lnTo>
                <a:lnTo>
                  <a:pt x="22" y="3"/>
                </a:lnTo>
                <a:lnTo>
                  <a:pt x="24" y="1"/>
                </a:lnTo>
                <a:lnTo>
                  <a:pt x="25" y="0"/>
                </a:lnTo>
              </a:path>
            </a:pathLst>
          </a:custGeom>
          <a:noFill/>
          <a:ln w="25400" cap="rnd">
            <a:solidFill>
              <a:srgbClr val="CECECE"/>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04" name="Freeform 27">
            <a:extLst>
              <a:ext uri="{FF2B5EF4-FFF2-40B4-BE49-F238E27FC236}">
                <a16:creationId xmlns:a16="http://schemas.microsoft.com/office/drawing/2014/main" id="{E0071DF5-9EF6-7263-F933-A20FF65DE1A7}"/>
              </a:ext>
            </a:extLst>
          </p:cNvPr>
          <p:cNvSpPr>
            <a:spLocks/>
          </p:cNvSpPr>
          <p:nvPr/>
        </p:nvSpPr>
        <p:spPr bwMode="auto">
          <a:xfrm>
            <a:off x="6045200" y="2941638"/>
            <a:ext cx="96838" cy="109537"/>
          </a:xfrm>
          <a:custGeom>
            <a:avLst/>
            <a:gdLst>
              <a:gd name="T0" fmla="*/ 44 w 61"/>
              <a:gd name="T1" fmla="*/ 32 h 69"/>
              <a:gd name="T2" fmla="*/ 42 w 61"/>
              <a:gd name="T3" fmla="*/ 35 h 69"/>
              <a:gd name="T4" fmla="*/ 40 w 61"/>
              <a:gd name="T5" fmla="*/ 39 h 69"/>
              <a:gd name="T6" fmla="*/ 37 w 61"/>
              <a:gd name="T7" fmla="*/ 42 h 69"/>
              <a:gd name="T8" fmla="*/ 35 w 61"/>
              <a:gd name="T9" fmla="*/ 46 h 69"/>
              <a:gd name="T10" fmla="*/ 32 w 61"/>
              <a:gd name="T11" fmla="*/ 49 h 69"/>
              <a:gd name="T12" fmla="*/ 29 w 61"/>
              <a:gd name="T13" fmla="*/ 52 h 69"/>
              <a:gd name="T14" fmla="*/ 27 w 61"/>
              <a:gd name="T15" fmla="*/ 55 h 69"/>
              <a:gd name="T16" fmla="*/ 24 w 61"/>
              <a:gd name="T17" fmla="*/ 57 h 69"/>
              <a:gd name="T18" fmla="*/ 21 w 61"/>
              <a:gd name="T19" fmla="*/ 59 h 69"/>
              <a:gd name="T20" fmla="*/ 19 w 61"/>
              <a:gd name="T21" fmla="*/ 61 h 69"/>
              <a:gd name="T22" fmla="*/ 16 w 61"/>
              <a:gd name="T23" fmla="*/ 63 h 69"/>
              <a:gd name="T24" fmla="*/ 13 w 61"/>
              <a:gd name="T25" fmla="*/ 65 h 69"/>
              <a:gd name="T26" fmla="*/ 11 w 61"/>
              <a:gd name="T27" fmla="*/ 66 h 69"/>
              <a:gd name="T28" fmla="*/ 8 w 61"/>
              <a:gd name="T29" fmla="*/ 67 h 69"/>
              <a:gd name="T30" fmla="*/ 6 w 61"/>
              <a:gd name="T31" fmla="*/ 67 h 69"/>
              <a:gd name="T32" fmla="*/ 4 w 61"/>
              <a:gd name="T33" fmla="*/ 68 h 69"/>
              <a:gd name="T34" fmla="*/ 3 w 61"/>
              <a:gd name="T35" fmla="*/ 68 h 69"/>
              <a:gd name="T36" fmla="*/ 2 w 61"/>
              <a:gd name="T37" fmla="*/ 68 h 69"/>
              <a:gd name="T38" fmla="*/ 1 w 61"/>
              <a:gd name="T39" fmla="*/ 68 h 69"/>
              <a:gd name="T40" fmla="*/ 0 w 61"/>
              <a:gd name="T41" fmla="*/ 67 h 69"/>
              <a:gd name="T42" fmla="*/ 0 w 61"/>
              <a:gd name="T43" fmla="*/ 66 h 69"/>
              <a:gd name="T44" fmla="*/ 1 w 61"/>
              <a:gd name="T45" fmla="*/ 64 h 69"/>
              <a:gd name="T46" fmla="*/ 1 w 61"/>
              <a:gd name="T47" fmla="*/ 63 h 69"/>
              <a:gd name="T48" fmla="*/ 2 w 61"/>
              <a:gd name="T49" fmla="*/ 61 h 69"/>
              <a:gd name="T50" fmla="*/ 3 w 61"/>
              <a:gd name="T51" fmla="*/ 58 h 69"/>
              <a:gd name="T52" fmla="*/ 4 w 61"/>
              <a:gd name="T53" fmla="*/ 56 h 69"/>
              <a:gd name="T54" fmla="*/ 6 w 61"/>
              <a:gd name="T55" fmla="*/ 53 h 69"/>
              <a:gd name="T56" fmla="*/ 8 w 61"/>
              <a:gd name="T57" fmla="*/ 50 h 69"/>
              <a:gd name="T58" fmla="*/ 10 w 61"/>
              <a:gd name="T59" fmla="*/ 47 h 69"/>
              <a:gd name="T60" fmla="*/ 12 w 61"/>
              <a:gd name="T61" fmla="*/ 43 h 69"/>
              <a:gd name="T62" fmla="*/ 15 w 61"/>
              <a:gd name="T63" fmla="*/ 40 h 69"/>
              <a:gd name="T64" fmla="*/ 18 w 61"/>
              <a:gd name="T65" fmla="*/ 36 h 69"/>
              <a:gd name="T66" fmla="*/ 20 w 61"/>
              <a:gd name="T67" fmla="*/ 32 h 69"/>
              <a:gd name="T68" fmla="*/ 23 w 61"/>
              <a:gd name="T69" fmla="*/ 29 h 69"/>
              <a:gd name="T70" fmla="*/ 26 w 61"/>
              <a:gd name="T71" fmla="*/ 25 h 69"/>
              <a:gd name="T72" fmla="*/ 32 w 61"/>
              <a:gd name="T73" fmla="*/ 19 h 69"/>
              <a:gd name="T74" fmla="*/ 35 w 61"/>
              <a:gd name="T75" fmla="*/ 16 h 69"/>
              <a:gd name="T76" fmla="*/ 38 w 61"/>
              <a:gd name="T77" fmla="*/ 14 h 69"/>
              <a:gd name="T78" fmla="*/ 40 w 61"/>
              <a:gd name="T79" fmla="*/ 11 h 69"/>
              <a:gd name="T80" fmla="*/ 43 w 61"/>
              <a:gd name="T81" fmla="*/ 9 h 69"/>
              <a:gd name="T82" fmla="*/ 45 w 61"/>
              <a:gd name="T83" fmla="*/ 7 h 69"/>
              <a:gd name="T84" fmla="*/ 48 w 61"/>
              <a:gd name="T85" fmla="*/ 5 h 69"/>
              <a:gd name="T86" fmla="*/ 50 w 61"/>
              <a:gd name="T87" fmla="*/ 3 h 69"/>
              <a:gd name="T88" fmla="*/ 52 w 61"/>
              <a:gd name="T89" fmla="*/ 2 h 69"/>
              <a:gd name="T90" fmla="*/ 53 w 61"/>
              <a:gd name="T91" fmla="*/ 0 h 69"/>
              <a:gd name="T92" fmla="*/ 55 w 61"/>
              <a:gd name="T93" fmla="*/ 0 h 69"/>
              <a:gd name="T94" fmla="*/ 57 w 61"/>
              <a:gd name="T95" fmla="*/ 0 h 69"/>
              <a:gd name="T96" fmla="*/ 58 w 61"/>
              <a:gd name="T97" fmla="*/ 0 h 69"/>
              <a:gd name="T98" fmla="*/ 59 w 61"/>
              <a:gd name="T99" fmla="*/ 1 h 69"/>
              <a:gd name="T100" fmla="*/ 60 w 61"/>
              <a:gd name="T101" fmla="*/ 2 h 69"/>
              <a:gd name="T102" fmla="*/ 60 w 61"/>
              <a:gd name="T103" fmla="*/ 3 h 69"/>
              <a:gd name="T104" fmla="*/ 60 w 61"/>
              <a:gd name="T105" fmla="*/ 5 h 69"/>
              <a:gd name="T106" fmla="*/ 60 w 61"/>
              <a:gd name="T107" fmla="*/ 6 h 69"/>
              <a:gd name="T108" fmla="*/ 59 w 61"/>
              <a:gd name="T109" fmla="*/ 8 h 69"/>
              <a:gd name="T110" fmla="*/ 58 w 61"/>
              <a:gd name="T111" fmla="*/ 10 h 69"/>
              <a:gd name="T112" fmla="*/ 57 w 61"/>
              <a:gd name="T113" fmla="*/ 13 h 69"/>
              <a:gd name="T114" fmla="*/ 55 w 61"/>
              <a:gd name="T115" fmla="*/ 15 h 69"/>
              <a:gd name="T116" fmla="*/ 53 w 61"/>
              <a:gd name="T117" fmla="*/ 18 h 69"/>
              <a:gd name="T118" fmla="*/ 51 w 61"/>
              <a:gd name="T119" fmla="*/ 21 h 69"/>
              <a:gd name="T120" fmla="*/ 49 w 61"/>
              <a:gd name="T121" fmla="*/ 25 h 69"/>
              <a:gd name="T122" fmla="*/ 47 w 61"/>
              <a:gd name="T123" fmla="*/ 28 h 69"/>
              <a:gd name="T124" fmla="*/ 44 w 61"/>
              <a:gd name="T125" fmla="*/ 32 h 6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61"/>
              <a:gd name="T190" fmla="*/ 0 h 69"/>
              <a:gd name="T191" fmla="*/ 61 w 61"/>
              <a:gd name="T192" fmla="*/ 69 h 69"/>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61" h="69">
                <a:moveTo>
                  <a:pt x="44" y="32"/>
                </a:moveTo>
                <a:lnTo>
                  <a:pt x="42" y="35"/>
                </a:lnTo>
                <a:lnTo>
                  <a:pt x="40" y="39"/>
                </a:lnTo>
                <a:lnTo>
                  <a:pt x="37" y="42"/>
                </a:lnTo>
                <a:lnTo>
                  <a:pt x="35" y="46"/>
                </a:lnTo>
                <a:lnTo>
                  <a:pt x="32" y="49"/>
                </a:lnTo>
                <a:lnTo>
                  <a:pt x="29" y="52"/>
                </a:lnTo>
                <a:lnTo>
                  <a:pt x="27" y="55"/>
                </a:lnTo>
                <a:lnTo>
                  <a:pt x="24" y="57"/>
                </a:lnTo>
                <a:lnTo>
                  <a:pt x="21" y="59"/>
                </a:lnTo>
                <a:lnTo>
                  <a:pt x="19" y="61"/>
                </a:lnTo>
                <a:lnTo>
                  <a:pt x="16" y="63"/>
                </a:lnTo>
                <a:lnTo>
                  <a:pt x="13" y="65"/>
                </a:lnTo>
                <a:lnTo>
                  <a:pt x="11" y="66"/>
                </a:lnTo>
                <a:lnTo>
                  <a:pt x="8" y="67"/>
                </a:lnTo>
                <a:lnTo>
                  <a:pt x="6" y="67"/>
                </a:lnTo>
                <a:lnTo>
                  <a:pt x="4" y="68"/>
                </a:lnTo>
                <a:lnTo>
                  <a:pt x="3" y="68"/>
                </a:lnTo>
                <a:lnTo>
                  <a:pt x="2" y="68"/>
                </a:lnTo>
                <a:lnTo>
                  <a:pt x="1" y="68"/>
                </a:lnTo>
                <a:lnTo>
                  <a:pt x="0" y="67"/>
                </a:lnTo>
                <a:lnTo>
                  <a:pt x="0" y="66"/>
                </a:lnTo>
                <a:lnTo>
                  <a:pt x="1" y="64"/>
                </a:lnTo>
                <a:lnTo>
                  <a:pt x="1" y="63"/>
                </a:lnTo>
                <a:lnTo>
                  <a:pt x="2" y="61"/>
                </a:lnTo>
                <a:lnTo>
                  <a:pt x="3" y="58"/>
                </a:lnTo>
                <a:lnTo>
                  <a:pt x="4" y="56"/>
                </a:lnTo>
                <a:lnTo>
                  <a:pt x="6" y="53"/>
                </a:lnTo>
                <a:lnTo>
                  <a:pt x="8" y="50"/>
                </a:lnTo>
                <a:lnTo>
                  <a:pt x="10" y="47"/>
                </a:lnTo>
                <a:lnTo>
                  <a:pt x="12" y="43"/>
                </a:lnTo>
                <a:lnTo>
                  <a:pt x="15" y="40"/>
                </a:lnTo>
                <a:lnTo>
                  <a:pt x="18" y="36"/>
                </a:lnTo>
                <a:lnTo>
                  <a:pt x="20" y="32"/>
                </a:lnTo>
                <a:lnTo>
                  <a:pt x="23" y="29"/>
                </a:lnTo>
                <a:lnTo>
                  <a:pt x="26" y="25"/>
                </a:lnTo>
                <a:lnTo>
                  <a:pt x="32" y="19"/>
                </a:lnTo>
                <a:lnTo>
                  <a:pt x="35" y="16"/>
                </a:lnTo>
                <a:lnTo>
                  <a:pt x="38" y="14"/>
                </a:lnTo>
                <a:lnTo>
                  <a:pt x="40" y="11"/>
                </a:lnTo>
                <a:lnTo>
                  <a:pt x="43" y="9"/>
                </a:lnTo>
                <a:lnTo>
                  <a:pt x="45" y="7"/>
                </a:lnTo>
                <a:lnTo>
                  <a:pt x="48" y="5"/>
                </a:lnTo>
                <a:lnTo>
                  <a:pt x="50" y="3"/>
                </a:lnTo>
                <a:lnTo>
                  <a:pt x="52" y="2"/>
                </a:lnTo>
                <a:lnTo>
                  <a:pt x="53" y="0"/>
                </a:lnTo>
                <a:lnTo>
                  <a:pt x="55" y="0"/>
                </a:lnTo>
                <a:lnTo>
                  <a:pt x="57" y="0"/>
                </a:lnTo>
                <a:lnTo>
                  <a:pt x="58" y="0"/>
                </a:lnTo>
                <a:lnTo>
                  <a:pt x="59" y="1"/>
                </a:lnTo>
                <a:lnTo>
                  <a:pt x="60" y="2"/>
                </a:lnTo>
                <a:lnTo>
                  <a:pt x="60" y="3"/>
                </a:lnTo>
                <a:lnTo>
                  <a:pt x="60" y="5"/>
                </a:lnTo>
                <a:lnTo>
                  <a:pt x="60" y="6"/>
                </a:lnTo>
                <a:lnTo>
                  <a:pt x="59" y="8"/>
                </a:lnTo>
                <a:lnTo>
                  <a:pt x="58" y="10"/>
                </a:lnTo>
                <a:lnTo>
                  <a:pt x="57" y="13"/>
                </a:lnTo>
                <a:lnTo>
                  <a:pt x="55" y="15"/>
                </a:lnTo>
                <a:lnTo>
                  <a:pt x="53" y="18"/>
                </a:lnTo>
                <a:lnTo>
                  <a:pt x="51" y="21"/>
                </a:lnTo>
                <a:lnTo>
                  <a:pt x="49" y="25"/>
                </a:lnTo>
                <a:lnTo>
                  <a:pt x="47" y="28"/>
                </a:lnTo>
                <a:lnTo>
                  <a:pt x="44" y="32"/>
                </a:lnTo>
              </a:path>
            </a:pathLst>
          </a:custGeom>
          <a:solidFill>
            <a:srgbClr val="CECECE"/>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05" name="Freeform 28">
            <a:extLst>
              <a:ext uri="{FF2B5EF4-FFF2-40B4-BE49-F238E27FC236}">
                <a16:creationId xmlns:a16="http://schemas.microsoft.com/office/drawing/2014/main" id="{352E0F0C-9AF3-85C5-7143-DB9F47854666}"/>
              </a:ext>
            </a:extLst>
          </p:cNvPr>
          <p:cNvSpPr>
            <a:spLocks/>
          </p:cNvSpPr>
          <p:nvPr/>
        </p:nvSpPr>
        <p:spPr bwMode="auto">
          <a:xfrm>
            <a:off x="5661025" y="3309938"/>
            <a:ext cx="96838" cy="109537"/>
          </a:xfrm>
          <a:custGeom>
            <a:avLst/>
            <a:gdLst>
              <a:gd name="T0" fmla="*/ 15 w 61"/>
              <a:gd name="T1" fmla="*/ 36 h 69"/>
              <a:gd name="T2" fmla="*/ 21 w 61"/>
              <a:gd name="T3" fmla="*/ 29 h 69"/>
              <a:gd name="T4" fmla="*/ 27 w 61"/>
              <a:gd name="T5" fmla="*/ 22 h 69"/>
              <a:gd name="T6" fmla="*/ 33 w 61"/>
              <a:gd name="T7" fmla="*/ 16 h 69"/>
              <a:gd name="T8" fmla="*/ 42 w 61"/>
              <a:gd name="T9" fmla="*/ 9 h 69"/>
              <a:gd name="T10" fmla="*/ 47 w 61"/>
              <a:gd name="T11" fmla="*/ 5 h 69"/>
              <a:gd name="T12" fmla="*/ 52 w 61"/>
              <a:gd name="T13" fmla="*/ 2 h 69"/>
              <a:gd name="T14" fmla="*/ 57 w 61"/>
              <a:gd name="T15" fmla="*/ 0 h 69"/>
              <a:gd name="T16" fmla="*/ 59 w 61"/>
              <a:gd name="T17" fmla="*/ 0 h 69"/>
              <a:gd name="T18" fmla="*/ 60 w 61"/>
              <a:gd name="T19" fmla="*/ 2 h 69"/>
              <a:gd name="T20" fmla="*/ 60 w 61"/>
              <a:gd name="T21" fmla="*/ 5 h 69"/>
              <a:gd name="T22" fmla="*/ 59 w 61"/>
              <a:gd name="T23" fmla="*/ 8 h 69"/>
              <a:gd name="T24" fmla="*/ 57 w 61"/>
              <a:gd name="T25" fmla="*/ 13 h 69"/>
              <a:gd name="T26" fmla="*/ 54 w 61"/>
              <a:gd name="T27" fmla="*/ 18 h 69"/>
              <a:gd name="T28" fmla="*/ 50 w 61"/>
              <a:gd name="T29" fmla="*/ 24 h 69"/>
              <a:gd name="T30" fmla="*/ 45 w 61"/>
              <a:gd name="T31" fmla="*/ 31 h 69"/>
              <a:gd name="T32" fmla="*/ 40 w 61"/>
              <a:gd name="T33" fmla="*/ 39 h 69"/>
              <a:gd name="T34" fmla="*/ 34 w 61"/>
              <a:gd name="T35" fmla="*/ 46 h 69"/>
              <a:gd name="T36" fmla="*/ 28 w 61"/>
              <a:gd name="T37" fmla="*/ 52 h 69"/>
              <a:gd name="T38" fmla="*/ 23 w 61"/>
              <a:gd name="T39" fmla="*/ 57 h 69"/>
              <a:gd name="T40" fmla="*/ 17 w 61"/>
              <a:gd name="T41" fmla="*/ 61 h 69"/>
              <a:gd name="T42" fmla="*/ 13 w 61"/>
              <a:gd name="T43" fmla="*/ 65 h 69"/>
              <a:gd name="T44" fmla="*/ 9 w 61"/>
              <a:gd name="T45" fmla="*/ 67 h 69"/>
              <a:gd name="T46" fmla="*/ 5 w 61"/>
              <a:gd name="T47" fmla="*/ 68 h 69"/>
              <a:gd name="T48" fmla="*/ 2 w 61"/>
              <a:gd name="T49" fmla="*/ 68 h 69"/>
              <a:gd name="T50" fmla="*/ 0 w 61"/>
              <a:gd name="T51" fmla="*/ 67 h 69"/>
              <a:gd name="T52" fmla="*/ 0 w 61"/>
              <a:gd name="T53" fmla="*/ 65 h 69"/>
              <a:gd name="T54" fmla="*/ 1 w 61"/>
              <a:gd name="T55" fmla="*/ 61 h 69"/>
              <a:gd name="T56" fmla="*/ 3 w 61"/>
              <a:gd name="T57" fmla="*/ 57 h 69"/>
              <a:gd name="T58" fmla="*/ 5 w 61"/>
              <a:gd name="T59" fmla="*/ 51 h 69"/>
              <a:gd name="T60" fmla="*/ 9 w 61"/>
              <a:gd name="T61" fmla="*/ 46 h 69"/>
              <a:gd name="T62" fmla="*/ 13 w 61"/>
              <a:gd name="T63" fmla="*/ 40 h 6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1"/>
              <a:gd name="T97" fmla="*/ 0 h 69"/>
              <a:gd name="T98" fmla="*/ 61 w 61"/>
              <a:gd name="T99" fmla="*/ 69 h 6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1" h="69">
                <a:moveTo>
                  <a:pt x="13" y="40"/>
                </a:moveTo>
                <a:lnTo>
                  <a:pt x="15" y="36"/>
                </a:lnTo>
                <a:lnTo>
                  <a:pt x="18" y="32"/>
                </a:lnTo>
                <a:lnTo>
                  <a:pt x="21" y="29"/>
                </a:lnTo>
                <a:lnTo>
                  <a:pt x="24" y="26"/>
                </a:lnTo>
                <a:lnTo>
                  <a:pt x="27" y="22"/>
                </a:lnTo>
                <a:lnTo>
                  <a:pt x="30" y="19"/>
                </a:lnTo>
                <a:lnTo>
                  <a:pt x="33" y="16"/>
                </a:lnTo>
                <a:lnTo>
                  <a:pt x="36" y="14"/>
                </a:lnTo>
                <a:lnTo>
                  <a:pt x="42" y="9"/>
                </a:lnTo>
                <a:lnTo>
                  <a:pt x="44" y="7"/>
                </a:lnTo>
                <a:lnTo>
                  <a:pt x="47" y="5"/>
                </a:lnTo>
                <a:lnTo>
                  <a:pt x="50" y="3"/>
                </a:lnTo>
                <a:lnTo>
                  <a:pt x="52" y="2"/>
                </a:lnTo>
                <a:lnTo>
                  <a:pt x="54" y="1"/>
                </a:lnTo>
                <a:lnTo>
                  <a:pt x="57" y="0"/>
                </a:lnTo>
                <a:lnTo>
                  <a:pt x="58" y="0"/>
                </a:lnTo>
                <a:lnTo>
                  <a:pt x="59" y="0"/>
                </a:lnTo>
                <a:lnTo>
                  <a:pt x="59" y="1"/>
                </a:lnTo>
                <a:lnTo>
                  <a:pt x="60" y="2"/>
                </a:lnTo>
                <a:lnTo>
                  <a:pt x="60" y="3"/>
                </a:lnTo>
                <a:lnTo>
                  <a:pt x="60" y="5"/>
                </a:lnTo>
                <a:lnTo>
                  <a:pt x="60" y="6"/>
                </a:lnTo>
                <a:lnTo>
                  <a:pt x="59" y="8"/>
                </a:lnTo>
                <a:lnTo>
                  <a:pt x="58" y="10"/>
                </a:lnTo>
                <a:lnTo>
                  <a:pt x="57" y="13"/>
                </a:lnTo>
                <a:lnTo>
                  <a:pt x="56" y="15"/>
                </a:lnTo>
                <a:lnTo>
                  <a:pt x="54" y="18"/>
                </a:lnTo>
                <a:lnTo>
                  <a:pt x="53" y="21"/>
                </a:lnTo>
                <a:lnTo>
                  <a:pt x="50" y="24"/>
                </a:lnTo>
                <a:lnTo>
                  <a:pt x="48" y="28"/>
                </a:lnTo>
                <a:lnTo>
                  <a:pt x="45" y="31"/>
                </a:lnTo>
                <a:lnTo>
                  <a:pt x="43" y="35"/>
                </a:lnTo>
                <a:lnTo>
                  <a:pt x="40" y="39"/>
                </a:lnTo>
                <a:lnTo>
                  <a:pt x="37" y="42"/>
                </a:lnTo>
                <a:lnTo>
                  <a:pt x="34" y="46"/>
                </a:lnTo>
                <a:lnTo>
                  <a:pt x="31" y="49"/>
                </a:lnTo>
                <a:lnTo>
                  <a:pt x="28" y="52"/>
                </a:lnTo>
                <a:lnTo>
                  <a:pt x="25" y="55"/>
                </a:lnTo>
                <a:lnTo>
                  <a:pt x="23" y="57"/>
                </a:lnTo>
                <a:lnTo>
                  <a:pt x="20" y="59"/>
                </a:lnTo>
                <a:lnTo>
                  <a:pt x="17" y="61"/>
                </a:lnTo>
                <a:lnTo>
                  <a:pt x="15" y="63"/>
                </a:lnTo>
                <a:lnTo>
                  <a:pt x="13" y="65"/>
                </a:lnTo>
                <a:lnTo>
                  <a:pt x="11" y="66"/>
                </a:lnTo>
                <a:lnTo>
                  <a:pt x="9" y="67"/>
                </a:lnTo>
                <a:lnTo>
                  <a:pt x="7" y="67"/>
                </a:lnTo>
                <a:lnTo>
                  <a:pt x="5" y="68"/>
                </a:lnTo>
                <a:lnTo>
                  <a:pt x="4" y="68"/>
                </a:lnTo>
                <a:lnTo>
                  <a:pt x="2" y="68"/>
                </a:lnTo>
                <a:lnTo>
                  <a:pt x="1" y="68"/>
                </a:lnTo>
                <a:lnTo>
                  <a:pt x="0" y="67"/>
                </a:lnTo>
                <a:lnTo>
                  <a:pt x="0" y="66"/>
                </a:lnTo>
                <a:lnTo>
                  <a:pt x="0" y="65"/>
                </a:lnTo>
                <a:lnTo>
                  <a:pt x="0" y="63"/>
                </a:lnTo>
                <a:lnTo>
                  <a:pt x="1" y="61"/>
                </a:lnTo>
                <a:lnTo>
                  <a:pt x="2" y="59"/>
                </a:lnTo>
                <a:lnTo>
                  <a:pt x="3" y="57"/>
                </a:lnTo>
                <a:lnTo>
                  <a:pt x="4" y="54"/>
                </a:lnTo>
                <a:lnTo>
                  <a:pt x="5" y="51"/>
                </a:lnTo>
                <a:lnTo>
                  <a:pt x="7" y="49"/>
                </a:lnTo>
                <a:lnTo>
                  <a:pt x="9" y="46"/>
                </a:lnTo>
                <a:lnTo>
                  <a:pt x="11" y="43"/>
                </a:lnTo>
                <a:lnTo>
                  <a:pt x="13" y="40"/>
                </a:lnTo>
              </a:path>
            </a:pathLst>
          </a:custGeom>
          <a:solidFill>
            <a:srgbClr val="CECECE"/>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06" name="Freeform 29">
            <a:extLst>
              <a:ext uri="{FF2B5EF4-FFF2-40B4-BE49-F238E27FC236}">
                <a16:creationId xmlns:a16="http://schemas.microsoft.com/office/drawing/2014/main" id="{2B25173E-2AB7-A916-6470-A265FDDFDDAB}"/>
              </a:ext>
            </a:extLst>
          </p:cNvPr>
          <p:cNvSpPr>
            <a:spLocks/>
          </p:cNvSpPr>
          <p:nvPr/>
        </p:nvSpPr>
        <p:spPr bwMode="auto">
          <a:xfrm>
            <a:off x="5565775" y="3460750"/>
            <a:ext cx="800100" cy="479425"/>
          </a:xfrm>
          <a:custGeom>
            <a:avLst/>
            <a:gdLst>
              <a:gd name="T0" fmla="*/ 503 w 504"/>
              <a:gd name="T1" fmla="*/ 301 h 302"/>
              <a:gd name="T2" fmla="*/ 186 w 504"/>
              <a:gd name="T3" fmla="*/ 13 h 302"/>
              <a:gd name="T4" fmla="*/ 184 w 504"/>
              <a:gd name="T5" fmla="*/ 11 h 302"/>
              <a:gd name="T6" fmla="*/ 181 w 504"/>
              <a:gd name="T7" fmla="*/ 10 h 302"/>
              <a:gd name="T8" fmla="*/ 179 w 504"/>
              <a:gd name="T9" fmla="*/ 8 h 302"/>
              <a:gd name="T10" fmla="*/ 177 w 504"/>
              <a:gd name="T11" fmla="*/ 7 h 302"/>
              <a:gd name="T12" fmla="*/ 175 w 504"/>
              <a:gd name="T13" fmla="*/ 6 h 302"/>
              <a:gd name="T14" fmla="*/ 173 w 504"/>
              <a:gd name="T15" fmla="*/ 4 h 302"/>
              <a:gd name="T16" fmla="*/ 170 w 504"/>
              <a:gd name="T17" fmla="*/ 3 h 302"/>
              <a:gd name="T18" fmla="*/ 168 w 504"/>
              <a:gd name="T19" fmla="*/ 2 h 302"/>
              <a:gd name="T20" fmla="*/ 166 w 504"/>
              <a:gd name="T21" fmla="*/ 1 h 302"/>
              <a:gd name="T22" fmla="*/ 164 w 504"/>
              <a:gd name="T23" fmla="*/ 1 h 302"/>
              <a:gd name="T24" fmla="*/ 163 w 504"/>
              <a:gd name="T25" fmla="*/ 0 h 302"/>
              <a:gd name="T26" fmla="*/ 161 w 504"/>
              <a:gd name="T27" fmla="*/ 0 h 302"/>
              <a:gd name="T28" fmla="*/ 160 w 504"/>
              <a:gd name="T29" fmla="*/ 0 h 302"/>
              <a:gd name="T30" fmla="*/ 158 w 504"/>
              <a:gd name="T31" fmla="*/ 0 h 302"/>
              <a:gd name="T32" fmla="*/ 157 w 504"/>
              <a:gd name="T33" fmla="*/ 0 h 302"/>
              <a:gd name="T34" fmla="*/ 157 w 504"/>
              <a:gd name="T35" fmla="*/ 1 h 302"/>
              <a:gd name="T36" fmla="*/ 0 w 504"/>
              <a:gd name="T37" fmla="*/ 33 h 30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04"/>
              <a:gd name="T58" fmla="*/ 0 h 302"/>
              <a:gd name="T59" fmla="*/ 504 w 504"/>
              <a:gd name="T60" fmla="*/ 302 h 30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04" h="302">
                <a:moveTo>
                  <a:pt x="503" y="301"/>
                </a:moveTo>
                <a:lnTo>
                  <a:pt x="186" y="13"/>
                </a:lnTo>
                <a:lnTo>
                  <a:pt x="184" y="11"/>
                </a:lnTo>
                <a:lnTo>
                  <a:pt x="181" y="10"/>
                </a:lnTo>
                <a:lnTo>
                  <a:pt x="179" y="8"/>
                </a:lnTo>
                <a:lnTo>
                  <a:pt x="177" y="7"/>
                </a:lnTo>
                <a:lnTo>
                  <a:pt x="175" y="6"/>
                </a:lnTo>
                <a:lnTo>
                  <a:pt x="173" y="4"/>
                </a:lnTo>
                <a:lnTo>
                  <a:pt x="170" y="3"/>
                </a:lnTo>
                <a:lnTo>
                  <a:pt x="168" y="2"/>
                </a:lnTo>
                <a:lnTo>
                  <a:pt x="166" y="1"/>
                </a:lnTo>
                <a:lnTo>
                  <a:pt x="164" y="1"/>
                </a:lnTo>
                <a:lnTo>
                  <a:pt x="163" y="0"/>
                </a:lnTo>
                <a:lnTo>
                  <a:pt x="161" y="0"/>
                </a:lnTo>
                <a:lnTo>
                  <a:pt x="160" y="0"/>
                </a:lnTo>
                <a:lnTo>
                  <a:pt x="158" y="0"/>
                </a:lnTo>
                <a:lnTo>
                  <a:pt x="157" y="0"/>
                </a:lnTo>
                <a:lnTo>
                  <a:pt x="157" y="1"/>
                </a:lnTo>
                <a:lnTo>
                  <a:pt x="0" y="33"/>
                </a:lnTo>
              </a:path>
            </a:pathLst>
          </a:custGeom>
          <a:noFill/>
          <a:ln w="25400" cap="rnd">
            <a:solidFill>
              <a:srgbClr val="CECECE"/>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07" name="Freeform 30">
            <a:extLst>
              <a:ext uri="{FF2B5EF4-FFF2-40B4-BE49-F238E27FC236}">
                <a16:creationId xmlns:a16="http://schemas.microsoft.com/office/drawing/2014/main" id="{DB9781F4-43FB-4312-CF78-CC2E42132036}"/>
              </a:ext>
            </a:extLst>
          </p:cNvPr>
          <p:cNvSpPr>
            <a:spLocks/>
          </p:cNvSpPr>
          <p:nvPr/>
        </p:nvSpPr>
        <p:spPr bwMode="auto">
          <a:xfrm>
            <a:off x="6099175" y="3797300"/>
            <a:ext cx="109538" cy="92075"/>
          </a:xfrm>
          <a:custGeom>
            <a:avLst/>
            <a:gdLst>
              <a:gd name="T0" fmla="*/ 65 w 69"/>
              <a:gd name="T1" fmla="*/ 57 h 58"/>
              <a:gd name="T2" fmla="*/ 63 w 69"/>
              <a:gd name="T3" fmla="*/ 56 h 58"/>
              <a:gd name="T4" fmla="*/ 61 w 69"/>
              <a:gd name="T5" fmla="*/ 56 h 58"/>
              <a:gd name="T6" fmla="*/ 59 w 69"/>
              <a:gd name="T7" fmla="*/ 55 h 58"/>
              <a:gd name="T8" fmla="*/ 57 w 69"/>
              <a:gd name="T9" fmla="*/ 55 h 58"/>
              <a:gd name="T10" fmla="*/ 54 w 69"/>
              <a:gd name="T11" fmla="*/ 53 h 58"/>
              <a:gd name="T12" fmla="*/ 51 w 69"/>
              <a:gd name="T13" fmla="*/ 52 h 58"/>
              <a:gd name="T14" fmla="*/ 48 w 69"/>
              <a:gd name="T15" fmla="*/ 51 h 58"/>
              <a:gd name="T16" fmla="*/ 45 w 69"/>
              <a:gd name="T17" fmla="*/ 49 h 58"/>
              <a:gd name="T18" fmla="*/ 42 w 69"/>
              <a:gd name="T19" fmla="*/ 47 h 58"/>
              <a:gd name="T20" fmla="*/ 35 w 69"/>
              <a:gd name="T21" fmla="*/ 44 h 58"/>
              <a:gd name="T22" fmla="*/ 31 w 69"/>
              <a:gd name="T23" fmla="*/ 41 h 58"/>
              <a:gd name="T24" fmla="*/ 21 w 69"/>
              <a:gd name="T25" fmla="*/ 35 h 58"/>
              <a:gd name="T26" fmla="*/ 17 w 69"/>
              <a:gd name="T27" fmla="*/ 33 h 58"/>
              <a:gd name="T28" fmla="*/ 15 w 69"/>
              <a:gd name="T29" fmla="*/ 30 h 58"/>
              <a:gd name="T30" fmla="*/ 12 w 69"/>
              <a:gd name="T31" fmla="*/ 27 h 58"/>
              <a:gd name="T32" fmla="*/ 10 w 69"/>
              <a:gd name="T33" fmla="*/ 24 h 58"/>
              <a:gd name="T34" fmla="*/ 8 w 69"/>
              <a:gd name="T35" fmla="*/ 21 h 58"/>
              <a:gd name="T36" fmla="*/ 6 w 69"/>
              <a:gd name="T37" fmla="*/ 18 h 58"/>
              <a:gd name="T38" fmla="*/ 4 w 69"/>
              <a:gd name="T39" fmla="*/ 15 h 58"/>
              <a:gd name="T40" fmla="*/ 3 w 69"/>
              <a:gd name="T41" fmla="*/ 13 h 58"/>
              <a:gd name="T42" fmla="*/ 2 w 69"/>
              <a:gd name="T43" fmla="*/ 11 h 58"/>
              <a:gd name="T44" fmla="*/ 1 w 69"/>
              <a:gd name="T45" fmla="*/ 8 h 58"/>
              <a:gd name="T46" fmla="*/ 0 w 69"/>
              <a:gd name="T47" fmla="*/ 7 h 58"/>
              <a:gd name="T48" fmla="*/ 0 w 69"/>
              <a:gd name="T49" fmla="*/ 5 h 58"/>
              <a:gd name="T50" fmla="*/ 0 w 69"/>
              <a:gd name="T51" fmla="*/ 3 h 58"/>
              <a:gd name="T52" fmla="*/ 0 w 69"/>
              <a:gd name="T53" fmla="*/ 2 h 58"/>
              <a:gd name="T54" fmla="*/ 1 w 69"/>
              <a:gd name="T55" fmla="*/ 1 h 58"/>
              <a:gd name="T56" fmla="*/ 2 w 69"/>
              <a:gd name="T57" fmla="*/ 1 h 58"/>
              <a:gd name="T58" fmla="*/ 3 w 69"/>
              <a:gd name="T59" fmla="*/ 1 h 58"/>
              <a:gd name="T60" fmla="*/ 5 w 69"/>
              <a:gd name="T61" fmla="*/ 0 h 58"/>
              <a:gd name="T62" fmla="*/ 7 w 69"/>
              <a:gd name="T63" fmla="*/ 0 h 58"/>
              <a:gd name="T64" fmla="*/ 10 w 69"/>
              <a:gd name="T65" fmla="*/ 0 h 58"/>
              <a:gd name="T66" fmla="*/ 12 w 69"/>
              <a:gd name="T67" fmla="*/ 0 h 58"/>
              <a:gd name="T68" fmla="*/ 15 w 69"/>
              <a:gd name="T69" fmla="*/ 1 h 58"/>
              <a:gd name="T70" fmla="*/ 18 w 69"/>
              <a:gd name="T71" fmla="*/ 2 h 58"/>
              <a:gd name="T72" fmla="*/ 21 w 69"/>
              <a:gd name="T73" fmla="*/ 4 h 58"/>
              <a:gd name="T74" fmla="*/ 24 w 69"/>
              <a:gd name="T75" fmla="*/ 5 h 58"/>
              <a:gd name="T76" fmla="*/ 27 w 69"/>
              <a:gd name="T77" fmla="*/ 7 h 58"/>
              <a:gd name="T78" fmla="*/ 30 w 69"/>
              <a:gd name="T79" fmla="*/ 9 h 58"/>
              <a:gd name="T80" fmla="*/ 37 w 69"/>
              <a:gd name="T81" fmla="*/ 14 h 58"/>
              <a:gd name="T82" fmla="*/ 43 w 69"/>
              <a:gd name="T83" fmla="*/ 19 h 58"/>
              <a:gd name="T84" fmla="*/ 50 w 69"/>
              <a:gd name="T85" fmla="*/ 25 h 58"/>
              <a:gd name="T86" fmla="*/ 53 w 69"/>
              <a:gd name="T87" fmla="*/ 28 h 58"/>
              <a:gd name="T88" fmla="*/ 56 w 69"/>
              <a:gd name="T89" fmla="*/ 30 h 58"/>
              <a:gd name="T90" fmla="*/ 59 w 69"/>
              <a:gd name="T91" fmla="*/ 33 h 58"/>
              <a:gd name="T92" fmla="*/ 61 w 69"/>
              <a:gd name="T93" fmla="*/ 36 h 58"/>
              <a:gd name="T94" fmla="*/ 63 w 69"/>
              <a:gd name="T95" fmla="*/ 38 h 58"/>
              <a:gd name="T96" fmla="*/ 65 w 69"/>
              <a:gd name="T97" fmla="*/ 41 h 58"/>
              <a:gd name="T98" fmla="*/ 66 w 69"/>
              <a:gd name="T99" fmla="*/ 43 h 58"/>
              <a:gd name="T100" fmla="*/ 67 w 69"/>
              <a:gd name="T101" fmla="*/ 45 h 58"/>
              <a:gd name="T102" fmla="*/ 68 w 69"/>
              <a:gd name="T103" fmla="*/ 47 h 58"/>
              <a:gd name="T104" fmla="*/ 68 w 69"/>
              <a:gd name="T105" fmla="*/ 49 h 58"/>
              <a:gd name="T106" fmla="*/ 68 w 69"/>
              <a:gd name="T107" fmla="*/ 51 h 58"/>
              <a:gd name="T108" fmla="*/ 68 w 69"/>
              <a:gd name="T109" fmla="*/ 52 h 58"/>
              <a:gd name="T110" fmla="*/ 68 w 69"/>
              <a:gd name="T111" fmla="*/ 54 h 58"/>
              <a:gd name="T112" fmla="*/ 67 w 69"/>
              <a:gd name="T113" fmla="*/ 55 h 58"/>
              <a:gd name="T114" fmla="*/ 66 w 69"/>
              <a:gd name="T115" fmla="*/ 56 h 58"/>
              <a:gd name="T116" fmla="*/ 65 w 69"/>
              <a:gd name="T117" fmla="*/ 57 h 5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9"/>
              <a:gd name="T178" fmla="*/ 0 h 58"/>
              <a:gd name="T179" fmla="*/ 69 w 69"/>
              <a:gd name="T180" fmla="*/ 58 h 5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9" h="58">
                <a:moveTo>
                  <a:pt x="65" y="57"/>
                </a:moveTo>
                <a:lnTo>
                  <a:pt x="63" y="56"/>
                </a:lnTo>
                <a:lnTo>
                  <a:pt x="61" y="56"/>
                </a:lnTo>
                <a:lnTo>
                  <a:pt x="59" y="55"/>
                </a:lnTo>
                <a:lnTo>
                  <a:pt x="57" y="55"/>
                </a:lnTo>
                <a:lnTo>
                  <a:pt x="54" y="53"/>
                </a:lnTo>
                <a:lnTo>
                  <a:pt x="51" y="52"/>
                </a:lnTo>
                <a:lnTo>
                  <a:pt x="48" y="51"/>
                </a:lnTo>
                <a:lnTo>
                  <a:pt x="45" y="49"/>
                </a:lnTo>
                <a:lnTo>
                  <a:pt x="42" y="47"/>
                </a:lnTo>
                <a:lnTo>
                  <a:pt x="35" y="44"/>
                </a:lnTo>
                <a:lnTo>
                  <a:pt x="31" y="41"/>
                </a:lnTo>
                <a:lnTo>
                  <a:pt x="21" y="35"/>
                </a:lnTo>
                <a:lnTo>
                  <a:pt x="17" y="33"/>
                </a:lnTo>
                <a:lnTo>
                  <a:pt x="15" y="30"/>
                </a:lnTo>
                <a:lnTo>
                  <a:pt x="12" y="27"/>
                </a:lnTo>
                <a:lnTo>
                  <a:pt x="10" y="24"/>
                </a:lnTo>
                <a:lnTo>
                  <a:pt x="8" y="21"/>
                </a:lnTo>
                <a:lnTo>
                  <a:pt x="6" y="18"/>
                </a:lnTo>
                <a:lnTo>
                  <a:pt x="4" y="15"/>
                </a:lnTo>
                <a:lnTo>
                  <a:pt x="3" y="13"/>
                </a:lnTo>
                <a:lnTo>
                  <a:pt x="2" y="11"/>
                </a:lnTo>
                <a:lnTo>
                  <a:pt x="1" y="8"/>
                </a:lnTo>
                <a:lnTo>
                  <a:pt x="0" y="7"/>
                </a:lnTo>
                <a:lnTo>
                  <a:pt x="0" y="5"/>
                </a:lnTo>
                <a:lnTo>
                  <a:pt x="0" y="3"/>
                </a:lnTo>
                <a:lnTo>
                  <a:pt x="0" y="2"/>
                </a:lnTo>
                <a:lnTo>
                  <a:pt x="1" y="1"/>
                </a:lnTo>
                <a:lnTo>
                  <a:pt x="2" y="1"/>
                </a:lnTo>
                <a:lnTo>
                  <a:pt x="3" y="1"/>
                </a:lnTo>
                <a:lnTo>
                  <a:pt x="5" y="0"/>
                </a:lnTo>
                <a:lnTo>
                  <a:pt x="7" y="0"/>
                </a:lnTo>
                <a:lnTo>
                  <a:pt x="10" y="0"/>
                </a:lnTo>
                <a:lnTo>
                  <a:pt x="12" y="0"/>
                </a:lnTo>
                <a:lnTo>
                  <a:pt x="15" y="1"/>
                </a:lnTo>
                <a:lnTo>
                  <a:pt x="18" y="2"/>
                </a:lnTo>
                <a:lnTo>
                  <a:pt x="21" y="4"/>
                </a:lnTo>
                <a:lnTo>
                  <a:pt x="24" y="5"/>
                </a:lnTo>
                <a:lnTo>
                  <a:pt x="27" y="7"/>
                </a:lnTo>
                <a:lnTo>
                  <a:pt x="30" y="9"/>
                </a:lnTo>
                <a:lnTo>
                  <a:pt x="37" y="14"/>
                </a:lnTo>
                <a:lnTo>
                  <a:pt x="43" y="19"/>
                </a:lnTo>
                <a:lnTo>
                  <a:pt x="50" y="25"/>
                </a:lnTo>
                <a:lnTo>
                  <a:pt x="53" y="28"/>
                </a:lnTo>
                <a:lnTo>
                  <a:pt x="56" y="30"/>
                </a:lnTo>
                <a:lnTo>
                  <a:pt x="59" y="33"/>
                </a:lnTo>
                <a:lnTo>
                  <a:pt x="61" y="36"/>
                </a:lnTo>
                <a:lnTo>
                  <a:pt x="63" y="38"/>
                </a:lnTo>
                <a:lnTo>
                  <a:pt x="65" y="41"/>
                </a:lnTo>
                <a:lnTo>
                  <a:pt x="66" y="43"/>
                </a:lnTo>
                <a:lnTo>
                  <a:pt x="67" y="45"/>
                </a:lnTo>
                <a:lnTo>
                  <a:pt x="68" y="47"/>
                </a:lnTo>
                <a:lnTo>
                  <a:pt x="68" y="49"/>
                </a:lnTo>
                <a:lnTo>
                  <a:pt x="68" y="51"/>
                </a:lnTo>
                <a:lnTo>
                  <a:pt x="68" y="52"/>
                </a:lnTo>
                <a:lnTo>
                  <a:pt x="68" y="54"/>
                </a:lnTo>
                <a:lnTo>
                  <a:pt x="67" y="55"/>
                </a:lnTo>
                <a:lnTo>
                  <a:pt x="66" y="56"/>
                </a:lnTo>
                <a:lnTo>
                  <a:pt x="65" y="57"/>
                </a:lnTo>
              </a:path>
            </a:pathLst>
          </a:custGeom>
          <a:solidFill>
            <a:srgbClr val="CECECE"/>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08" name="Freeform 31">
            <a:extLst>
              <a:ext uri="{FF2B5EF4-FFF2-40B4-BE49-F238E27FC236}">
                <a16:creationId xmlns:a16="http://schemas.microsoft.com/office/drawing/2014/main" id="{07FF4B05-FB78-A89D-9E92-7A83F1E2570E}"/>
              </a:ext>
            </a:extLst>
          </p:cNvPr>
          <p:cNvSpPr>
            <a:spLocks/>
          </p:cNvSpPr>
          <p:nvPr/>
        </p:nvSpPr>
        <p:spPr bwMode="auto">
          <a:xfrm>
            <a:off x="5694363" y="3608388"/>
            <a:ext cx="112712" cy="90487"/>
          </a:xfrm>
          <a:custGeom>
            <a:avLst/>
            <a:gdLst>
              <a:gd name="T0" fmla="*/ 3 w 71"/>
              <a:gd name="T1" fmla="*/ 0 h 57"/>
              <a:gd name="T2" fmla="*/ 5 w 71"/>
              <a:gd name="T3" fmla="*/ 0 h 57"/>
              <a:gd name="T4" fmla="*/ 7 w 71"/>
              <a:gd name="T5" fmla="*/ 0 h 57"/>
              <a:gd name="T6" fmla="*/ 9 w 71"/>
              <a:gd name="T7" fmla="*/ 1 h 57"/>
              <a:gd name="T8" fmla="*/ 12 w 71"/>
              <a:gd name="T9" fmla="*/ 2 h 57"/>
              <a:gd name="T10" fmla="*/ 15 w 71"/>
              <a:gd name="T11" fmla="*/ 3 h 57"/>
              <a:gd name="T12" fmla="*/ 18 w 71"/>
              <a:gd name="T13" fmla="*/ 4 h 57"/>
              <a:gd name="T14" fmla="*/ 21 w 71"/>
              <a:gd name="T15" fmla="*/ 6 h 57"/>
              <a:gd name="T16" fmla="*/ 24 w 71"/>
              <a:gd name="T17" fmla="*/ 7 h 57"/>
              <a:gd name="T18" fmla="*/ 30 w 71"/>
              <a:gd name="T19" fmla="*/ 11 h 57"/>
              <a:gd name="T20" fmla="*/ 33 w 71"/>
              <a:gd name="T21" fmla="*/ 13 h 57"/>
              <a:gd name="T22" fmla="*/ 36 w 71"/>
              <a:gd name="T23" fmla="*/ 15 h 57"/>
              <a:gd name="T24" fmla="*/ 47 w 71"/>
              <a:gd name="T25" fmla="*/ 21 h 57"/>
              <a:gd name="T26" fmla="*/ 50 w 71"/>
              <a:gd name="T27" fmla="*/ 24 h 57"/>
              <a:gd name="T28" fmla="*/ 53 w 71"/>
              <a:gd name="T29" fmla="*/ 27 h 57"/>
              <a:gd name="T30" fmla="*/ 56 w 71"/>
              <a:gd name="T31" fmla="*/ 30 h 57"/>
              <a:gd name="T32" fmla="*/ 59 w 71"/>
              <a:gd name="T33" fmla="*/ 33 h 57"/>
              <a:gd name="T34" fmla="*/ 61 w 71"/>
              <a:gd name="T35" fmla="*/ 35 h 57"/>
              <a:gd name="T36" fmla="*/ 64 w 71"/>
              <a:gd name="T37" fmla="*/ 38 h 57"/>
              <a:gd name="T38" fmla="*/ 65 w 71"/>
              <a:gd name="T39" fmla="*/ 41 h 57"/>
              <a:gd name="T40" fmla="*/ 67 w 71"/>
              <a:gd name="T41" fmla="*/ 43 h 57"/>
              <a:gd name="T42" fmla="*/ 68 w 71"/>
              <a:gd name="T43" fmla="*/ 46 h 57"/>
              <a:gd name="T44" fmla="*/ 69 w 71"/>
              <a:gd name="T45" fmla="*/ 48 h 57"/>
              <a:gd name="T46" fmla="*/ 70 w 71"/>
              <a:gd name="T47" fmla="*/ 50 h 57"/>
              <a:gd name="T48" fmla="*/ 70 w 71"/>
              <a:gd name="T49" fmla="*/ 51 h 57"/>
              <a:gd name="T50" fmla="*/ 69 w 71"/>
              <a:gd name="T51" fmla="*/ 53 h 57"/>
              <a:gd name="T52" fmla="*/ 69 w 71"/>
              <a:gd name="T53" fmla="*/ 54 h 57"/>
              <a:gd name="T54" fmla="*/ 68 w 71"/>
              <a:gd name="T55" fmla="*/ 55 h 57"/>
              <a:gd name="T56" fmla="*/ 66 w 71"/>
              <a:gd name="T57" fmla="*/ 55 h 57"/>
              <a:gd name="T58" fmla="*/ 65 w 71"/>
              <a:gd name="T59" fmla="*/ 56 h 57"/>
              <a:gd name="T60" fmla="*/ 63 w 71"/>
              <a:gd name="T61" fmla="*/ 56 h 57"/>
              <a:gd name="T62" fmla="*/ 61 w 71"/>
              <a:gd name="T63" fmla="*/ 56 h 57"/>
              <a:gd name="T64" fmla="*/ 59 w 71"/>
              <a:gd name="T65" fmla="*/ 56 h 57"/>
              <a:gd name="T66" fmla="*/ 57 w 71"/>
              <a:gd name="T67" fmla="*/ 56 h 57"/>
              <a:gd name="T68" fmla="*/ 54 w 71"/>
              <a:gd name="T69" fmla="*/ 55 h 57"/>
              <a:gd name="T70" fmla="*/ 51 w 71"/>
              <a:gd name="T71" fmla="*/ 54 h 57"/>
              <a:gd name="T72" fmla="*/ 48 w 71"/>
              <a:gd name="T73" fmla="*/ 53 h 57"/>
              <a:gd name="T74" fmla="*/ 45 w 71"/>
              <a:gd name="T75" fmla="*/ 51 h 57"/>
              <a:gd name="T76" fmla="*/ 42 w 71"/>
              <a:gd name="T77" fmla="*/ 49 h 57"/>
              <a:gd name="T78" fmla="*/ 38 w 71"/>
              <a:gd name="T79" fmla="*/ 47 h 57"/>
              <a:gd name="T80" fmla="*/ 31 w 71"/>
              <a:gd name="T81" fmla="*/ 43 h 57"/>
              <a:gd name="T82" fmla="*/ 24 w 71"/>
              <a:gd name="T83" fmla="*/ 37 h 57"/>
              <a:gd name="T84" fmla="*/ 21 w 71"/>
              <a:gd name="T85" fmla="*/ 35 h 57"/>
              <a:gd name="T86" fmla="*/ 17 w 71"/>
              <a:gd name="T87" fmla="*/ 32 h 57"/>
              <a:gd name="T88" fmla="*/ 15 w 71"/>
              <a:gd name="T89" fmla="*/ 29 h 57"/>
              <a:gd name="T90" fmla="*/ 12 w 71"/>
              <a:gd name="T91" fmla="*/ 26 h 57"/>
              <a:gd name="T92" fmla="*/ 10 w 71"/>
              <a:gd name="T93" fmla="*/ 23 h 57"/>
              <a:gd name="T94" fmla="*/ 8 w 71"/>
              <a:gd name="T95" fmla="*/ 20 h 57"/>
              <a:gd name="T96" fmla="*/ 6 w 71"/>
              <a:gd name="T97" fmla="*/ 18 h 57"/>
              <a:gd name="T98" fmla="*/ 4 w 71"/>
              <a:gd name="T99" fmla="*/ 16 h 57"/>
              <a:gd name="T100" fmla="*/ 3 w 71"/>
              <a:gd name="T101" fmla="*/ 13 h 57"/>
              <a:gd name="T102" fmla="*/ 2 w 71"/>
              <a:gd name="T103" fmla="*/ 11 h 57"/>
              <a:gd name="T104" fmla="*/ 1 w 71"/>
              <a:gd name="T105" fmla="*/ 9 h 57"/>
              <a:gd name="T106" fmla="*/ 0 w 71"/>
              <a:gd name="T107" fmla="*/ 7 h 57"/>
              <a:gd name="T108" fmla="*/ 0 w 71"/>
              <a:gd name="T109" fmla="*/ 6 h 57"/>
              <a:gd name="T110" fmla="*/ 0 w 71"/>
              <a:gd name="T111" fmla="*/ 4 h 57"/>
              <a:gd name="T112" fmla="*/ 0 w 71"/>
              <a:gd name="T113" fmla="*/ 3 h 57"/>
              <a:gd name="T114" fmla="*/ 1 w 71"/>
              <a:gd name="T115" fmla="*/ 2 h 57"/>
              <a:gd name="T116" fmla="*/ 1 w 71"/>
              <a:gd name="T117" fmla="*/ 1 h 57"/>
              <a:gd name="T118" fmla="*/ 3 w 71"/>
              <a:gd name="T119" fmla="*/ 0 h 5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71"/>
              <a:gd name="T181" fmla="*/ 0 h 57"/>
              <a:gd name="T182" fmla="*/ 71 w 71"/>
              <a:gd name="T183" fmla="*/ 57 h 5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71" h="57">
                <a:moveTo>
                  <a:pt x="3" y="0"/>
                </a:moveTo>
                <a:lnTo>
                  <a:pt x="5" y="0"/>
                </a:lnTo>
                <a:lnTo>
                  <a:pt x="7" y="0"/>
                </a:lnTo>
                <a:lnTo>
                  <a:pt x="9" y="1"/>
                </a:lnTo>
                <a:lnTo>
                  <a:pt x="12" y="2"/>
                </a:lnTo>
                <a:lnTo>
                  <a:pt x="15" y="3"/>
                </a:lnTo>
                <a:lnTo>
                  <a:pt x="18" y="4"/>
                </a:lnTo>
                <a:lnTo>
                  <a:pt x="21" y="6"/>
                </a:lnTo>
                <a:lnTo>
                  <a:pt x="24" y="7"/>
                </a:lnTo>
                <a:lnTo>
                  <a:pt x="30" y="11"/>
                </a:lnTo>
                <a:lnTo>
                  <a:pt x="33" y="13"/>
                </a:lnTo>
                <a:lnTo>
                  <a:pt x="36" y="15"/>
                </a:lnTo>
                <a:lnTo>
                  <a:pt x="47" y="21"/>
                </a:lnTo>
                <a:lnTo>
                  <a:pt x="50" y="24"/>
                </a:lnTo>
                <a:lnTo>
                  <a:pt x="53" y="27"/>
                </a:lnTo>
                <a:lnTo>
                  <a:pt x="56" y="30"/>
                </a:lnTo>
                <a:lnTo>
                  <a:pt x="59" y="33"/>
                </a:lnTo>
                <a:lnTo>
                  <a:pt x="61" y="35"/>
                </a:lnTo>
                <a:lnTo>
                  <a:pt x="64" y="38"/>
                </a:lnTo>
                <a:lnTo>
                  <a:pt x="65" y="41"/>
                </a:lnTo>
                <a:lnTo>
                  <a:pt x="67" y="43"/>
                </a:lnTo>
                <a:lnTo>
                  <a:pt x="68" y="46"/>
                </a:lnTo>
                <a:lnTo>
                  <a:pt x="69" y="48"/>
                </a:lnTo>
                <a:lnTo>
                  <a:pt x="70" y="50"/>
                </a:lnTo>
                <a:lnTo>
                  <a:pt x="70" y="51"/>
                </a:lnTo>
                <a:lnTo>
                  <a:pt x="69" y="53"/>
                </a:lnTo>
                <a:lnTo>
                  <a:pt x="69" y="54"/>
                </a:lnTo>
                <a:lnTo>
                  <a:pt x="68" y="55"/>
                </a:lnTo>
                <a:lnTo>
                  <a:pt x="66" y="55"/>
                </a:lnTo>
                <a:lnTo>
                  <a:pt x="65" y="56"/>
                </a:lnTo>
                <a:lnTo>
                  <a:pt x="63" y="56"/>
                </a:lnTo>
                <a:lnTo>
                  <a:pt x="61" y="56"/>
                </a:lnTo>
                <a:lnTo>
                  <a:pt x="59" y="56"/>
                </a:lnTo>
                <a:lnTo>
                  <a:pt x="57" y="56"/>
                </a:lnTo>
                <a:lnTo>
                  <a:pt x="54" y="55"/>
                </a:lnTo>
                <a:lnTo>
                  <a:pt x="51" y="54"/>
                </a:lnTo>
                <a:lnTo>
                  <a:pt x="48" y="53"/>
                </a:lnTo>
                <a:lnTo>
                  <a:pt x="45" y="51"/>
                </a:lnTo>
                <a:lnTo>
                  <a:pt x="42" y="49"/>
                </a:lnTo>
                <a:lnTo>
                  <a:pt x="38" y="47"/>
                </a:lnTo>
                <a:lnTo>
                  <a:pt x="31" y="43"/>
                </a:lnTo>
                <a:lnTo>
                  <a:pt x="24" y="37"/>
                </a:lnTo>
                <a:lnTo>
                  <a:pt x="21" y="35"/>
                </a:lnTo>
                <a:lnTo>
                  <a:pt x="17" y="32"/>
                </a:lnTo>
                <a:lnTo>
                  <a:pt x="15" y="29"/>
                </a:lnTo>
                <a:lnTo>
                  <a:pt x="12" y="26"/>
                </a:lnTo>
                <a:lnTo>
                  <a:pt x="10" y="23"/>
                </a:lnTo>
                <a:lnTo>
                  <a:pt x="8" y="20"/>
                </a:lnTo>
                <a:lnTo>
                  <a:pt x="6" y="18"/>
                </a:lnTo>
                <a:lnTo>
                  <a:pt x="4" y="16"/>
                </a:lnTo>
                <a:lnTo>
                  <a:pt x="3" y="13"/>
                </a:lnTo>
                <a:lnTo>
                  <a:pt x="2" y="11"/>
                </a:lnTo>
                <a:lnTo>
                  <a:pt x="1" y="9"/>
                </a:lnTo>
                <a:lnTo>
                  <a:pt x="0" y="7"/>
                </a:lnTo>
                <a:lnTo>
                  <a:pt x="0" y="6"/>
                </a:lnTo>
                <a:lnTo>
                  <a:pt x="0" y="4"/>
                </a:lnTo>
                <a:lnTo>
                  <a:pt x="0" y="3"/>
                </a:lnTo>
                <a:lnTo>
                  <a:pt x="1" y="2"/>
                </a:lnTo>
                <a:lnTo>
                  <a:pt x="1" y="1"/>
                </a:lnTo>
                <a:lnTo>
                  <a:pt x="3" y="0"/>
                </a:lnTo>
              </a:path>
            </a:pathLst>
          </a:custGeom>
          <a:solidFill>
            <a:srgbClr val="CECECE"/>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09" name="Freeform 32">
            <a:extLst>
              <a:ext uri="{FF2B5EF4-FFF2-40B4-BE49-F238E27FC236}">
                <a16:creationId xmlns:a16="http://schemas.microsoft.com/office/drawing/2014/main" id="{1C271CC9-D229-33D7-6766-994AEA0839A0}"/>
              </a:ext>
            </a:extLst>
          </p:cNvPr>
          <p:cNvSpPr>
            <a:spLocks/>
          </p:cNvSpPr>
          <p:nvPr/>
        </p:nvSpPr>
        <p:spPr bwMode="auto">
          <a:xfrm>
            <a:off x="5854700" y="3125788"/>
            <a:ext cx="93663" cy="109537"/>
          </a:xfrm>
          <a:custGeom>
            <a:avLst/>
            <a:gdLst>
              <a:gd name="T0" fmla="*/ 15 w 59"/>
              <a:gd name="T1" fmla="*/ 40 h 69"/>
              <a:gd name="T2" fmla="*/ 12 w 59"/>
              <a:gd name="T3" fmla="*/ 43 h 69"/>
              <a:gd name="T4" fmla="*/ 10 w 59"/>
              <a:gd name="T5" fmla="*/ 46 h 69"/>
              <a:gd name="T6" fmla="*/ 8 w 59"/>
              <a:gd name="T7" fmla="*/ 49 h 69"/>
              <a:gd name="T8" fmla="*/ 6 w 59"/>
              <a:gd name="T9" fmla="*/ 51 h 69"/>
              <a:gd name="T10" fmla="*/ 4 w 59"/>
              <a:gd name="T11" fmla="*/ 54 h 69"/>
              <a:gd name="T12" fmla="*/ 3 w 59"/>
              <a:gd name="T13" fmla="*/ 57 h 69"/>
              <a:gd name="T14" fmla="*/ 2 w 59"/>
              <a:gd name="T15" fmla="*/ 59 h 69"/>
              <a:gd name="T16" fmla="*/ 1 w 59"/>
              <a:gd name="T17" fmla="*/ 61 h 69"/>
              <a:gd name="T18" fmla="*/ 0 w 59"/>
              <a:gd name="T19" fmla="*/ 63 h 69"/>
              <a:gd name="T20" fmla="*/ 0 w 59"/>
              <a:gd name="T21" fmla="*/ 65 h 69"/>
              <a:gd name="T22" fmla="*/ 0 w 59"/>
              <a:gd name="T23" fmla="*/ 66 h 69"/>
              <a:gd name="T24" fmla="*/ 0 w 59"/>
              <a:gd name="T25" fmla="*/ 67 h 69"/>
              <a:gd name="T26" fmla="*/ 1 w 59"/>
              <a:gd name="T27" fmla="*/ 68 h 69"/>
              <a:gd name="T28" fmla="*/ 2 w 59"/>
              <a:gd name="T29" fmla="*/ 68 h 69"/>
              <a:gd name="T30" fmla="*/ 4 w 59"/>
              <a:gd name="T31" fmla="*/ 68 h 69"/>
              <a:gd name="T32" fmla="*/ 5 w 59"/>
              <a:gd name="T33" fmla="*/ 67 h 69"/>
              <a:gd name="T34" fmla="*/ 7 w 59"/>
              <a:gd name="T35" fmla="*/ 67 h 69"/>
              <a:gd name="T36" fmla="*/ 9 w 59"/>
              <a:gd name="T37" fmla="*/ 66 h 69"/>
              <a:gd name="T38" fmla="*/ 11 w 59"/>
              <a:gd name="T39" fmla="*/ 65 h 69"/>
              <a:gd name="T40" fmla="*/ 13 w 59"/>
              <a:gd name="T41" fmla="*/ 63 h 69"/>
              <a:gd name="T42" fmla="*/ 16 w 59"/>
              <a:gd name="T43" fmla="*/ 61 h 69"/>
              <a:gd name="T44" fmla="*/ 18 w 59"/>
              <a:gd name="T45" fmla="*/ 59 h 69"/>
              <a:gd name="T46" fmla="*/ 21 w 59"/>
              <a:gd name="T47" fmla="*/ 57 h 69"/>
              <a:gd name="T48" fmla="*/ 24 w 59"/>
              <a:gd name="T49" fmla="*/ 55 h 69"/>
              <a:gd name="T50" fmla="*/ 27 w 59"/>
              <a:gd name="T51" fmla="*/ 52 h 69"/>
              <a:gd name="T52" fmla="*/ 29 w 59"/>
              <a:gd name="T53" fmla="*/ 49 h 69"/>
              <a:gd name="T54" fmla="*/ 35 w 59"/>
              <a:gd name="T55" fmla="*/ 42 h 69"/>
              <a:gd name="T56" fmla="*/ 38 w 59"/>
              <a:gd name="T57" fmla="*/ 39 h 69"/>
              <a:gd name="T58" fmla="*/ 41 w 59"/>
              <a:gd name="T59" fmla="*/ 35 h 69"/>
              <a:gd name="T60" fmla="*/ 44 w 59"/>
              <a:gd name="T61" fmla="*/ 32 h 69"/>
              <a:gd name="T62" fmla="*/ 46 w 59"/>
              <a:gd name="T63" fmla="*/ 28 h 69"/>
              <a:gd name="T64" fmla="*/ 49 w 59"/>
              <a:gd name="T65" fmla="*/ 25 h 69"/>
              <a:gd name="T66" fmla="*/ 51 w 59"/>
              <a:gd name="T67" fmla="*/ 21 h 69"/>
              <a:gd name="T68" fmla="*/ 53 w 59"/>
              <a:gd name="T69" fmla="*/ 18 h 69"/>
              <a:gd name="T70" fmla="*/ 54 w 59"/>
              <a:gd name="T71" fmla="*/ 15 h 69"/>
              <a:gd name="T72" fmla="*/ 56 w 59"/>
              <a:gd name="T73" fmla="*/ 13 h 69"/>
              <a:gd name="T74" fmla="*/ 57 w 59"/>
              <a:gd name="T75" fmla="*/ 10 h 69"/>
              <a:gd name="T76" fmla="*/ 57 w 59"/>
              <a:gd name="T77" fmla="*/ 8 h 69"/>
              <a:gd name="T78" fmla="*/ 58 w 59"/>
              <a:gd name="T79" fmla="*/ 6 h 69"/>
              <a:gd name="T80" fmla="*/ 58 w 59"/>
              <a:gd name="T81" fmla="*/ 5 h 69"/>
              <a:gd name="T82" fmla="*/ 58 w 59"/>
              <a:gd name="T83" fmla="*/ 3 h 69"/>
              <a:gd name="T84" fmla="*/ 58 w 59"/>
              <a:gd name="T85" fmla="*/ 2 h 69"/>
              <a:gd name="T86" fmla="*/ 58 w 59"/>
              <a:gd name="T87" fmla="*/ 1 h 69"/>
              <a:gd name="T88" fmla="*/ 57 w 59"/>
              <a:gd name="T89" fmla="*/ 0 h 69"/>
              <a:gd name="T90" fmla="*/ 56 w 59"/>
              <a:gd name="T91" fmla="*/ 0 h 69"/>
              <a:gd name="T92" fmla="*/ 55 w 59"/>
              <a:gd name="T93" fmla="*/ 0 h 69"/>
              <a:gd name="T94" fmla="*/ 53 w 59"/>
              <a:gd name="T95" fmla="*/ 0 h 69"/>
              <a:gd name="T96" fmla="*/ 51 w 59"/>
              <a:gd name="T97" fmla="*/ 2 h 69"/>
              <a:gd name="T98" fmla="*/ 49 w 59"/>
              <a:gd name="T99" fmla="*/ 3 h 69"/>
              <a:gd name="T100" fmla="*/ 47 w 59"/>
              <a:gd name="T101" fmla="*/ 5 h 69"/>
              <a:gd name="T102" fmla="*/ 44 w 59"/>
              <a:gd name="T103" fmla="*/ 7 h 69"/>
              <a:gd name="T104" fmla="*/ 42 w 59"/>
              <a:gd name="T105" fmla="*/ 9 h 69"/>
              <a:gd name="T106" fmla="*/ 36 w 59"/>
              <a:gd name="T107" fmla="*/ 14 h 69"/>
              <a:gd name="T108" fmla="*/ 33 w 59"/>
              <a:gd name="T109" fmla="*/ 16 h 69"/>
              <a:gd name="T110" fmla="*/ 30 w 59"/>
              <a:gd name="T111" fmla="*/ 19 h 69"/>
              <a:gd name="T112" fmla="*/ 27 w 59"/>
              <a:gd name="T113" fmla="*/ 22 h 69"/>
              <a:gd name="T114" fmla="*/ 24 w 59"/>
              <a:gd name="T115" fmla="*/ 25 h 69"/>
              <a:gd name="T116" fmla="*/ 22 w 59"/>
              <a:gd name="T117" fmla="*/ 29 h 69"/>
              <a:gd name="T118" fmla="*/ 19 w 59"/>
              <a:gd name="T119" fmla="*/ 32 h 69"/>
              <a:gd name="T120" fmla="*/ 17 w 59"/>
              <a:gd name="T121" fmla="*/ 36 h 69"/>
              <a:gd name="T122" fmla="*/ 15 w 59"/>
              <a:gd name="T123" fmla="*/ 40 h 6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59"/>
              <a:gd name="T187" fmla="*/ 0 h 69"/>
              <a:gd name="T188" fmla="*/ 59 w 59"/>
              <a:gd name="T189" fmla="*/ 69 h 6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59" h="69">
                <a:moveTo>
                  <a:pt x="15" y="40"/>
                </a:moveTo>
                <a:lnTo>
                  <a:pt x="12" y="43"/>
                </a:lnTo>
                <a:lnTo>
                  <a:pt x="10" y="46"/>
                </a:lnTo>
                <a:lnTo>
                  <a:pt x="8" y="49"/>
                </a:lnTo>
                <a:lnTo>
                  <a:pt x="6" y="51"/>
                </a:lnTo>
                <a:lnTo>
                  <a:pt x="4" y="54"/>
                </a:lnTo>
                <a:lnTo>
                  <a:pt x="3" y="57"/>
                </a:lnTo>
                <a:lnTo>
                  <a:pt x="2" y="59"/>
                </a:lnTo>
                <a:lnTo>
                  <a:pt x="1" y="61"/>
                </a:lnTo>
                <a:lnTo>
                  <a:pt x="0" y="63"/>
                </a:lnTo>
                <a:lnTo>
                  <a:pt x="0" y="65"/>
                </a:lnTo>
                <a:lnTo>
                  <a:pt x="0" y="66"/>
                </a:lnTo>
                <a:lnTo>
                  <a:pt x="0" y="67"/>
                </a:lnTo>
                <a:lnTo>
                  <a:pt x="1" y="68"/>
                </a:lnTo>
                <a:lnTo>
                  <a:pt x="2" y="68"/>
                </a:lnTo>
                <a:lnTo>
                  <a:pt x="4" y="68"/>
                </a:lnTo>
                <a:lnTo>
                  <a:pt x="5" y="67"/>
                </a:lnTo>
                <a:lnTo>
                  <a:pt x="7" y="67"/>
                </a:lnTo>
                <a:lnTo>
                  <a:pt x="9" y="66"/>
                </a:lnTo>
                <a:lnTo>
                  <a:pt x="11" y="65"/>
                </a:lnTo>
                <a:lnTo>
                  <a:pt x="13" y="63"/>
                </a:lnTo>
                <a:lnTo>
                  <a:pt x="16" y="61"/>
                </a:lnTo>
                <a:lnTo>
                  <a:pt x="18" y="59"/>
                </a:lnTo>
                <a:lnTo>
                  <a:pt x="21" y="57"/>
                </a:lnTo>
                <a:lnTo>
                  <a:pt x="24" y="55"/>
                </a:lnTo>
                <a:lnTo>
                  <a:pt x="27" y="52"/>
                </a:lnTo>
                <a:lnTo>
                  <a:pt x="29" y="49"/>
                </a:lnTo>
                <a:lnTo>
                  <a:pt x="35" y="42"/>
                </a:lnTo>
                <a:lnTo>
                  <a:pt x="38" y="39"/>
                </a:lnTo>
                <a:lnTo>
                  <a:pt x="41" y="35"/>
                </a:lnTo>
                <a:lnTo>
                  <a:pt x="44" y="32"/>
                </a:lnTo>
                <a:lnTo>
                  <a:pt x="46" y="28"/>
                </a:lnTo>
                <a:lnTo>
                  <a:pt x="49" y="25"/>
                </a:lnTo>
                <a:lnTo>
                  <a:pt x="51" y="21"/>
                </a:lnTo>
                <a:lnTo>
                  <a:pt x="53" y="18"/>
                </a:lnTo>
                <a:lnTo>
                  <a:pt x="54" y="15"/>
                </a:lnTo>
                <a:lnTo>
                  <a:pt x="56" y="13"/>
                </a:lnTo>
                <a:lnTo>
                  <a:pt x="57" y="10"/>
                </a:lnTo>
                <a:lnTo>
                  <a:pt x="57" y="8"/>
                </a:lnTo>
                <a:lnTo>
                  <a:pt x="58" y="6"/>
                </a:lnTo>
                <a:lnTo>
                  <a:pt x="58" y="5"/>
                </a:lnTo>
                <a:lnTo>
                  <a:pt x="58" y="3"/>
                </a:lnTo>
                <a:lnTo>
                  <a:pt x="58" y="2"/>
                </a:lnTo>
                <a:lnTo>
                  <a:pt x="58" y="1"/>
                </a:lnTo>
                <a:lnTo>
                  <a:pt x="57" y="0"/>
                </a:lnTo>
                <a:lnTo>
                  <a:pt x="56" y="0"/>
                </a:lnTo>
                <a:lnTo>
                  <a:pt x="55" y="0"/>
                </a:lnTo>
                <a:lnTo>
                  <a:pt x="53" y="0"/>
                </a:lnTo>
                <a:lnTo>
                  <a:pt x="51" y="2"/>
                </a:lnTo>
                <a:lnTo>
                  <a:pt x="49" y="3"/>
                </a:lnTo>
                <a:lnTo>
                  <a:pt x="47" y="5"/>
                </a:lnTo>
                <a:lnTo>
                  <a:pt x="44" y="7"/>
                </a:lnTo>
                <a:lnTo>
                  <a:pt x="42" y="9"/>
                </a:lnTo>
                <a:lnTo>
                  <a:pt x="36" y="14"/>
                </a:lnTo>
                <a:lnTo>
                  <a:pt x="33" y="16"/>
                </a:lnTo>
                <a:lnTo>
                  <a:pt x="30" y="19"/>
                </a:lnTo>
                <a:lnTo>
                  <a:pt x="27" y="22"/>
                </a:lnTo>
                <a:lnTo>
                  <a:pt x="24" y="25"/>
                </a:lnTo>
                <a:lnTo>
                  <a:pt x="22" y="29"/>
                </a:lnTo>
                <a:lnTo>
                  <a:pt x="19" y="32"/>
                </a:lnTo>
                <a:lnTo>
                  <a:pt x="17" y="36"/>
                </a:lnTo>
                <a:lnTo>
                  <a:pt x="15" y="40"/>
                </a:lnTo>
              </a:path>
            </a:pathLst>
          </a:custGeom>
          <a:solidFill>
            <a:srgbClr val="CECECE"/>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10" name="Freeform 33">
            <a:extLst>
              <a:ext uri="{FF2B5EF4-FFF2-40B4-BE49-F238E27FC236}">
                <a16:creationId xmlns:a16="http://schemas.microsoft.com/office/drawing/2014/main" id="{C5FEA35C-8B92-169C-5FE0-F7CAC58D0136}"/>
              </a:ext>
            </a:extLst>
          </p:cNvPr>
          <p:cNvSpPr>
            <a:spLocks/>
          </p:cNvSpPr>
          <p:nvPr/>
        </p:nvSpPr>
        <p:spPr bwMode="auto">
          <a:xfrm>
            <a:off x="5895975" y="3703638"/>
            <a:ext cx="112713" cy="90487"/>
          </a:xfrm>
          <a:custGeom>
            <a:avLst/>
            <a:gdLst>
              <a:gd name="T0" fmla="*/ 2 w 71"/>
              <a:gd name="T1" fmla="*/ 0 h 57"/>
              <a:gd name="T2" fmla="*/ 1 w 71"/>
              <a:gd name="T3" fmla="*/ 1 h 57"/>
              <a:gd name="T4" fmla="*/ 0 w 71"/>
              <a:gd name="T5" fmla="*/ 4 h 57"/>
              <a:gd name="T6" fmla="*/ 1 w 71"/>
              <a:gd name="T7" fmla="*/ 7 h 57"/>
              <a:gd name="T8" fmla="*/ 3 w 71"/>
              <a:gd name="T9" fmla="*/ 12 h 57"/>
              <a:gd name="T10" fmla="*/ 6 w 71"/>
              <a:gd name="T11" fmla="*/ 17 h 57"/>
              <a:gd name="T12" fmla="*/ 10 w 71"/>
              <a:gd name="T13" fmla="*/ 23 h 57"/>
              <a:gd name="T14" fmla="*/ 15 w 71"/>
              <a:gd name="T15" fmla="*/ 29 h 57"/>
              <a:gd name="T16" fmla="*/ 21 w 71"/>
              <a:gd name="T17" fmla="*/ 35 h 57"/>
              <a:gd name="T18" fmla="*/ 28 w 71"/>
              <a:gd name="T19" fmla="*/ 40 h 57"/>
              <a:gd name="T20" fmla="*/ 35 w 71"/>
              <a:gd name="T21" fmla="*/ 44 h 57"/>
              <a:gd name="T22" fmla="*/ 42 w 71"/>
              <a:gd name="T23" fmla="*/ 48 h 57"/>
              <a:gd name="T24" fmla="*/ 49 w 71"/>
              <a:gd name="T25" fmla="*/ 51 h 57"/>
              <a:gd name="T26" fmla="*/ 55 w 71"/>
              <a:gd name="T27" fmla="*/ 53 h 57"/>
              <a:gd name="T28" fmla="*/ 60 w 71"/>
              <a:gd name="T29" fmla="*/ 55 h 57"/>
              <a:gd name="T30" fmla="*/ 64 w 71"/>
              <a:gd name="T31" fmla="*/ 56 h 57"/>
              <a:gd name="T32" fmla="*/ 67 w 71"/>
              <a:gd name="T33" fmla="*/ 56 h 57"/>
              <a:gd name="T34" fmla="*/ 69 w 71"/>
              <a:gd name="T35" fmla="*/ 54 h 57"/>
              <a:gd name="T36" fmla="*/ 70 w 71"/>
              <a:gd name="T37" fmla="*/ 51 h 57"/>
              <a:gd name="T38" fmla="*/ 70 w 71"/>
              <a:gd name="T39" fmla="*/ 48 h 57"/>
              <a:gd name="T40" fmla="*/ 68 w 71"/>
              <a:gd name="T41" fmla="*/ 43 h 57"/>
              <a:gd name="T42" fmla="*/ 64 w 71"/>
              <a:gd name="T43" fmla="*/ 38 h 57"/>
              <a:gd name="T44" fmla="*/ 60 w 71"/>
              <a:gd name="T45" fmla="*/ 33 h 57"/>
              <a:gd name="T46" fmla="*/ 54 w 71"/>
              <a:gd name="T47" fmla="*/ 27 h 57"/>
              <a:gd name="T48" fmla="*/ 47 w 71"/>
              <a:gd name="T49" fmla="*/ 21 h 57"/>
              <a:gd name="T50" fmla="*/ 40 w 71"/>
              <a:gd name="T51" fmla="*/ 16 h 57"/>
              <a:gd name="T52" fmla="*/ 34 w 71"/>
              <a:gd name="T53" fmla="*/ 11 h 57"/>
              <a:gd name="T54" fmla="*/ 27 w 71"/>
              <a:gd name="T55" fmla="*/ 7 h 57"/>
              <a:gd name="T56" fmla="*/ 21 w 71"/>
              <a:gd name="T57" fmla="*/ 4 h 57"/>
              <a:gd name="T58" fmla="*/ 15 w 71"/>
              <a:gd name="T59" fmla="*/ 2 h 57"/>
              <a:gd name="T60" fmla="*/ 10 w 71"/>
              <a:gd name="T61" fmla="*/ 0 h 57"/>
              <a:gd name="T62" fmla="*/ 5 w 71"/>
              <a:gd name="T63" fmla="*/ 0 h 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1"/>
              <a:gd name="T97" fmla="*/ 0 h 57"/>
              <a:gd name="T98" fmla="*/ 71 w 71"/>
              <a:gd name="T99" fmla="*/ 57 h 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1" h="57">
                <a:moveTo>
                  <a:pt x="3" y="0"/>
                </a:moveTo>
                <a:lnTo>
                  <a:pt x="2" y="0"/>
                </a:lnTo>
                <a:lnTo>
                  <a:pt x="1" y="0"/>
                </a:lnTo>
                <a:lnTo>
                  <a:pt x="1" y="1"/>
                </a:lnTo>
                <a:lnTo>
                  <a:pt x="0" y="2"/>
                </a:lnTo>
                <a:lnTo>
                  <a:pt x="0" y="4"/>
                </a:lnTo>
                <a:lnTo>
                  <a:pt x="1" y="6"/>
                </a:lnTo>
                <a:lnTo>
                  <a:pt x="1" y="7"/>
                </a:lnTo>
                <a:lnTo>
                  <a:pt x="2" y="10"/>
                </a:lnTo>
                <a:lnTo>
                  <a:pt x="3" y="12"/>
                </a:lnTo>
                <a:lnTo>
                  <a:pt x="5" y="14"/>
                </a:lnTo>
                <a:lnTo>
                  <a:pt x="6" y="17"/>
                </a:lnTo>
                <a:lnTo>
                  <a:pt x="8" y="20"/>
                </a:lnTo>
                <a:lnTo>
                  <a:pt x="10" y="23"/>
                </a:lnTo>
                <a:lnTo>
                  <a:pt x="13" y="26"/>
                </a:lnTo>
                <a:lnTo>
                  <a:pt x="15" y="29"/>
                </a:lnTo>
                <a:lnTo>
                  <a:pt x="18" y="32"/>
                </a:lnTo>
                <a:lnTo>
                  <a:pt x="21" y="35"/>
                </a:lnTo>
                <a:lnTo>
                  <a:pt x="25" y="37"/>
                </a:lnTo>
                <a:lnTo>
                  <a:pt x="28" y="40"/>
                </a:lnTo>
                <a:lnTo>
                  <a:pt x="32" y="42"/>
                </a:lnTo>
                <a:lnTo>
                  <a:pt x="35" y="44"/>
                </a:lnTo>
                <a:lnTo>
                  <a:pt x="39" y="46"/>
                </a:lnTo>
                <a:lnTo>
                  <a:pt x="42" y="48"/>
                </a:lnTo>
                <a:lnTo>
                  <a:pt x="46" y="50"/>
                </a:lnTo>
                <a:lnTo>
                  <a:pt x="49" y="51"/>
                </a:lnTo>
                <a:lnTo>
                  <a:pt x="52" y="52"/>
                </a:lnTo>
                <a:lnTo>
                  <a:pt x="55" y="53"/>
                </a:lnTo>
                <a:lnTo>
                  <a:pt x="57" y="54"/>
                </a:lnTo>
                <a:lnTo>
                  <a:pt x="60" y="55"/>
                </a:lnTo>
                <a:lnTo>
                  <a:pt x="62" y="55"/>
                </a:lnTo>
                <a:lnTo>
                  <a:pt x="64" y="56"/>
                </a:lnTo>
                <a:lnTo>
                  <a:pt x="65" y="56"/>
                </a:lnTo>
                <a:lnTo>
                  <a:pt x="67" y="56"/>
                </a:lnTo>
                <a:lnTo>
                  <a:pt x="68" y="55"/>
                </a:lnTo>
                <a:lnTo>
                  <a:pt x="69" y="54"/>
                </a:lnTo>
                <a:lnTo>
                  <a:pt x="70" y="53"/>
                </a:lnTo>
                <a:lnTo>
                  <a:pt x="70" y="51"/>
                </a:lnTo>
                <a:lnTo>
                  <a:pt x="70" y="50"/>
                </a:lnTo>
                <a:lnTo>
                  <a:pt x="70" y="48"/>
                </a:lnTo>
                <a:lnTo>
                  <a:pt x="69" y="46"/>
                </a:lnTo>
                <a:lnTo>
                  <a:pt x="68" y="43"/>
                </a:lnTo>
                <a:lnTo>
                  <a:pt x="66" y="41"/>
                </a:lnTo>
                <a:lnTo>
                  <a:pt x="64" y="38"/>
                </a:lnTo>
                <a:lnTo>
                  <a:pt x="62" y="35"/>
                </a:lnTo>
                <a:lnTo>
                  <a:pt x="60" y="33"/>
                </a:lnTo>
                <a:lnTo>
                  <a:pt x="57" y="30"/>
                </a:lnTo>
                <a:lnTo>
                  <a:pt x="54" y="27"/>
                </a:lnTo>
                <a:lnTo>
                  <a:pt x="51" y="24"/>
                </a:lnTo>
                <a:lnTo>
                  <a:pt x="47" y="21"/>
                </a:lnTo>
                <a:lnTo>
                  <a:pt x="44" y="18"/>
                </a:lnTo>
                <a:lnTo>
                  <a:pt x="40" y="16"/>
                </a:lnTo>
                <a:lnTo>
                  <a:pt x="37" y="13"/>
                </a:lnTo>
                <a:lnTo>
                  <a:pt x="34" y="11"/>
                </a:lnTo>
                <a:lnTo>
                  <a:pt x="30" y="9"/>
                </a:lnTo>
                <a:lnTo>
                  <a:pt x="27" y="7"/>
                </a:lnTo>
                <a:lnTo>
                  <a:pt x="24" y="6"/>
                </a:lnTo>
                <a:lnTo>
                  <a:pt x="21" y="4"/>
                </a:lnTo>
                <a:lnTo>
                  <a:pt x="18" y="3"/>
                </a:lnTo>
                <a:lnTo>
                  <a:pt x="15" y="2"/>
                </a:lnTo>
                <a:lnTo>
                  <a:pt x="13" y="1"/>
                </a:lnTo>
                <a:lnTo>
                  <a:pt x="10" y="0"/>
                </a:lnTo>
                <a:lnTo>
                  <a:pt x="8" y="0"/>
                </a:lnTo>
                <a:lnTo>
                  <a:pt x="5" y="0"/>
                </a:lnTo>
                <a:lnTo>
                  <a:pt x="3" y="0"/>
                </a:lnTo>
              </a:path>
            </a:pathLst>
          </a:custGeom>
          <a:solidFill>
            <a:srgbClr val="CECECE"/>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11" name="Freeform 34">
            <a:extLst>
              <a:ext uri="{FF2B5EF4-FFF2-40B4-BE49-F238E27FC236}">
                <a16:creationId xmlns:a16="http://schemas.microsoft.com/office/drawing/2014/main" id="{52D8DB13-FD6C-B4B1-928A-8B646BE6775F}"/>
              </a:ext>
            </a:extLst>
          </p:cNvPr>
          <p:cNvSpPr>
            <a:spLocks/>
          </p:cNvSpPr>
          <p:nvPr/>
        </p:nvSpPr>
        <p:spPr bwMode="auto">
          <a:xfrm>
            <a:off x="6265863" y="3335338"/>
            <a:ext cx="128587" cy="141287"/>
          </a:xfrm>
          <a:custGeom>
            <a:avLst/>
            <a:gdLst>
              <a:gd name="T0" fmla="*/ 14 w 81"/>
              <a:gd name="T1" fmla="*/ 12 h 89"/>
              <a:gd name="T2" fmla="*/ 20 w 81"/>
              <a:gd name="T3" fmla="*/ 6 h 89"/>
              <a:gd name="T4" fmla="*/ 26 w 81"/>
              <a:gd name="T5" fmla="*/ 3 h 89"/>
              <a:gd name="T6" fmla="*/ 33 w 81"/>
              <a:gd name="T7" fmla="*/ 1 h 89"/>
              <a:gd name="T8" fmla="*/ 40 w 81"/>
              <a:gd name="T9" fmla="*/ 0 h 89"/>
              <a:gd name="T10" fmla="*/ 48 w 81"/>
              <a:gd name="T11" fmla="*/ 1 h 89"/>
              <a:gd name="T12" fmla="*/ 55 w 81"/>
              <a:gd name="T13" fmla="*/ 4 h 89"/>
              <a:gd name="T14" fmla="*/ 62 w 81"/>
              <a:gd name="T15" fmla="*/ 9 h 89"/>
              <a:gd name="T16" fmla="*/ 69 w 81"/>
              <a:gd name="T17" fmla="*/ 14 h 89"/>
              <a:gd name="T18" fmla="*/ 74 w 81"/>
              <a:gd name="T19" fmla="*/ 20 h 89"/>
              <a:gd name="T20" fmla="*/ 77 w 81"/>
              <a:gd name="T21" fmla="*/ 27 h 89"/>
              <a:gd name="T22" fmla="*/ 79 w 81"/>
              <a:gd name="T23" fmla="*/ 35 h 89"/>
              <a:gd name="T24" fmla="*/ 80 w 81"/>
              <a:gd name="T25" fmla="*/ 43 h 89"/>
              <a:gd name="T26" fmla="*/ 79 w 81"/>
              <a:gd name="T27" fmla="*/ 51 h 89"/>
              <a:gd name="T28" fmla="*/ 78 w 81"/>
              <a:gd name="T29" fmla="*/ 60 h 89"/>
              <a:gd name="T30" fmla="*/ 75 w 81"/>
              <a:gd name="T31" fmla="*/ 68 h 89"/>
              <a:gd name="T32" fmla="*/ 70 w 81"/>
              <a:gd name="T33" fmla="*/ 75 h 89"/>
              <a:gd name="T34" fmla="*/ 63 w 81"/>
              <a:gd name="T35" fmla="*/ 81 h 89"/>
              <a:gd name="T36" fmla="*/ 56 w 81"/>
              <a:gd name="T37" fmla="*/ 85 h 89"/>
              <a:gd name="T38" fmla="*/ 49 w 81"/>
              <a:gd name="T39" fmla="*/ 87 h 89"/>
              <a:gd name="T40" fmla="*/ 41 w 81"/>
              <a:gd name="T41" fmla="*/ 88 h 89"/>
              <a:gd name="T42" fmla="*/ 33 w 81"/>
              <a:gd name="T43" fmla="*/ 87 h 89"/>
              <a:gd name="T44" fmla="*/ 25 w 81"/>
              <a:gd name="T45" fmla="*/ 85 h 89"/>
              <a:gd name="T46" fmla="*/ 18 w 81"/>
              <a:gd name="T47" fmla="*/ 82 h 89"/>
              <a:gd name="T48" fmla="*/ 11 w 81"/>
              <a:gd name="T49" fmla="*/ 76 h 89"/>
              <a:gd name="T50" fmla="*/ 6 w 81"/>
              <a:gd name="T51" fmla="*/ 69 h 89"/>
              <a:gd name="T52" fmla="*/ 3 w 81"/>
              <a:gd name="T53" fmla="*/ 62 h 89"/>
              <a:gd name="T54" fmla="*/ 1 w 81"/>
              <a:gd name="T55" fmla="*/ 53 h 89"/>
              <a:gd name="T56" fmla="*/ 0 w 81"/>
              <a:gd name="T57" fmla="*/ 45 h 89"/>
              <a:gd name="T58" fmla="*/ 1 w 81"/>
              <a:gd name="T59" fmla="*/ 36 h 89"/>
              <a:gd name="T60" fmla="*/ 4 w 81"/>
              <a:gd name="T61" fmla="*/ 28 h 89"/>
              <a:gd name="T62" fmla="*/ 8 w 81"/>
              <a:gd name="T63" fmla="*/ 19 h 8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1"/>
              <a:gd name="T97" fmla="*/ 0 h 89"/>
              <a:gd name="T98" fmla="*/ 81 w 81"/>
              <a:gd name="T99" fmla="*/ 89 h 8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1" h="89">
                <a:moveTo>
                  <a:pt x="11" y="15"/>
                </a:moveTo>
                <a:lnTo>
                  <a:pt x="14" y="12"/>
                </a:lnTo>
                <a:lnTo>
                  <a:pt x="17" y="9"/>
                </a:lnTo>
                <a:lnTo>
                  <a:pt x="20" y="6"/>
                </a:lnTo>
                <a:lnTo>
                  <a:pt x="23" y="4"/>
                </a:lnTo>
                <a:lnTo>
                  <a:pt x="26" y="3"/>
                </a:lnTo>
                <a:lnTo>
                  <a:pt x="30" y="1"/>
                </a:lnTo>
                <a:lnTo>
                  <a:pt x="33" y="1"/>
                </a:lnTo>
                <a:lnTo>
                  <a:pt x="37" y="0"/>
                </a:lnTo>
                <a:lnTo>
                  <a:pt x="40" y="0"/>
                </a:lnTo>
                <a:lnTo>
                  <a:pt x="44" y="1"/>
                </a:lnTo>
                <a:lnTo>
                  <a:pt x="48" y="1"/>
                </a:lnTo>
                <a:lnTo>
                  <a:pt x="51" y="3"/>
                </a:lnTo>
                <a:lnTo>
                  <a:pt x="55" y="4"/>
                </a:lnTo>
                <a:lnTo>
                  <a:pt x="58" y="6"/>
                </a:lnTo>
                <a:lnTo>
                  <a:pt x="62" y="9"/>
                </a:lnTo>
                <a:lnTo>
                  <a:pt x="66" y="12"/>
                </a:lnTo>
                <a:lnTo>
                  <a:pt x="69" y="14"/>
                </a:lnTo>
                <a:lnTo>
                  <a:pt x="71" y="17"/>
                </a:lnTo>
                <a:lnTo>
                  <a:pt x="74" y="20"/>
                </a:lnTo>
                <a:lnTo>
                  <a:pt x="76" y="23"/>
                </a:lnTo>
                <a:lnTo>
                  <a:pt x="77" y="27"/>
                </a:lnTo>
                <a:lnTo>
                  <a:pt x="79" y="31"/>
                </a:lnTo>
                <a:lnTo>
                  <a:pt x="79" y="35"/>
                </a:lnTo>
                <a:lnTo>
                  <a:pt x="80" y="39"/>
                </a:lnTo>
                <a:lnTo>
                  <a:pt x="80" y="43"/>
                </a:lnTo>
                <a:lnTo>
                  <a:pt x="80" y="47"/>
                </a:lnTo>
                <a:lnTo>
                  <a:pt x="79" y="51"/>
                </a:lnTo>
                <a:lnTo>
                  <a:pt x="79" y="55"/>
                </a:lnTo>
                <a:lnTo>
                  <a:pt x="78" y="60"/>
                </a:lnTo>
                <a:lnTo>
                  <a:pt x="76" y="64"/>
                </a:lnTo>
                <a:lnTo>
                  <a:pt x="75" y="68"/>
                </a:lnTo>
                <a:lnTo>
                  <a:pt x="73" y="72"/>
                </a:lnTo>
                <a:lnTo>
                  <a:pt x="70" y="75"/>
                </a:lnTo>
                <a:lnTo>
                  <a:pt x="67" y="78"/>
                </a:lnTo>
                <a:lnTo>
                  <a:pt x="63" y="81"/>
                </a:lnTo>
                <a:lnTo>
                  <a:pt x="60" y="83"/>
                </a:lnTo>
                <a:lnTo>
                  <a:pt x="56" y="85"/>
                </a:lnTo>
                <a:lnTo>
                  <a:pt x="53" y="86"/>
                </a:lnTo>
                <a:lnTo>
                  <a:pt x="49" y="87"/>
                </a:lnTo>
                <a:lnTo>
                  <a:pt x="45" y="88"/>
                </a:lnTo>
                <a:lnTo>
                  <a:pt x="41" y="88"/>
                </a:lnTo>
                <a:lnTo>
                  <a:pt x="37" y="88"/>
                </a:lnTo>
                <a:lnTo>
                  <a:pt x="33" y="87"/>
                </a:lnTo>
                <a:lnTo>
                  <a:pt x="29" y="86"/>
                </a:lnTo>
                <a:lnTo>
                  <a:pt x="25" y="85"/>
                </a:lnTo>
                <a:lnTo>
                  <a:pt x="22" y="83"/>
                </a:lnTo>
                <a:lnTo>
                  <a:pt x="18" y="82"/>
                </a:lnTo>
                <a:lnTo>
                  <a:pt x="14" y="80"/>
                </a:lnTo>
                <a:lnTo>
                  <a:pt x="11" y="76"/>
                </a:lnTo>
                <a:lnTo>
                  <a:pt x="8" y="73"/>
                </a:lnTo>
                <a:lnTo>
                  <a:pt x="6" y="69"/>
                </a:lnTo>
                <a:lnTo>
                  <a:pt x="4" y="66"/>
                </a:lnTo>
                <a:lnTo>
                  <a:pt x="3" y="62"/>
                </a:lnTo>
                <a:lnTo>
                  <a:pt x="1" y="58"/>
                </a:lnTo>
                <a:lnTo>
                  <a:pt x="1" y="53"/>
                </a:lnTo>
                <a:lnTo>
                  <a:pt x="0" y="49"/>
                </a:lnTo>
                <a:lnTo>
                  <a:pt x="0" y="45"/>
                </a:lnTo>
                <a:lnTo>
                  <a:pt x="1" y="40"/>
                </a:lnTo>
                <a:lnTo>
                  <a:pt x="1" y="36"/>
                </a:lnTo>
                <a:lnTo>
                  <a:pt x="3" y="32"/>
                </a:lnTo>
                <a:lnTo>
                  <a:pt x="4" y="28"/>
                </a:lnTo>
                <a:lnTo>
                  <a:pt x="6" y="23"/>
                </a:lnTo>
                <a:lnTo>
                  <a:pt x="8" y="19"/>
                </a:lnTo>
                <a:lnTo>
                  <a:pt x="11" y="15"/>
                </a:lnTo>
              </a:path>
            </a:pathLst>
          </a:custGeom>
          <a:solidFill>
            <a:srgbClr val="CECECE"/>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12" name="Freeform 35">
            <a:extLst>
              <a:ext uri="{FF2B5EF4-FFF2-40B4-BE49-F238E27FC236}">
                <a16:creationId xmlns:a16="http://schemas.microsoft.com/office/drawing/2014/main" id="{BAE8E5E5-B921-BCBA-7DD0-F5D089FA5278}"/>
              </a:ext>
            </a:extLst>
          </p:cNvPr>
          <p:cNvSpPr>
            <a:spLocks/>
          </p:cNvSpPr>
          <p:nvPr/>
        </p:nvSpPr>
        <p:spPr bwMode="auto">
          <a:xfrm>
            <a:off x="5832475" y="3562350"/>
            <a:ext cx="111125" cy="92075"/>
          </a:xfrm>
          <a:custGeom>
            <a:avLst/>
            <a:gdLst>
              <a:gd name="T0" fmla="*/ 65 w 70"/>
              <a:gd name="T1" fmla="*/ 57 h 58"/>
              <a:gd name="T2" fmla="*/ 64 w 70"/>
              <a:gd name="T3" fmla="*/ 56 h 58"/>
              <a:gd name="T4" fmla="*/ 62 w 70"/>
              <a:gd name="T5" fmla="*/ 56 h 58"/>
              <a:gd name="T6" fmla="*/ 60 w 70"/>
              <a:gd name="T7" fmla="*/ 55 h 58"/>
              <a:gd name="T8" fmla="*/ 57 w 70"/>
              <a:gd name="T9" fmla="*/ 55 h 58"/>
              <a:gd name="T10" fmla="*/ 55 w 70"/>
              <a:gd name="T11" fmla="*/ 53 h 58"/>
              <a:gd name="T12" fmla="*/ 52 w 70"/>
              <a:gd name="T13" fmla="*/ 52 h 58"/>
              <a:gd name="T14" fmla="*/ 49 w 70"/>
              <a:gd name="T15" fmla="*/ 51 h 58"/>
              <a:gd name="T16" fmla="*/ 46 w 70"/>
              <a:gd name="T17" fmla="*/ 49 h 58"/>
              <a:gd name="T18" fmla="*/ 42 w 70"/>
              <a:gd name="T19" fmla="*/ 47 h 58"/>
              <a:gd name="T20" fmla="*/ 35 w 70"/>
              <a:gd name="T21" fmla="*/ 44 h 58"/>
              <a:gd name="T22" fmla="*/ 32 w 70"/>
              <a:gd name="T23" fmla="*/ 41 h 58"/>
              <a:gd name="T24" fmla="*/ 28 w 70"/>
              <a:gd name="T25" fmla="*/ 39 h 58"/>
              <a:gd name="T26" fmla="*/ 25 w 70"/>
              <a:gd name="T27" fmla="*/ 37 h 58"/>
              <a:gd name="T28" fmla="*/ 21 w 70"/>
              <a:gd name="T29" fmla="*/ 35 h 58"/>
              <a:gd name="T30" fmla="*/ 18 w 70"/>
              <a:gd name="T31" fmla="*/ 33 h 58"/>
              <a:gd name="T32" fmla="*/ 15 w 70"/>
              <a:gd name="T33" fmla="*/ 30 h 58"/>
              <a:gd name="T34" fmla="*/ 13 w 70"/>
              <a:gd name="T35" fmla="*/ 27 h 58"/>
              <a:gd name="T36" fmla="*/ 10 w 70"/>
              <a:gd name="T37" fmla="*/ 24 h 58"/>
              <a:gd name="T38" fmla="*/ 8 w 70"/>
              <a:gd name="T39" fmla="*/ 21 h 58"/>
              <a:gd name="T40" fmla="*/ 6 w 70"/>
              <a:gd name="T41" fmla="*/ 18 h 58"/>
              <a:gd name="T42" fmla="*/ 5 w 70"/>
              <a:gd name="T43" fmla="*/ 15 h 58"/>
              <a:gd name="T44" fmla="*/ 3 w 70"/>
              <a:gd name="T45" fmla="*/ 13 h 58"/>
              <a:gd name="T46" fmla="*/ 2 w 70"/>
              <a:gd name="T47" fmla="*/ 11 h 58"/>
              <a:gd name="T48" fmla="*/ 1 w 70"/>
              <a:gd name="T49" fmla="*/ 8 h 58"/>
              <a:gd name="T50" fmla="*/ 1 w 70"/>
              <a:gd name="T51" fmla="*/ 6 h 58"/>
              <a:gd name="T52" fmla="*/ 0 w 70"/>
              <a:gd name="T53" fmla="*/ 5 h 58"/>
              <a:gd name="T54" fmla="*/ 0 w 70"/>
              <a:gd name="T55" fmla="*/ 3 h 58"/>
              <a:gd name="T56" fmla="*/ 0 w 70"/>
              <a:gd name="T57" fmla="*/ 2 h 58"/>
              <a:gd name="T58" fmla="*/ 1 w 70"/>
              <a:gd name="T59" fmla="*/ 1 h 58"/>
              <a:gd name="T60" fmla="*/ 2 w 70"/>
              <a:gd name="T61" fmla="*/ 1 h 58"/>
              <a:gd name="T62" fmla="*/ 3 w 70"/>
              <a:gd name="T63" fmla="*/ 1 h 58"/>
              <a:gd name="T64" fmla="*/ 5 w 70"/>
              <a:gd name="T65" fmla="*/ 0 h 58"/>
              <a:gd name="T66" fmla="*/ 8 w 70"/>
              <a:gd name="T67" fmla="*/ 0 h 58"/>
              <a:gd name="T68" fmla="*/ 10 w 70"/>
              <a:gd name="T69" fmla="*/ 0 h 58"/>
              <a:gd name="T70" fmla="*/ 13 w 70"/>
              <a:gd name="T71" fmla="*/ 0 h 58"/>
              <a:gd name="T72" fmla="*/ 15 w 70"/>
              <a:gd name="T73" fmla="*/ 1 h 58"/>
              <a:gd name="T74" fmla="*/ 18 w 70"/>
              <a:gd name="T75" fmla="*/ 2 h 58"/>
              <a:gd name="T76" fmla="*/ 21 w 70"/>
              <a:gd name="T77" fmla="*/ 4 h 58"/>
              <a:gd name="T78" fmla="*/ 24 w 70"/>
              <a:gd name="T79" fmla="*/ 5 h 58"/>
              <a:gd name="T80" fmla="*/ 27 w 70"/>
              <a:gd name="T81" fmla="*/ 7 h 58"/>
              <a:gd name="T82" fmla="*/ 30 w 70"/>
              <a:gd name="T83" fmla="*/ 9 h 58"/>
              <a:gd name="T84" fmla="*/ 37 w 70"/>
              <a:gd name="T85" fmla="*/ 14 h 58"/>
              <a:gd name="T86" fmla="*/ 44 w 70"/>
              <a:gd name="T87" fmla="*/ 19 h 58"/>
              <a:gd name="T88" fmla="*/ 51 w 70"/>
              <a:gd name="T89" fmla="*/ 25 h 58"/>
              <a:gd name="T90" fmla="*/ 54 w 70"/>
              <a:gd name="T91" fmla="*/ 28 h 58"/>
              <a:gd name="T92" fmla="*/ 57 w 70"/>
              <a:gd name="T93" fmla="*/ 30 h 58"/>
              <a:gd name="T94" fmla="*/ 59 w 70"/>
              <a:gd name="T95" fmla="*/ 33 h 58"/>
              <a:gd name="T96" fmla="*/ 61 w 70"/>
              <a:gd name="T97" fmla="*/ 36 h 58"/>
              <a:gd name="T98" fmla="*/ 63 w 70"/>
              <a:gd name="T99" fmla="*/ 38 h 58"/>
              <a:gd name="T100" fmla="*/ 65 w 70"/>
              <a:gd name="T101" fmla="*/ 41 h 58"/>
              <a:gd name="T102" fmla="*/ 66 w 70"/>
              <a:gd name="T103" fmla="*/ 43 h 58"/>
              <a:gd name="T104" fmla="*/ 67 w 70"/>
              <a:gd name="T105" fmla="*/ 45 h 58"/>
              <a:gd name="T106" fmla="*/ 68 w 70"/>
              <a:gd name="T107" fmla="*/ 47 h 58"/>
              <a:gd name="T108" fmla="*/ 68 w 70"/>
              <a:gd name="T109" fmla="*/ 49 h 58"/>
              <a:gd name="T110" fmla="*/ 69 w 70"/>
              <a:gd name="T111" fmla="*/ 51 h 58"/>
              <a:gd name="T112" fmla="*/ 68 w 70"/>
              <a:gd name="T113" fmla="*/ 52 h 58"/>
              <a:gd name="T114" fmla="*/ 68 w 70"/>
              <a:gd name="T115" fmla="*/ 54 h 58"/>
              <a:gd name="T116" fmla="*/ 67 w 70"/>
              <a:gd name="T117" fmla="*/ 55 h 58"/>
              <a:gd name="T118" fmla="*/ 66 w 70"/>
              <a:gd name="T119" fmla="*/ 56 h 58"/>
              <a:gd name="T120" fmla="*/ 65 w 70"/>
              <a:gd name="T121" fmla="*/ 57 h 5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0"/>
              <a:gd name="T184" fmla="*/ 0 h 58"/>
              <a:gd name="T185" fmla="*/ 70 w 70"/>
              <a:gd name="T186" fmla="*/ 58 h 5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0" h="58">
                <a:moveTo>
                  <a:pt x="65" y="57"/>
                </a:moveTo>
                <a:lnTo>
                  <a:pt x="64" y="56"/>
                </a:lnTo>
                <a:lnTo>
                  <a:pt x="62" y="56"/>
                </a:lnTo>
                <a:lnTo>
                  <a:pt x="60" y="55"/>
                </a:lnTo>
                <a:lnTo>
                  <a:pt x="57" y="55"/>
                </a:lnTo>
                <a:lnTo>
                  <a:pt x="55" y="53"/>
                </a:lnTo>
                <a:lnTo>
                  <a:pt x="52" y="52"/>
                </a:lnTo>
                <a:lnTo>
                  <a:pt x="49" y="51"/>
                </a:lnTo>
                <a:lnTo>
                  <a:pt x="46" y="49"/>
                </a:lnTo>
                <a:lnTo>
                  <a:pt x="42" y="47"/>
                </a:lnTo>
                <a:lnTo>
                  <a:pt x="35" y="44"/>
                </a:lnTo>
                <a:lnTo>
                  <a:pt x="32" y="41"/>
                </a:lnTo>
                <a:lnTo>
                  <a:pt x="28" y="39"/>
                </a:lnTo>
                <a:lnTo>
                  <a:pt x="25" y="37"/>
                </a:lnTo>
                <a:lnTo>
                  <a:pt x="21" y="35"/>
                </a:lnTo>
                <a:lnTo>
                  <a:pt x="18" y="33"/>
                </a:lnTo>
                <a:lnTo>
                  <a:pt x="15" y="30"/>
                </a:lnTo>
                <a:lnTo>
                  <a:pt x="13" y="27"/>
                </a:lnTo>
                <a:lnTo>
                  <a:pt x="10" y="24"/>
                </a:lnTo>
                <a:lnTo>
                  <a:pt x="8" y="21"/>
                </a:lnTo>
                <a:lnTo>
                  <a:pt x="6" y="18"/>
                </a:lnTo>
                <a:lnTo>
                  <a:pt x="5" y="15"/>
                </a:lnTo>
                <a:lnTo>
                  <a:pt x="3" y="13"/>
                </a:lnTo>
                <a:lnTo>
                  <a:pt x="2" y="11"/>
                </a:lnTo>
                <a:lnTo>
                  <a:pt x="1" y="8"/>
                </a:lnTo>
                <a:lnTo>
                  <a:pt x="1" y="6"/>
                </a:lnTo>
                <a:lnTo>
                  <a:pt x="0" y="5"/>
                </a:lnTo>
                <a:lnTo>
                  <a:pt x="0" y="3"/>
                </a:lnTo>
                <a:lnTo>
                  <a:pt x="0" y="2"/>
                </a:lnTo>
                <a:lnTo>
                  <a:pt x="1" y="1"/>
                </a:lnTo>
                <a:lnTo>
                  <a:pt x="2" y="1"/>
                </a:lnTo>
                <a:lnTo>
                  <a:pt x="3" y="1"/>
                </a:lnTo>
                <a:lnTo>
                  <a:pt x="5" y="0"/>
                </a:lnTo>
                <a:lnTo>
                  <a:pt x="8" y="0"/>
                </a:lnTo>
                <a:lnTo>
                  <a:pt x="10" y="0"/>
                </a:lnTo>
                <a:lnTo>
                  <a:pt x="13" y="0"/>
                </a:lnTo>
                <a:lnTo>
                  <a:pt x="15" y="1"/>
                </a:lnTo>
                <a:lnTo>
                  <a:pt x="18" y="2"/>
                </a:lnTo>
                <a:lnTo>
                  <a:pt x="21" y="4"/>
                </a:lnTo>
                <a:lnTo>
                  <a:pt x="24" y="5"/>
                </a:lnTo>
                <a:lnTo>
                  <a:pt x="27" y="7"/>
                </a:lnTo>
                <a:lnTo>
                  <a:pt x="30" y="9"/>
                </a:lnTo>
                <a:lnTo>
                  <a:pt x="37" y="14"/>
                </a:lnTo>
                <a:lnTo>
                  <a:pt x="44" y="19"/>
                </a:lnTo>
                <a:lnTo>
                  <a:pt x="51" y="25"/>
                </a:lnTo>
                <a:lnTo>
                  <a:pt x="54" y="28"/>
                </a:lnTo>
                <a:lnTo>
                  <a:pt x="57" y="30"/>
                </a:lnTo>
                <a:lnTo>
                  <a:pt x="59" y="33"/>
                </a:lnTo>
                <a:lnTo>
                  <a:pt x="61" y="36"/>
                </a:lnTo>
                <a:lnTo>
                  <a:pt x="63" y="38"/>
                </a:lnTo>
                <a:lnTo>
                  <a:pt x="65" y="41"/>
                </a:lnTo>
                <a:lnTo>
                  <a:pt x="66" y="43"/>
                </a:lnTo>
                <a:lnTo>
                  <a:pt x="67" y="45"/>
                </a:lnTo>
                <a:lnTo>
                  <a:pt x="68" y="47"/>
                </a:lnTo>
                <a:lnTo>
                  <a:pt x="68" y="49"/>
                </a:lnTo>
                <a:lnTo>
                  <a:pt x="69" y="51"/>
                </a:lnTo>
                <a:lnTo>
                  <a:pt x="68" y="52"/>
                </a:lnTo>
                <a:lnTo>
                  <a:pt x="68" y="54"/>
                </a:lnTo>
                <a:lnTo>
                  <a:pt x="67" y="55"/>
                </a:lnTo>
                <a:lnTo>
                  <a:pt x="66" y="56"/>
                </a:lnTo>
                <a:lnTo>
                  <a:pt x="65" y="57"/>
                </a:lnTo>
              </a:path>
            </a:pathLst>
          </a:custGeom>
          <a:solidFill>
            <a:srgbClr val="CECECE"/>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13" name="Freeform 36">
            <a:extLst>
              <a:ext uri="{FF2B5EF4-FFF2-40B4-BE49-F238E27FC236}">
                <a16:creationId xmlns:a16="http://schemas.microsoft.com/office/drawing/2014/main" id="{A1AEE3A0-7A1B-FAD4-1E20-C25A89AF5994}"/>
              </a:ext>
            </a:extLst>
          </p:cNvPr>
          <p:cNvSpPr>
            <a:spLocks/>
          </p:cNvSpPr>
          <p:nvPr/>
        </p:nvSpPr>
        <p:spPr bwMode="auto">
          <a:xfrm>
            <a:off x="6623050" y="2425700"/>
            <a:ext cx="1538288" cy="1489075"/>
          </a:xfrm>
          <a:custGeom>
            <a:avLst/>
            <a:gdLst>
              <a:gd name="T0" fmla="*/ 812 w 969"/>
              <a:gd name="T1" fmla="*/ 99 h 938"/>
              <a:gd name="T2" fmla="*/ 819 w 969"/>
              <a:gd name="T3" fmla="*/ 104 h 938"/>
              <a:gd name="T4" fmla="*/ 825 w 969"/>
              <a:gd name="T5" fmla="*/ 109 h 938"/>
              <a:gd name="T6" fmla="*/ 830 w 969"/>
              <a:gd name="T7" fmla="*/ 115 h 938"/>
              <a:gd name="T8" fmla="*/ 834 w 969"/>
              <a:gd name="T9" fmla="*/ 124 h 938"/>
              <a:gd name="T10" fmla="*/ 839 w 969"/>
              <a:gd name="T11" fmla="*/ 145 h 938"/>
              <a:gd name="T12" fmla="*/ 860 w 969"/>
              <a:gd name="T13" fmla="*/ 241 h 938"/>
              <a:gd name="T14" fmla="*/ 892 w 969"/>
              <a:gd name="T15" fmla="*/ 391 h 938"/>
              <a:gd name="T16" fmla="*/ 927 w 969"/>
              <a:gd name="T17" fmla="*/ 552 h 938"/>
              <a:gd name="T18" fmla="*/ 954 w 969"/>
              <a:gd name="T19" fmla="*/ 681 h 938"/>
              <a:gd name="T20" fmla="*/ 967 w 969"/>
              <a:gd name="T21" fmla="*/ 737 h 938"/>
              <a:gd name="T22" fmla="*/ 968 w 969"/>
              <a:gd name="T23" fmla="*/ 747 h 938"/>
              <a:gd name="T24" fmla="*/ 966 w 969"/>
              <a:gd name="T25" fmla="*/ 757 h 938"/>
              <a:gd name="T26" fmla="*/ 963 w 969"/>
              <a:gd name="T27" fmla="*/ 765 h 938"/>
              <a:gd name="T28" fmla="*/ 957 w 969"/>
              <a:gd name="T29" fmla="*/ 771 h 938"/>
              <a:gd name="T30" fmla="*/ 948 w 969"/>
              <a:gd name="T31" fmla="*/ 776 h 938"/>
              <a:gd name="T32" fmla="*/ 921 w 969"/>
              <a:gd name="T33" fmla="*/ 784 h 938"/>
              <a:gd name="T34" fmla="*/ 825 w 969"/>
              <a:gd name="T35" fmla="*/ 812 h 938"/>
              <a:gd name="T36" fmla="*/ 691 w 969"/>
              <a:gd name="T37" fmla="*/ 852 h 938"/>
              <a:gd name="T38" fmla="*/ 552 w 969"/>
              <a:gd name="T39" fmla="*/ 892 h 938"/>
              <a:gd name="T40" fmla="*/ 445 w 969"/>
              <a:gd name="T41" fmla="*/ 923 h 938"/>
              <a:gd name="T42" fmla="*/ 406 w 969"/>
              <a:gd name="T43" fmla="*/ 934 h 938"/>
              <a:gd name="T44" fmla="*/ 399 w 969"/>
              <a:gd name="T45" fmla="*/ 937 h 938"/>
              <a:gd name="T46" fmla="*/ 393 w 969"/>
              <a:gd name="T47" fmla="*/ 937 h 938"/>
              <a:gd name="T48" fmla="*/ 387 w 969"/>
              <a:gd name="T49" fmla="*/ 936 h 938"/>
              <a:gd name="T50" fmla="*/ 378 w 969"/>
              <a:gd name="T51" fmla="*/ 931 h 938"/>
              <a:gd name="T52" fmla="*/ 364 w 969"/>
              <a:gd name="T53" fmla="*/ 924 h 938"/>
              <a:gd name="T54" fmla="*/ 327 w 969"/>
              <a:gd name="T55" fmla="*/ 901 h 938"/>
              <a:gd name="T56" fmla="*/ 281 w 969"/>
              <a:gd name="T57" fmla="*/ 873 h 938"/>
              <a:gd name="T58" fmla="*/ 232 w 969"/>
              <a:gd name="T59" fmla="*/ 845 h 938"/>
              <a:gd name="T60" fmla="*/ 189 w 969"/>
              <a:gd name="T61" fmla="*/ 820 h 938"/>
              <a:gd name="T62" fmla="*/ 161 w 969"/>
              <a:gd name="T63" fmla="*/ 805 h 938"/>
              <a:gd name="T64" fmla="*/ 157 w 969"/>
              <a:gd name="T65" fmla="*/ 799 h 938"/>
              <a:gd name="T66" fmla="*/ 153 w 969"/>
              <a:gd name="T67" fmla="*/ 793 h 938"/>
              <a:gd name="T68" fmla="*/ 150 w 969"/>
              <a:gd name="T69" fmla="*/ 786 h 938"/>
              <a:gd name="T70" fmla="*/ 145 w 969"/>
              <a:gd name="T71" fmla="*/ 776 h 938"/>
              <a:gd name="T72" fmla="*/ 139 w 969"/>
              <a:gd name="T73" fmla="*/ 752 h 938"/>
              <a:gd name="T74" fmla="*/ 116 w 969"/>
              <a:gd name="T75" fmla="*/ 657 h 938"/>
              <a:gd name="T76" fmla="*/ 83 w 969"/>
              <a:gd name="T77" fmla="*/ 521 h 938"/>
              <a:gd name="T78" fmla="*/ 47 w 969"/>
              <a:gd name="T79" fmla="*/ 375 h 938"/>
              <a:gd name="T80" fmla="*/ 17 w 969"/>
              <a:gd name="T81" fmla="*/ 255 h 938"/>
              <a:gd name="T82" fmla="*/ 1 w 969"/>
              <a:gd name="T83" fmla="*/ 193 h 938"/>
              <a:gd name="T84" fmla="*/ 0 w 969"/>
              <a:gd name="T85" fmla="*/ 181 h 938"/>
              <a:gd name="T86" fmla="*/ 0 w 969"/>
              <a:gd name="T87" fmla="*/ 173 h 938"/>
              <a:gd name="T88" fmla="*/ 4 w 969"/>
              <a:gd name="T89" fmla="*/ 167 h 938"/>
              <a:gd name="T90" fmla="*/ 10 w 969"/>
              <a:gd name="T91" fmla="*/ 162 h 938"/>
              <a:gd name="T92" fmla="*/ 19 w 969"/>
              <a:gd name="T93" fmla="*/ 158 h 938"/>
              <a:gd name="T94" fmla="*/ 56 w 969"/>
              <a:gd name="T95" fmla="*/ 147 h 938"/>
              <a:gd name="T96" fmla="*/ 158 w 969"/>
              <a:gd name="T97" fmla="*/ 117 h 938"/>
              <a:gd name="T98" fmla="*/ 291 w 969"/>
              <a:gd name="T99" fmla="*/ 78 h 938"/>
              <a:gd name="T100" fmla="*/ 422 w 969"/>
              <a:gd name="T101" fmla="*/ 39 h 938"/>
              <a:gd name="T102" fmla="*/ 516 w 969"/>
              <a:gd name="T103" fmla="*/ 12 h 938"/>
              <a:gd name="T104" fmla="*/ 547 w 969"/>
              <a:gd name="T105" fmla="*/ 3 h 938"/>
              <a:gd name="T106" fmla="*/ 556 w 969"/>
              <a:gd name="T107" fmla="*/ 1 h 938"/>
              <a:gd name="T108" fmla="*/ 564 w 969"/>
              <a:gd name="T109" fmla="*/ 0 h 938"/>
              <a:gd name="T110" fmla="*/ 575 w 969"/>
              <a:gd name="T111" fmla="*/ 1 h 938"/>
              <a:gd name="T112" fmla="*/ 584 w 969"/>
              <a:gd name="T113" fmla="*/ 3 h 938"/>
              <a:gd name="T114" fmla="*/ 609 w 969"/>
              <a:gd name="T115" fmla="*/ 14 h 938"/>
              <a:gd name="T116" fmla="*/ 651 w 969"/>
              <a:gd name="T117" fmla="*/ 32 h 938"/>
              <a:gd name="T118" fmla="*/ 715 w 969"/>
              <a:gd name="T119" fmla="*/ 59 h 938"/>
              <a:gd name="T120" fmla="*/ 760 w 969"/>
              <a:gd name="T121" fmla="*/ 78 h 938"/>
              <a:gd name="T122" fmla="*/ 797 w 969"/>
              <a:gd name="T123" fmla="*/ 93 h 9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69"/>
              <a:gd name="T187" fmla="*/ 0 h 938"/>
              <a:gd name="T188" fmla="*/ 969 w 969"/>
              <a:gd name="T189" fmla="*/ 938 h 93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69" h="938">
                <a:moveTo>
                  <a:pt x="806" y="97"/>
                </a:moveTo>
                <a:lnTo>
                  <a:pt x="809" y="98"/>
                </a:lnTo>
                <a:lnTo>
                  <a:pt x="812" y="99"/>
                </a:lnTo>
                <a:lnTo>
                  <a:pt x="814" y="101"/>
                </a:lnTo>
                <a:lnTo>
                  <a:pt x="817" y="102"/>
                </a:lnTo>
                <a:lnTo>
                  <a:pt x="819" y="104"/>
                </a:lnTo>
                <a:lnTo>
                  <a:pt x="821" y="105"/>
                </a:lnTo>
                <a:lnTo>
                  <a:pt x="823" y="107"/>
                </a:lnTo>
                <a:lnTo>
                  <a:pt x="825" y="109"/>
                </a:lnTo>
                <a:lnTo>
                  <a:pt x="827" y="111"/>
                </a:lnTo>
                <a:lnTo>
                  <a:pt x="829" y="113"/>
                </a:lnTo>
                <a:lnTo>
                  <a:pt x="830" y="115"/>
                </a:lnTo>
                <a:lnTo>
                  <a:pt x="832" y="118"/>
                </a:lnTo>
                <a:lnTo>
                  <a:pt x="833" y="121"/>
                </a:lnTo>
                <a:lnTo>
                  <a:pt x="834" y="124"/>
                </a:lnTo>
                <a:lnTo>
                  <a:pt x="835" y="128"/>
                </a:lnTo>
                <a:lnTo>
                  <a:pt x="836" y="132"/>
                </a:lnTo>
                <a:lnTo>
                  <a:pt x="839" y="145"/>
                </a:lnTo>
                <a:lnTo>
                  <a:pt x="844" y="169"/>
                </a:lnTo>
                <a:lnTo>
                  <a:pt x="851" y="201"/>
                </a:lnTo>
                <a:lnTo>
                  <a:pt x="860" y="241"/>
                </a:lnTo>
                <a:lnTo>
                  <a:pt x="870" y="287"/>
                </a:lnTo>
                <a:lnTo>
                  <a:pt x="881" y="337"/>
                </a:lnTo>
                <a:lnTo>
                  <a:pt x="892" y="391"/>
                </a:lnTo>
                <a:lnTo>
                  <a:pt x="904" y="445"/>
                </a:lnTo>
                <a:lnTo>
                  <a:pt x="915" y="499"/>
                </a:lnTo>
                <a:lnTo>
                  <a:pt x="927" y="552"/>
                </a:lnTo>
                <a:lnTo>
                  <a:pt x="937" y="600"/>
                </a:lnTo>
                <a:lnTo>
                  <a:pt x="946" y="644"/>
                </a:lnTo>
                <a:lnTo>
                  <a:pt x="954" y="681"/>
                </a:lnTo>
                <a:lnTo>
                  <a:pt x="961" y="710"/>
                </a:lnTo>
                <a:lnTo>
                  <a:pt x="965" y="729"/>
                </a:lnTo>
                <a:lnTo>
                  <a:pt x="967" y="737"/>
                </a:lnTo>
                <a:lnTo>
                  <a:pt x="967" y="740"/>
                </a:lnTo>
                <a:lnTo>
                  <a:pt x="968" y="744"/>
                </a:lnTo>
                <a:lnTo>
                  <a:pt x="968" y="747"/>
                </a:lnTo>
                <a:lnTo>
                  <a:pt x="967" y="751"/>
                </a:lnTo>
                <a:lnTo>
                  <a:pt x="967" y="754"/>
                </a:lnTo>
                <a:lnTo>
                  <a:pt x="966" y="757"/>
                </a:lnTo>
                <a:lnTo>
                  <a:pt x="965" y="760"/>
                </a:lnTo>
                <a:lnTo>
                  <a:pt x="964" y="763"/>
                </a:lnTo>
                <a:lnTo>
                  <a:pt x="963" y="765"/>
                </a:lnTo>
                <a:lnTo>
                  <a:pt x="961" y="768"/>
                </a:lnTo>
                <a:lnTo>
                  <a:pt x="959" y="770"/>
                </a:lnTo>
                <a:lnTo>
                  <a:pt x="957" y="771"/>
                </a:lnTo>
                <a:lnTo>
                  <a:pt x="954" y="773"/>
                </a:lnTo>
                <a:lnTo>
                  <a:pt x="951" y="775"/>
                </a:lnTo>
                <a:lnTo>
                  <a:pt x="948" y="776"/>
                </a:lnTo>
                <a:lnTo>
                  <a:pt x="945" y="777"/>
                </a:lnTo>
                <a:lnTo>
                  <a:pt x="938" y="779"/>
                </a:lnTo>
                <a:lnTo>
                  <a:pt x="921" y="784"/>
                </a:lnTo>
                <a:lnTo>
                  <a:pt x="895" y="791"/>
                </a:lnTo>
                <a:lnTo>
                  <a:pt x="863" y="801"/>
                </a:lnTo>
                <a:lnTo>
                  <a:pt x="825" y="812"/>
                </a:lnTo>
                <a:lnTo>
                  <a:pt x="783" y="825"/>
                </a:lnTo>
                <a:lnTo>
                  <a:pt x="738" y="838"/>
                </a:lnTo>
                <a:lnTo>
                  <a:pt x="691" y="852"/>
                </a:lnTo>
                <a:lnTo>
                  <a:pt x="643" y="865"/>
                </a:lnTo>
                <a:lnTo>
                  <a:pt x="597" y="879"/>
                </a:lnTo>
                <a:lnTo>
                  <a:pt x="552" y="892"/>
                </a:lnTo>
                <a:lnTo>
                  <a:pt x="511" y="904"/>
                </a:lnTo>
                <a:lnTo>
                  <a:pt x="475" y="914"/>
                </a:lnTo>
                <a:lnTo>
                  <a:pt x="445" y="923"/>
                </a:lnTo>
                <a:lnTo>
                  <a:pt x="423" y="929"/>
                </a:lnTo>
                <a:lnTo>
                  <a:pt x="409" y="933"/>
                </a:lnTo>
                <a:lnTo>
                  <a:pt x="406" y="934"/>
                </a:lnTo>
                <a:lnTo>
                  <a:pt x="404" y="935"/>
                </a:lnTo>
                <a:lnTo>
                  <a:pt x="402" y="936"/>
                </a:lnTo>
                <a:lnTo>
                  <a:pt x="399" y="937"/>
                </a:lnTo>
                <a:lnTo>
                  <a:pt x="397" y="937"/>
                </a:lnTo>
                <a:lnTo>
                  <a:pt x="395" y="937"/>
                </a:lnTo>
                <a:lnTo>
                  <a:pt x="393" y="937"/>
                </a:lnTo>
                <a:lnTo>
                  <a:pt x="391" y="937"/>
                </a:lnTo>
                <a:lnTo>
                  <a:pt x="389" y="936"/>
                </a:lnTo>
                <a:lnTo>
                  <a:pt x="387" y="936"/>
                </a:lnTo>
                <a:lnTo>
                  <a:pt x="385" y="935"/>
                </a:lnTo>
                <a:lnTo>
                  <a:pt x="382" y="934"/>
                </a:lnTo>
                <a:lnTo>
                  <a:pt x="378" y="931"/>
                </a:lnTo>
                <a:lnTo>
                  <a:pt x="375" y="930"/>
                </a:lnTo>
                <a:lnTo>
                  <a:pt x="373" y="929"/>
                </a:lnTo>
                <a:lnTo>
                  <a:pt x="364" y="924"/>
                </a:lnTo>
                <a:lnTo>
                  <a:pt x="353" y="917"/>
                </a:lnTo>
                <a:lnTo>
                  <a:pt x="341" y="910"/>
                </a:lnTo>
                <a:lnTo>
                  <a:pt x="327" y="901"/>
                </a:lnTo>
                <a:lnTo>
                  <a:pt x="312" y="893"/>
                </a:lnTo>
                <a:lnTo>
                  <a:pt x="297" y="883"/>
                </a:lnTo>
                <a:lnTo>
                  <a:pt x="281" y="873"/>
                </a:lnTo>
                <a:lnTo>
                  <a:pt x="264" y="864"/>
                </a:lnTo>
                <a:lnTo>
                  <a:pt x="248" y="854"/>
                </a:lnTo>
                <a:lnTo>
                  <a:pt x="232" y="845"/>
                </a:lnTo>
                <a:lnTo>
                  <a:pt x="217" y="836"/>
                </a:lnTo>
                <a:lnTo>
                  <a:pt x="202" y="827"/>
                </a:lnTo>
                <a:lnTo>
                  <a:pt x="189" y="820"/>
                </a:lnTo>
                <a:lnTo>
                  <a:pt x="178" y="813"/>
                </a:lnTo>
                <a:lnTo>
                  <a:pt x="169" y="808"/>
                </a:lnTo>
                <a:lnTo>
                  <a:pt x="161" y="805"/>
                </a:lnTo>
                <a:lnTo>
                  <a:pt x="160" y="803"/>
                </a:lnTo>
                <a:lnTo>
                  <a:pt x="158" y="801"/>
                </a:lnTo>
                <a:lnTo>
                  <a:pt x="157" y="799"/>
                </a:lnTo>
                <a:lnTo>
                  <a:pt x="156" y="797"/>
                </a:lnTo>
                <a:lnTo>
                  <a:pt x="155" y="795"/>
                </a:lnTo>
                <a:lnTo>
                  <a:pt x="153" y="793"/>
                </a:lnTo>
                <a:lnTo>
                  <a:pt x="152" y="791"/>
                </a:lnTo>
                <a:lnTo>
                  <a:pt x="151" y="788"/>
                </a:lnTo>
                <a:lnTo>
                  <a:pt x="150" y="786"/>
                </a:lnTo>
                <a:lnTo>
                  <a:pt x="148" y="783"/>
                </a:lnTo>
                <a:lnTo>
                  <a:pt x="146" y="778"/>
                </a:lnTo>
                <a:lnTo>
                  <a:pt x="145" y="776"/>
                </a:lnTo>
                <a:lnTo>
                  <a:pt x="144" y="771"/>
                </a:lnTo>
                <a:lnTo>
                  <a:pt x="143" y="769"/>
                </a:lnTo>
                <a:lnTo>
                  <a:pt x="139" y="752"/>
                </a:lnTo>
                <a:lnTo>
                  <a:pt x="133" y="727"/>
                </a:lnTo>
                <a:lnTo>
                  <a:pt x="125" y="695"/>
                </a:lnTo>
                <a:lnTo>
                  <a:pt x="116" y="657"/>
                </a:lnTo>
                <a:lnTo>
                  <a:pt x="106" y="615"/>
                </a:lnTo>
                <a:lnTo>
                  <a:pt x="94" y="569"/>
                </a:lnTo>
                <a:lnTo>
                  <a:pt x="83" y="521"/>
                </a:lnTo>
                <a:lnTo>
                  <a:pt x="71" y="472"/>
                </a:lnTo>
                <a:lnTo>
                  <a:pt x="59" y="423"/>
                </a:lnTo>
                <a:lnTo>
                  <a:pt x="47" y="375"/>
                </a:lnTo>
                <a:lnTo>
                  <a:pt x="36" y="331"/>
                </a:lnTo>
                <a:lnTo>
                  <a:pt x="26" y="290"/>
                </a:lnTo>
                <a:lnTo>
                  <a:pt x="17" y="255"/>
                </a:lnTo>
                <a:lnTo>
                  <a:pt x="10" y="226"/>
                </a:lnTo>
                <a:lnTo>
                  <a:pt x="4" y="205"/>
                </a:lnTo>
                <a:lnTo>
                  <a:pt x="1" y="193"/>
                </a:lnTo>
                <a:lnTo>
                  <a:pt x="0" y="188"/>
                </a:lnTo>
                <a:lnTo>
                  <a:pt x="0" y="184"/>
                </a:lnTo>
                <a:lnTo>
                  <a:pt x="0" y="181"/>
                </a:lnTo>
                <a:lnTo>
                  <a:pt x="0" y="178"/>
                </a:lnTo>
                <a:lnTo>
                  <a:pt x="0" y="175"/>
                </a:lnTo>
                <a:lnTo>
                  <a:pt x="0" y="173"/>
                </a:lnTo>
                <a:lnTo>
                  <a:pt x="1" y="171"/>
                </a:lnTo>
                <a:lnTo>
                  <a:pt x="2" y="169"/>
                </a:lnTo>
                <a:lnTo>
                  <a:pt x="4" y="167"/>
                </a:lnTo>
                <a:lnTo>
                  <a:pt x="5" y="165"/>
                </a:lnTo>
                <a:lnTo>
                  <a:pt x="7" y="164"/>
                </a:lnTo>
                <a:lnTo>
                  <a:pt x="10" y="162"/>
                </a:lnTo>
                <a:lnTo>
                  <a:pt x="12" y="161"/>
                </a:lnTo>
                <a:lnTo>
                  <a:pt x="15" y="159"/>
                </a:lnTo>
                <a:lnTo>
                  <a:pt x="19" y="158"/>
                </a:lnTo>
                <a:lnTo>
                  <a:pt x="23" y="156"/>
                </a:lnTo>
                <a:lnTo>
                  <a:pt x="35" y="153"/>
                </a:lnTo>
                <a:lnTo>
                  <a:pt x="56" y="147"/>
                </a:lnTo>
                <a:lnTo>
                  <a:pt x="84" y="138"/>
                </a:lnTo>
                <a:lnTo>
                  <a:pt x="118" y="128"/>
                </a:lnTo>
                <a:lnTo>
                  <a:pt x="158" y="117"/>
                </a:lnTo>
                <a:lnTo>
                  <a:pt x="200" y="104"/>
                </a:lnTo>
                <a:lnTo>
                  <a:pt x="245" y="91"/>
                </a:lnTo>
                <a:lnTo>
                  <a:pt x="291" y="78"/>
                </a:lnTo>
                <a:lnTo>
                  <a:pt x="337" y="64"/>
                </a:lnTo>
                <a:lnTo>
                  <a:pt x="381" y="51"/>
                </a:lnTo>
                <a:lnTo>
                  <a:pt x="422" y="39"/>
                </a:lnTo>
                <a:lnTo>
                  <a:pt x="459" y="28"/>
                </a:lnTo>
                <a:lnTo>
                  <a:pt x="491" y="19"/>
                </a:lnTo>
                <a:lnTo>
                  <a:pt x="516" y="12"/>
                </a:lnTo>
                <a:lnTo>
                  <a:pt x="533" y="7"/>
                </a:lnTo>
                <a:lnTo>
                  <a:pt x="540" y="4"/>
                </a:lnTo>
                <a:lnTo>
                  <a:pt x="547" y="3"/>
                </a:lnTo>
                <a:lnTo>
                  <a:pt x="550" y="2"/>
                </a:lnTo>
                <a:lnTo>
                  <a:pt x="553" y="2"/>
                </a:lnTo>
                <a:lnTo>
                  <a:pt x="556" y="1"/>
                </a:lnTo>
                <a:lnTo>
                  <a:pt x="558" y="1"/>
                </a:lnTo>
                <a:lnTo>
                  <a:pt x="561" y="0"/>
                </a:lnTo>
                <a:lnTo>
                  <a:pt x="564" y="0"/>
                </a:lnTo>
                <a:lnTo>
                  <a:pt x="569" y="0"/>
                </a:lnTo>
                <a:lnTo>
                  <a:pt x="572" y="0"/>
                </a:lnTo>
                <a:lnTo>
                  <a:pt x="575" y="1"/>
                </a:lnTo>
                <a:lnTo>
                  <a:pt x="578" y="1"/>
                </a:lnTo>
                <a:lnTo>
                  <a:pt x="581" y="2"/>
                </a:lnTo>
                <a:lnTo>
                  <a:pt x="584" y="3"/>
                </a:lnTo>
                <a:lnTo>
                  <a:pt x="588" y="4"/>
                </a:lnTo>
                <a:lnTo>
                  <a:pt x="598" y="9"/>
                </a:lnTo>
                <a:lnTo>
                  <a:pt x="609" y="14"/>
                </a:lnTo>
                <a:lnTo>
                  <a:pt x="622" y="19"/>
                </a:lnTo>
                <a:lnTo>
                  <a:pt x="636" y="25"/>
                </a:lnTo>
                <a:lnTo>
                  <a:pt x="651" y="32"/>
                </a:lnTo>
                <a:lnTo>
                  <a:pt x="666" y="38"/>
                </a:lnTo>
                <a:lnTo>
                  <a:pt x="682" y="45"/>
                </a:lnTo>
                <a:lnTo>
                  <a:pt x="715" y="59"/>
                </a:lnTo>
                <a:lnTo>
                  <a:pt x="731" y="66"/>
                </a:lnTo>
                <a:lnTo>
                  <a:pt x="746" y="72"/>
                </a:lnTo>
                <a:lnTo>
                  <a:pt x="760" y="78"/>
                </a:lnTo>
                <a:lnTo>
                  <a:pt x="774" y="84"/>
                </a:lnTo>
                <a:lnTo>
                  <a:pt x="786" y="89"/>
                </a:lnTo>
                <a:lnTo>
                  <a:pt x="797" y="93"/>
                </a:lnTo>
                <a:lnTo>
                  <a:pt x="806" y="97"/>
                </a:lnTo>
              </a:path>
            </a:pathLst>
          </a:custGeom>
          <a:solidFill>
            <a:srgbClr val="618FFD"/>
          </a:solidFill>
          <a:ln w="254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14" name="Freeform 37">
            <a:extLst>
              <a:ext uri="{FF2B5EF4-FFF2-40B4-BE49-F238E27FC236}">
                <a16:creationId xmlns:a16="http://schemas.microsoft.com/office/drawing/2014/main" id="{C589A7B3-0508-143A-4D87-CD804C8006AC}"/>
              </a:ext>
            </a:extLst>
          </p:cNvPr>
          <p:cNvSpPr>
            <a:spLocks/>
          </p:cNvSpPr>
          <p:nvPr/>
        </p:nvSpPr>
        <p:spPr bwMode="auto">
          <a:xfrm>
            <a:off x="7010400" y="2617788"/>
            <a:ext cx="882650" cy="311150"/>
          </a:xfrm>
          <a:custGeom>
            <a:avLst/>
            <a:gdLst>
              <a:gd name="T0" fmla="*/ 555 w 556"/>
              <a:gd name="T1" fmla="*/ 0 h 196"/>
              <a:gd name="T2" fmla="*/ 23 w 556"/>
              <a:gd name="T3" fmla="*/ 156 h 196"/>
              <a:gd name="T4" fmla="*/ 20 w 556"/>
              <a:gd name="T5" fmla="*/ 157 h 196"/>
              <a:gd name="T6" fmla="*/ 17 w 556"/>
              <a:gd name="T7" fmla="*/ 158 h 196"/>
              <a:gd name="T8" fmla="*/ 14 w 556"/>
              <a:gd name="T9" fmla="*/ 159 h 196"/>
              <a:gd name="T10" fmla="*/ 11 w 556"/>
              <a:gd name="T11" fmla="*/ 161 h 196"/>
              <a:gd name="T12" fmla="*/ 9 w 556"/>
              <a:gd name="T13" fmla="*/ 163 h 196"/>
              <a:gd name="T14" fmla="*/ 7 w 556"/>
              <a:gd name="T15" fmla="*/ 166 h 196"/>
              <a:gd name="T16" fmla="*/ 5 w 556"/>
              <a:gd name="T17" fmla="*/ 168 h 196"/>
              <a:gd name="T18" fmla="*/ 4 w 556"/>
              <a:gd name="T19" fmla="*/ 171 h 196"/>
              <a:gd name="T20" fmla="*/ 3 w 556"/>
              <a:gd name="T21" fmla="*/ 174 h 196"/>
              <a:gd name="T22" fmla="*/ 2 w 556"/>
              <a:gd name="T23" fmla="*/ 177 h 196"/>
              <a:gd name="T24" fmla="*/ 1 w 556"/>
              <a:gd name="T25" fmla="*/ 180 h 196"/>
              <a:gd name="T26" fmla="*/ 0 w 556"/>
              <a:gd name="T27" fmla="*/ 183 h 196"/>
              <a:gd name="T28" fmla="*/ 0 w 556"/>
              <a:gd name="T29" fmla="*/ 186 h 196"/>
              <a:gd name="T30" fmla="*/ 0 w 556"/>
              <a:gd name="T31" fmla="*/ 189 h 196"/>
              <a:gd name="T32" fmla="*/ 0 w 556"/>
              <a:gd name="T33" fmla="*/ 192 h 196"/>
              <a:gd name="T34" fmla="*/ 1 w 556"/>
              <a:gd name="T35" fmla="*/ 195 h 19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56"/>
              <a:gd name="T55" fmla="*/ 0 h 196"/>
              <a:gd name="T56" fmla="*/ 556 w 556"/>
              <a:gd name="T57" fmla="*/ 196 h 19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56" h="196">
                <a:moveTo>
                  <a:pt x="555" y="0"/>
                </a:moveTo>
                <a:lnTo>
                  <a:pt x="23" y="156"/>
                </a:lnTo>
                <a:lnTo>
                  <a:pt x="20" y="157"/>
                </a:lnTo>
                <a:lnTo>
                  <a:pt x="17" y="158"/>
                </a:lnTo>
                <a:lnTo>
                  <a:pt x="14" y="159"/>
                </a:lnTo>
                <a:lnTo>
                  <a:pt x="11" y="161"/>
                </a:lnTo>
                <a:lnTo>
                  <a:pt x="9" y="163"/>
                </a:lnTo>
                <a:lnTo>
                  <a:pt x="7" y="166"/>
                </a:lnTo>
                <a:lnTo>
                  <a:pt x="5" y="168"/>
                </a:lnTo>
                <a:lnTo>
                  <a:pt x="4" y="171"/>
                </a:lnTo>
                <a:lnTo>
                  <a:pt x="3" y="174"/>
                </a:lnTo>
                <a:lnTo>
                  <a:pt x="2" y="177"/>
                </a:lnTo>
                <a:lnTo>
                  <a:pt x="1" y="180"/>
                </a:lnTo>
                <a:lnTo>
                  <a:pt x="0" y="183"/>
                </a:lnTo>
                <a:lnTo>
                  <a:pt x="0" y="186"/>
                </a:lnTo>
                <a:lnTo>
                  <a:pt x="0" y="189"/>
                </a:lnTo>
                <a:lnTo>
                  <a:pt x="0" y="192"/>
                </a:lnTo>
                <a:lnTo>
                  <a:pt x="1" y="195"/>
                </a:lnTo>
              </a:path>
            </a:pathLst>
          </a:custGeom>
          <a:noFill/>
          <a:ln w="25400" cap="rnd">
            <a:solidFill>
              <a:srgbClr val="CECECE"/>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15" name="Freeform 38">
            <a:extLst>
              <a:ext uri="{FF2B5EF4-FFF2-40B4-BE49-F238E27FC236}">
                <a16:creationId xmlns:a16="http://schemas.microsoft.com/office/drawing/2014/main" id="{E5B85B78-DE8A-C1FC-D75E-70943462C4C9}"/>
              </a:ext>
            </a:extLst>
          </p:cNvPr>
          <p:cNvSpPr>
            <a:spLocks/>
          </p:cNvSpPr>
          <p:nvPr/>
        </p:nvSpPr>
        <p:spPr bwMode="auto">
          <a:xfrm>
            <a:off x="6977063" y="2865438"/>
            <a:ext cx="71437" cy="6350"/>
          </a:xfrm>
          <a:custGeom>
            <a:avLst/>
            <a:gdLst>
              <a:gd name="T0" fmla="*/ 0 w 45"/>
              <a:gd name="T1" fmla="*/ 0 h 4"/>
              <a:gd name="T2" fmla="*/ 2 w 45"/>
              <a:gd name="T3" fmla="*/ 0 h 4"/>
              <a:gd name="T4" fmla="*/ 3 w 45"/>
              <a:gd name="T5" fmla="*/ 1 h 4"/>
              <a:gd name="T6" fmla="*/ 5 w 45"/>
              <a:gd name="T7" fmla="*/ 1 h 4"/>
              <a:gd name="T8" fmla="*/ 8 w 45"/>
              <a:gd name="T9" fmla="*/ 2 h 4"/>
              <a:gd name="T10" fmla="*/ 10 w 45"/>
              <a:gd name="T11" fmla="*/ 2 h 4"/>
              <a:gd name="T12" fmla="*/ 12 w 45"/>
              <a:gd name="T13" fmla="*/ 2 h 4"/>
              <a:gd name="T14" fmla="*/ 15 w 45"/>
              <a:gd name="T15" fmla="*/ 3 h 4"/>
              <a:gd name="T16" fmla="*/ 18 w 45"/>
              <a:gd name="T17" fmla="*/ 3 h 4"/>
              <a:gd name="T18" fmla="*/ 21 w 45"/>
              <a:gd name="T19" fmla="*/ 3 h 4"/>
              <a:gd name="T20" fmla="*/ 24 w 45"/>
              <a:gd name="T21" fmla="*/ 2 h 4"/>
              <a:gd name="T22" fmla="*/ 27 w 45"/>
              <a:gd name="T23" fmla="*/ 2 h 4"/>
              <a:gd name="T24" fmla="*/ 30 w 45"/>
              <a:gd name="T25" fmla="*/ 2 h 4"/>
              <a:gd name="T26" fmla="*/ 34 w 45"/>
              <a:gd name="T27" fmla="*/ 1 h 4"/>
              <a:gd name="T28" fmla="*/ 37 w 45"/>
              <a:gd name="T29" fmla="*/ 1 h 4"/>
              <a:gd name="T30" fmla="*/ 40 w 45"/>
              <a:gd name="T31" fmla="*/ 0 h 4"/>
              <a:gd name="T32" fmla="*/ 44 w 45"/>
              <a:gd name="T33" fmla="*/ 0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4"/>
              <a:gd name="T53" fmla="*/ 45 w 45"/>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4">
                <a:moveTo>
                  <a:pt x="0" y="0"/>
                </a:moveTo>
                <a:lnTo>
                  <a:pt x="2" y="0"/>
                </a:lnTo>
                <a:lnTo>
                  <a:pt x="3" y="1"/>
                </a:lnTo>
                <a:lnTo>
                  <a:pt x="5" y="1"/>
                </a:lnTo>
                <a:lnTo>
                  <a:pt x="8" y="2"/>
                </a:lnTo>
                <a:lnTo>
                  <a:pt x="10" y="2"/>
                </a:lnTo>
                <a:lnTo>
                  <a:pt x="12" y="2"/>
                </a:lnTo>
                <a:lnTo>
                  <a:pt x="15" y="3"/>
                </a:lnTo>
                <a:lnTo>
                  <a:pt x="18" y="3"/>
                </a:lnTo>
                <a:lnTo>
                  <a:pt x="21" y="3"/>
                </a:lnTo>
                <a:lnTo>
                  <a:pt x="24" y="2"/>
                </a:lnTo>
                <a:lnTo>
                  <a:pt x="27" y="2"/>
                </a:lnTo>
                <a:lnTo>
                  <a:pt x="30" y="2"/>
                </a:lnTo>
                <a:lnTo>
                  <a:pt x="34" y="1"/>
                </a:lnTo>
                <a:lnTo>
                  <a:pt x="37" y="1"/>
                </a:lnTo>
                <a:lnTo>
                  <a:pt x="40" y="0"/>
                </a:lnTo>
                <a:lnTo>
                  <a:pt x="44" y="0"/>
                </a:lnTo>
              </a:path>
            </a:pathLst>
          </a:custGeom>
          <a:noFill/>
          <a:ln w="25400" cap="rnd">
            <a:solidFill>
              <a:srgbClr val="CECECE"/>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16" name="Freeform 39">
            <a:extLst>
              <a:ext uri="{FF2B5EF4-FFF2-40B4-BE49-F238E27FC236}">
                <a16:creationId xmlns:a16="http://schemas.microsoft.com/office/drawing/2014/main" id="{52D5C60A-EB19-07D9-66D6-995F9E690AE4}"/>
              </a:ext>
            </a:extLst>
          </p:cNvPr>
          <p:cNvSpPr>
            <a:spLocks/>
          </p:cNvSpPr>
          <p:nvPr/>
        </p:nvSpPr>
        <p:spPr bwMode="auto">
          <a:xfrm>
            <a:off x="7526338" y="2571750"/>
            <a:ext cx="180975" cy="60325"/>
          </a:xfrm>
          <a:custGeom>
            <a:avLst/>
            <a:gdLst>
              <a:gd name="T0" fmla="*/ 77 w 114"/>
              <a:gd name="T1" fmla="*/ 29 h 38"/>
              <a:gd name="T2" fmla="*/ 71 w 114"/>
              <a:gd name="T3" fmla="*/ 30 h 38"/>
              <a:gd name="T4" fmla="*/ 66 w 114"/>
              <a:gd name="T5" fmla="*/ 31 h 38"/>
              <a:gd name="T6" fmla="*/ 60 w 114"/>
              <a:gd name="T7" fmla="*/ 33 h 38"/>
              <a:gd name="T8" fmla="*/ 55 w 114"/>
              <a:gd name="T9" fmla="*/ 34 h 38"/>
              <a:gd name="T10" fmla="*/ 49 w 114"/>
              <a:gd name="T11" fmla="*/ 35 h 38"/>
              <a:gd name="T12" fmla="*/ 44 w 114"/>
              <a:gd name="T13" fmla="*/ 35 h 38"/>
              <a:gd name="T14" fmla="*/ 39 w 114"/>
              <a:gd name="T15" fmla="*/ 36 h 38"/>
              <a:gd name="T16" fmla="*/ 34 w 114"/>
              <a:gd name="T17" fmla="*/ 37 h 38"/>
              <a:gd name="T18" fmla="*/ 29 w 114"/>
              <a:gd name="T19" fmla="*/ 37 h 38"/>
              <a:gd name="T20" fmla="*/ 24 w 114"/>
              <a:gd name="T21" fmla="*/ 37 h 38"/>
              <a:gd name="T22" fmla="*/ 20 w 114"/>
              <a:gd name="T23" fmla="*/ 37 h 38"/>
              <a:gd name="T24" fmla="*/ 16 w 114"/>
              <a:gd name="T25" fmla="*/ 36 h 38"/>
              <a:gd name="T26" fmla="*/ 12 w 114"/>
              <a:gd name="T27" fmla="*/ 36 h 38"/>
              <a:gd name="T28" fmla="*/ 9 w 114"/>
              <a:gd name="T29" fmla="*/ 35 h 38"/>
              <a:gd name="T30" fmla="*/ 6 w 114"/>
              <a:gd name="T31" fmla="*/ 34 h 38"/>
              <a:gd name="T32" fmla="*/ 4 w 114"/>
              <a:gd name="T33" fmla="*/ 33 h 38"/>
              <a:gd name="T34" fmla="*/ 2 w 114"/>
              <a:gd name="T35" fmla="*/ 32 h 38"/>
              <a:gd name="T36" fmla="*/ 1 w 114"/>
              <a:gd name="T37" fmla="*/ 31 h 38"/>
              <a:gd name="T38" fmla="*/ 1 w 114"/>
              <a:gd name="T39" fmla="*/ 30 h 38"/>
              <a:gd name="T40" fmla="*/ 0 w 114"/>
              <a:gd name="T41" fmla="*/ 28 h 38"/>
              <a:gd name="T42" fmla="*/ 1 w 114"/>
              <a:gd name="T43" fmla="*/ 27 h 38"/>
              <a:gd name="T44" fmla="*/ 2 w 114"/>
              <a:gd name="T45" fmla="*/ 25 h 38"/>
              <a:gd name="T46" fmla="*/ 4 w 114"/>
              <a:gd name="T47" fmla="*/ 24 h 38"/>
              <a:gd name="T48" fmla="*/ 6 w 114"/>
              <a:gd name="T49" fmla="*/ 22 h 38"/>
              <a:gd name="T50" fmla="*/ 8 w 114"/>
              <a:gd name="T51" fmla="*/ 20 h 38"/>
              <a:gd name="T52" fmla="*/ 11 w 114"/>
              <a:gd name="T53" fmla="*/ 19 h 38"/>
              <a:gd name="T54" fmla="*/ 14 w 114"/>
              <a:gd name="T55" fmla="*/ 17 h 38"/>
              <a:gd name="T56" fmla="*/ 18 w 114"/>
              <a:gd name="T57" fmla="*/ 15 h 38"/>
              <a:gd name="T58" fmla="*/ 22 w 114"/>
              <a:gd name="T59" fmla="*/ 13 h 38"/>
              <a:gd name="T60" fmla="*/ 27 w 114"/>
              <a:gd name="T61" fmla="*/ 12 h 38"/>
              <a:gd name="T62" fmla="*/ 32 w 114"/>
              <a:gd name="T63" fmla="*/ 10 h 38"/>
              <a:gd name="T64" fmla="*/ 37 w 114"/>
              <a:gd name="T65" fmla="*/ 8 h 38"/>
              <a:gd name="T66" fmla="*/ 42 w 114"/>
              <a:gd name="T67" fmla="*/ 7 h 38"/>
              <a:gd name="T68" fmla="*/ 48 w 114"/>
              <a:gd name="T69" fmla="*/ 6 h 38"/>
              <a:gd name="T70" fmla="*/ 59 w 114"/>
              <a:gd name="T71" fmla="*/ 3 h 38"/>
              <a:gd name="T72" fmla="*/ 65 w 114"/>
              <a:gd name="T73" fmla="*/ 2 h 38"/>
              <a:gd name="T74" fmla="*/ 70 w 114"/>
              <a:gd name="T75" fmla="*/ 2 h 38"/>
              <a:gd name="T76" fmla="*/ 75 w 114"/>
              <a:gd name="T77" fmla="*/ 1 h 38"/>
              <a:gd name="T78" fmla="*/ 80 w 114"/>
              <a:gd name="T79" fmla="*/ 1 h 38"/>
              <a:gd name="T80" fmla="*/ 85 w 114"/>
              <a:gd name="T81" fmla="*/ 0 h 38"/>
              <a:gd name="T82" fmla="*/ 90 w 114"/>
              <a:gd name="T83" fmla="*/ 0 h 38"/>
              <a:gd name="T84" fmla="*/ 94 w 114"/>
              <a:gd name="T85" fmla="*/ 0 h 38"/>
              <a:gd name="T86" fmla="*/ 98 w 114"/>
              <a:gd name="T87" fmla="*/ 1 h 38"/>
              <a:gd name="T88" fmla="*/ 102 w 114"/>
              <a:gd name="T89" fmla="*/ 1 h 38"/>
              <a:gd name="T90" fmla="*/ 105 w 114"/>
              <a:gd name="T91" fmla="*/ 2 h 38"/>
              <a:gd name="T92" fmla="*/ 108 w 114"/>
              <a:gd name="T93" fmla="*/ 3 h 38"/>
              <a:gd name="T94" fmla="*/ 112 w 114"/>
              <a:gd name="T95" fmla="*/ 5 h 38"/>
              <a:gd name="T96" fmla="*/ 113 w 114"/>
              <a:gd name="T97" fmla="*/ 6 h 38"/>
              <a:gd name="T98" fmla="*/ 113 w 114"/>
              <a:gd name="T99" fmla="*/ 8 h 38"/>
              <a:gd name="T100" fmla="*/ 113 w 114"/>
              <a:gd name="T101" fmla="*/ 9 h 38"/>
              <a:gd name="T102" fmla="*/ 113 w 114"/>
              <a:gd name="T103" fmla="*/ 10 h 38"/>
              <a:gd name="T104" fmla="*/ 112 w 114"/>
              <a:gd name="T105" fmla="*/ 12 h 38"/>
              <a:gd name="T106" fmla="*/ 110 w 114"/>
              <a:gd name="T107" fmla="*/ 13 h 38"/>
              <a:gd name="T108" fmla="*/ 108 w 114"/>
              <a:gd name="T109" fmla="*/ 15 h 38"/>
              <a:gd name="T110" fmla="*/ 106 w 114"/>
              <a:gd name="T111" fmla="*/ 17 h 38"/>
              <a:gd name="T112" fmla="*/ 103 w 114"/>
              <a:gd name="T113" fmla="*/ 18 h 38"/>
              <a:gd name="T114" fmla="*/ 100 w 114"/>
              <a:gd name="T115" fmla="*/ 20 h 38"/>
              <a:gd name="T116" fmla="*/ 96 w 114"/>
              <a:gd name="T117" fmla="*/ 22 h 38"/>
              <a:gd name="T118" fmla="*/ 92 w 114"/>
              <a:gd name="T119" fmla="*/ 24 h 38"/>
              <a:gd name="T120" fmla="*/ 87 w 114"/>
              <a:gd name="T121" fmla="*/ 25 h 38"/>
              <a:gd name="T122" fmla="*/ 82 w 114"/>
              <a:gd name="T123" fmla="*/ 27 h 38"/>
              <a:gd name="T124" fmla="*/ 77 w 114"/>
              <a:gd name="T125" fmla="*/ 29 h 3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14"/>
              <a:gd name="T190" fmla="*/ 0 h 38"/>
              <a:gd name="T191" fmla="*/ 114 w 114"/>
              <a:gd name="T192" fmla="*/ 38 h 3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14" h="38">
                <a:moveTo>
                  <a:pt x="77" y="29"/>
                </a:moveTo>
                <a:lnTo>
                  <a:pt x="71" y="30"/>
                </a:lnTo>
                <a:lnTo>
                  <a:pt x="66" y="31"/>
                </a:lnTo>
                <a:lnTo>
                  <a:pt x="60" y="33"/>
                </a:lnTo>
                <a:lnTo>
                  <a:pt x="55" y="34"/>
                </a:lnTo>
                <a:lnTo>
                  <a:pt x="49" y="35"/>
                </a:lnTo>
                <a:lnTo>
                  <a:pt x="44" y="35"/>
                </a:lnTo>
                <a:lnTo>
                  <a:pt x="39" y="36"/>
                </a:lnTo>
                <a:lnTo>
                  <a:pt x="34" y="37"/>
                </a:lnTo>
                <a:lnTo>
                  <a:pt x="29" y="37"/>
                </a:lnTo>
                <a:lnTo>
                  <a:pt x="24" y="37"/>
                </a:lnTo>
                <a:lnTo>
                  <a:pt x="20" y="37"/>
                </a:lnTo>
                <a:lnTo>
                  <a:pt x="16" y="36"/>
                </a:lnTo>
                <a:lnTo>
                  <a:pt x="12" y="36"/>
                </a:lnTo>
                <a:lnTo>
                  <a:pt x="9" y="35"/>
                </a:lnTo>
                <a:lnTo>
                  <a:pt x="6" y="34"/>
                </a:lnTo>
                <a:lnTo>
                  <a:pt x="4" y="33"/>
                </a:lnTo>
                <a:lnTo>
                  <a:pt x="2" y="32"/>
                </a:lnTo>
                <a:lnTo>
                  <a:pt x="1" y="31"/>
                </a:lnTo>
                <a:lnTo>
                  <a:pt x="1" y="30"/>
                </a:lnTo>
                <a:lnTo>
                  <a:pt x="0" y="28"/>
                </a:lnTo>
                <a:lnTo>
                  <a:pt x="1" y="27"/>
                </a:lnTo>
                <a:lnTo>
                  <a:pt x="2" y="25"/>
                </a:lnTo>
                <a:lnTo>
                  <a:pt x="4" y="24"/>
                </a:lnTo>
                <a:lnTo>
                  <a:pt x="6" y="22"/>
                </a:lnTo>
                <a:lnTo>
                  <a:pt x="8" y="20"/>
                </a:lnTo>
                <a:lnTo>
                  <a:pt x="11" y="19"/>
                </a:lnTo>
                <a:lnTo>
                  <a:pt x="14" y="17"/>
                </a:lnTo>
                <a:lnTo>
                  <a:pt x="18" y="15"/>
                </a:lnTo>
                <a:lnTo>
                  <a:pt x="22" y="13"/>
                </a:lnTo>
                <a:lnTo>
                  <a:pt x="27" y="12"/>
                </a:lnTo>
                <a:lnTo>
                  <a:pt x="32" y="10"/>
                </a:lnTo>
                <a:lnTo>
                  <a:pt x="37" y="8"/>
                </a:lnTo>
                <a:lnTo>
                  <a:pt x="42" y="7"/>
                </a:lnTo>
                <a:lnTo>
                  <a:pt x="48" y="6"/>
                </a:lnTo>
                <a:lnTo>
                  <a:pt x="59" y="3"/>
                </a:lnTo>
                <a:lnTo>
                  <a:pt x="65" y="2"/>
                </a:lnTo>
                <a:lnTo>
                  <a:pt x="70" y="2"/>
                </a:lnTo>
                <a:lnTo>
                  <a:pt x="75" y="1"/>
                </a:lnTo>
                <a:lnTo>
                  <a:pt x="80" y="1"/>
                </a:lnTo>
                <a:lnTo>
                  <a:pt x="85" y="0"/>
                </a:lnTo>
                <a:lnTo>
                  <a:pt x="90" y="0"/>
                </a:lnTo>
                <a:lnTo>
                  <a:pt x="94" y="0"/>
                </a:lnTo>
                <a:lnTo>
                  <a:pt x="98" y="1"/>
                </a:lnTo>
                <a:lnTo>
                  <a:pt x="102" y="1"/>
                </a:lnTo>
                <a:lnTo>
                  <a:pt x="105" y="2"/>
                </a:lnTo>
                <a:lnTo>
                  <a:pt x="108" y="3"/>
                </a:lnTo>
                <a:lnTo>
                  <a:pt x="112" y="5"/>
                </a:lnTo>
                <a:lnTo>
                  <a:pt x="113" y="6"/>
                </a:lnTo>
                <a:lnTo>
                  <a:pt x="113" y="8"/>
                </a:lnTo>
                <a:lnTo>
                  <a:pt x="113" y="9"/>
                </a:lnTo>
                <a:lnTo>
                  <a:pt x="113" y="10"/>
                </a:lnTo>
                <a:lnTo>
                  <a:pt x="112" y="12"/>
                </a:lnTo>
                <a:lnTo>
                  <a:pt x="110" y="13"/>
                </a:lnTo>
                <a:lnTo>
                  <a:pt x="108" y="15"/>
                </a:lnTo>
                <a:lnTo>
                  <a:pt x="106" y="17"/>
                </a:lnTo>
                <a:lnTo>
                  <a:pt x="103" y="18"/>
                </a:lnTo>
                <a:lnTo>
                  <a:pt x="100" y="20"/>
                </a:lnTo>
                <a:lnTo>
                  <a:pt x="96" y="22"/>
                </a:lnTo>
                <a:lnTo>
                  <a:pt x="92" y="24"/>
                </a:lnTo>
                <a:lnTo>
                  <a:pt x="87" y="25"/>
                </a:lnTo>
                <a:lnTo>
                  <a:pt x="82" y="27"/>
                </a:lnTo>
                <a:lnTo>
                  <a:pt x="77" y="29"/>
                </a:lnTo>
              </a:path>
            </a:pathLst>
          </a:custGeom>
          <a:solidFill>
            <a:srgbClr val="232323"/>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17" name="Freeform 40">
            <a:extLst>
              <a:ext uri="{FF2B5EF4-FFF2-40B4-BE49-F238E27FC236}">
                <a16:creationId xmlns:a16="http://schemas.microsoft.com/office/drawing/2014/main" id="{A433CFD8-51A8-F8AE-68FF-78B19A207578}"/>
              </a:ext>
            </a:extLst>
          </p:cNvPr>
          <p:cNvSpPr>
            <a:spLocks/>
          </p:cNvSpPr>
          <p:nvPr/>
        </p:nvSpPr>
        <p:spPr bwMode="auto">
          <a:xfrm>
            <a:off x="6843713" y="2647950"/>
            <a:ext cx="180975" cy="60325"/>
          </a:xfrm>
          <a:custGeom>
            <a:avLst/>
            <a:gdLst>
              <a:gd name="T0" fmla="*/ 37 w 114"/>
              <a:gd name="T1" fmla="*/ 9 h 38"/>
              <a:gd name="T2" fmla="*/ 42 w 114"/>
              <a:gd name="T3" fmla="*/ 7 h 38"/>
              <a:gd name="T4" fmla="*/ 48 w 114"/>
              <a:gd name="T5" fmla="*/ 6 h 38"/>
              <a:gd name="T6" fmla="*/ 59 w 114"/>
              <a:gd name="T7" fmla="*/ 3 h 38"/>
              <a:gd name="T8" fmla="*/ 64 w 114"/>
              <a:gd name="T9" fmla="*/ 3 h 38"/>
              <a:gd name="T10" fmla="*/ 70 w 114"/>
              <a:gd name="T11" fmla="*/ 2 h 38"/>
              <a:gd name="T12" fmla="*/ 75 w 114"/>
              <a:gd name="T13" fmla="*/ 1 h 38"/>
              <a:gd name="T14" fmla="*/ 80 w 114"/>
              <a:gd name="T15" fmla="*/ 1 h 38"/>
              <a:gd name="T16" fmla="*/ 85 w 114"/>
              <a:gd name="T17" fmla="*/ 0 h 38"/>
              <a:gd name="T18" fmla="*/ 90 w 114"/>
              <a:gd name="T19" fmla="*/ 0 h 38"/>
              <a:gd name="T20" fmla="*/ 94 w 114"/>
              <a:gd name="T21" fmla="*/ 0 h 38"/>
              <a:gd name="T22" fmla="*/ 98 w 114"/>
              <a:gd name="T23" fmla="*/ 1 h 38"/>
              <a:gd name="T24" fmla="*/ 101 w 114"/>
              <a:gd name="T25" fmla="*/ 1 h 38"/>
              <a:gd name="T26" fmla="*/ 105 w 114"/>
              <a:gd name="T27" fmla="*/ 2 h 38"/>
              <a:gd name="T28" fmla="*/ 107 w 114"/>
              <a:gd name="T29" fmla="*/ 3 h 38"/>
              <a:gd name="T30" fmla="*/ 111 w 114"/>
              <a:gd name="T31" fmla="*/ 5 h 38"/>
              <a:gd name="T32" fmla="*/ 113 w 114"/>
              <a:gd name="T33" fmla="*/ 6 h 38"/>
              <a:gd name="T34" fmla="*/ 113 w 114"/>
              <a:gd name="T35" fmla="*/ 8 h 38"/>
              <a:gd name="T36" fmla="*/ 113 w 114"/>
              <a:gd name="T37" fmla="*/ 9 h 38"/>
              <a:gd name="T38" fmla="*/ 113 w 114"/>
              <a:gd name="T39" fmla="*/ 10 h 38"/>
              <a:gd name="T40" fmla="*/ 112 w 114"/>
              <a:gd name="T41" fmla="*/ 12 h 38"/>
              <a:gd name="T42" fmla="*/ 110 w 114"/>
              <a:gd name="T43" fmla="*/ 13 h 38"/>
              <a:gd name="T44" fmla="*/ 108 w 114"/>
              <a:gd name="T45" fmla="*/ 15 h 38"/>
              <a:gd name="T46" fmla="*/ 106 w 114"/>
              <a:gd name="T47" fmla="*/ 17 h 38"/>
              <a:gd name="T48" fmla="*/ 103 w 114"/>
              <a:gd name="T49" fmla="*/ 19 h 38"/>
              <a:gd name="T50" fmla="*/ 100 w 114"/>
              <a:gd name="T51" fmla="*/ 20 h 38"/>
              <a:gd name="T52" fmla="*/ 96 w 114"/>
              <a:gd name="T53" fmla="*/ 22 h 38"/>
              <a:gd name="T54" fmla="*/ 92 w 114"/>
              <a:gd name="T55" fmla="*/ 24 h 38"/>
              <a:gd name="T56" fmla="*/ 87 w 114"/>
              <a:gd name="T57" fmla="*/ 25 h 38"/>
              <a:gd name="T58" fmla="*/ 82 w 114"/>
              <a:gd name="T59" fmla="*/ 27 h 38"/>
              <a:gd name="T60" fmla="*/ 77 w 114"/>
              <a:gd name="T61" fmla="*/ 29 h 38"/>
              <a:gd name="T62" fmla="*/ 71 w 114"/>
              <a:gd name="T63" fmla="*/ 30 h 38"/>
              <a:gd name="T64" fmla="*/ 66 w 114"/>
              <a:gd name="T65" fmla="*/ 31 h 38"/>
              <a:gd name="T66" fmla="*/ 55 w 114"/>
              <a:gd name="T67" fmla="*/ 34 h 38"/>
              <a:gd name="T68" fmla="*/ 49 w 114"/>
              <a:gd name="T69" fmla="*/ 35 h 38"/>
              <a:gd name="T70" fmla="*/ 44 w 114"/>
              <a:gd name="T71" fmla="*/ 35 h 38"/>
              <a:gd name="T72" fmla="*/ 39 w 114"/>
              <a:gd name="T73" fmla="*/ 36 h 38"/>
              <a:gd name="T74" fmla="*/ 34 w 114"/>
              <a:gd name="T75" fmla="*/ 37 h 38"/>
              <a:gd name="T76" fmla="*/ 29 w 114"/>
              <a:gd name="T77" fmla="*/ 37 h 38"/>
              <a:gd name="T78" fmla="*/ 24 w 114"/>
              <a:gd name="T79" fmla="*/ 37 h 38"/>
              <a:gd name="T80" fmla="*/ 20 w 114"/>
              <a:gd name="T81" fmla="*/ 37 h 38"/>
              <a:gd name="T82" fmla="*/ 16 w 114"/>
              <a:gd name="T83" fmla="*/ 36 h 38"/>
              <a:gd name="T84" fmla="*/ 12 w 114"/>
              <a:gd name="T85" fmla="*/ 36 h 38"/>
              <a:gd name="T86" fmla="*/ 9 w 114"/>
              <a:gd name="T87" fmla="*/ 35 h 38"/>
              <a:gd name="T88" fmla="*/ 6 w 114"/>
              <a:gd name="T89" fmla="*/ 34 h 38"/>
              <a:gd name="T90" fmla="*/ 4 w 114"/>
              <a:gd name="T91" fmla="*/ 32 h 38"/>
              <a:gd name="T92" fmla="*/ 2 w 114"/>
              <a:gd name="T93" fmla="*/ 32 h 38"/>
              <a:gd name="T94" fmla="*/ 1 w 114"/>
              <a:gd name="T95" fmla="*/ 31 h 38"/>
              <a:gd name="T96" fmla="*/ 0 w 114"/>
              <a:gd name="T97" fmla="*/ 30 h 38"/>
              <a:gd name="T98" fmla="*/ 0 w 114"/>
              <a:gd name="T99" fmla="*/ 28 h 38"/>
              <a:gd name="T100" fmla="*/ 1 w 114"/>
              <a:gd name="T101" fmla="*/ 27 h 38"/>
              <a:gd name="T102" fmla="*/ 2 w 114"/>
              <a:gd name="T103" fmla="*/ 25 h 38"/>
              <a:gd name="T104" fmla="*/ 3 w 114"/>
              <a:gd name="T105" fmla="*/ 24 h 38"/>
              <a:gd name="T106" fmla="*/ 5 w 114"/>
              <a:gd name="T107" fmla="*/ 22 h 38"/>
              <a:gd name="T108" fmla="*/ 8 w 114"/>
              <a:gd name="T109" fmla="*/ 20 h 38"/>
              <a:gd name="T110" fmla="*/ 11 w 114"/>
              <a:gd name="T111" fmla="*/ 19 h 38"/>
              <a:gd name="T112" fmla="*/ 14 w 114"/>
              <a:gd name="T113" fmla="*/ 17 h 38"/>
              <a:gd name="T114" fmla="*/ 18 w 114"/>
              <a:gd name="T115" fmla="*/ 15 h 38"/>
              <a:gd name="T116" fmla="*/ 22 w 114"/>
              <a:gd name="T117" fmla="*/ 13 h 38"/>
              <a:gd name="T118" fmla="*/ 27 w 114"/>
              <a:gd name="T119" fmla="*/ 12 h 38"/>
              <a:gd name="T120" fmla="*/ 31 w 114"/>
              <a:gd name="T121" fmla="*/ 10 h 38"/>
              <a:gd name="T122" fmla="*/ 37 w 114"/>
              <a:gd name="T123" fmla="*/ 9 h 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4"/>
              <a:gd name="T187" fmla="*/ 0 h 38"/>
              <a:gd name="T188" fmla="*/ 114 w 114"/>
              <a:gd name="T189" fmla="*/ 38 h 3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4" h="38">
                <a:moveTo>
                  <a:pt x="37" y="9"/>
                </a:moveTo>
                <a:lnTo>
                  <a:pt x="42" y="7"/>
                </a:lnTo>
                <a:lnTo>
                  <a:pt x="48" y="6"/>
                </a:lnTo>
                <a:lnTo>
                  <a:pt x="59" y="3"/>
                </a:lnTo>
                <a:lnTo>
                  <a:pt x="64" y="3"/>
                </a:lnTo>
                <a:lnTo>
                  <a:pt x="70" y="2"/>
                </a:lnTo>
                <a:lnTo>
                  <a:pt x="75" y="1"/>
                </a:lnTo>
                <a:lnTo>
                  <a:pt x="80" y="1"/>
                </a:lnTo>
                <a:lnTo>
                  <a:pt x="85" y="0"/>
                </a:lnTo>
                <a:lnTo>
                  <a:pt x="90" y="0"/>
                </a:lnTo>
                <a:lnTo>
                  <a:pt x="94" y="0"/>
                </a:lnTo>
                <a:lnTo>
                  <a:pt x="98" y="1"/>
                </a:lnTo>
                <a:lnTo>
                  <a:pt x="101" y="1"/>
                </a:lnTo>
                <a:lnTo>
                  <a:pt x="105" y="2"/>
                </a:lnTo>
                <a:lnTo>
                  <a:pt x="107" y="3"/>
                </a:lnTo>
                <a:lnTo>
                  <a:pt x="111" y="5"/>
                </a:lnTo>
                <a:lnTo>
                  <a:pt x="113" y="6"/>
                </a:lnTo>
                <a:lnTo>
                  <a:pt x="113" y="8"/>
                </a:lnTo>
                <a:lnTo>
                  <a:pt x="113" y="9"/>
                </a:lnTo>
                <a:lnTo>
                  <a:pt x="113" y="10"/>
                </a:lnTo>
                <a:lnTo>
                  <a:pt x="112" y="12"/>
                </a:lnTo>
                <a:lnTo>
                  <a:pt x="110" y="13"/>
                </a:lnTo>
                <a:lnTo>
                  <a:pt x="108" y="15"/>
                </a:lnTo>
                <a:lnTo>
                  <a:pt x="106" y="17"/>
                </a:lnTo>
                <a:lnTo>
                  <a:pt x="103" y="19"/>
                </a:lnTo>
                <a:lnTo>
                  <a:pt x="100" y="20"/>
                </a:lnTo>
                <a:lnTo>
                  <a:pt x="96" y="22"/>
                </a:lnTo>
                <a:lnTo>
                  <a:pt x="92" y="24"/>
                </a:lnTo>
                <a:lnTo>
                  <a:pt x="87" y="25"/>
                </a:lnTo>
                <a:lnTo>
                  <a:pt x="82" y="27"/>
                </a:lnTo>
                <a:lnTo>
                  <a:pt x="77" y="29"/>
                </a:lnTo>
                <a:lnTo>
                  <a:pt x="71" y="30"/>
                </a:lnTo>
                <a:lnTo>
                  <a:pt x="66" y="31"/>
                </a:lnTo>
                <a:lnTo>
                  <a:pt x="55" y="34"/>
                </a:lnTo>
                <a:lnTo>
                  <a:pt x="49" y="35"/>
                </a:lnTo>
                <a:lnTo>
                  <a:pt x="44" y="35"/>
                </a:lnTo>
                <a:lnTo>
                  <a:pt x="39" y="36"/>
                </a:lnTo>
                <a:lnTo>
                  <a:pt x="34" y="37"/>
                </a:lnTo>
                <a:lnTo>
                  <a:pt x="29" y="37"/>
                </a:lnTo>
                <a:lnTo>
                  <a:pt x="24" y="37"/>
                </a:lnTo>
                <a:lnTo>
                  <a:pt x="20" y="37"/>
                </a:lnTo>
                <a:lnTo>
                  <a:pt x="16" y="36"/>
                </a:lnTo>
                <a:lnTo>
                  <a:pt x="12" y="36"/>
                </a:lnTo>
                <a:lnTo>
                  <a:pt x="9" y="35"/>
                </a:lnTo>
                <a:lnTo>
                  <a:pt x="6" y="34"/>
                </a:lnTo>
                <a:lnTo>
                  <a:pt x="4" y="32"/>
                </a:lnTo>
                <a:lnTo>
                  <a:pt x="2" y="32"/>
                </a:lnTo>
                <a:lnTo>
                  <a:pt x="1" y="31"/>
                </a:lnTo>
                <a:lnTo>
                  <a:pt x="0" y="30"/>
                </a:lnTo>
                <a:lnTo>
                  <a:pt x="0" y="28"/>
                </a:lnTo>
                <a:lnTo>
                  <a:pt x="1" y="27"/>
                </a:lnTo>
                <a:lnTo>
                  <a:pt x="2" y="25"/>
                </a:lnTo>
                <a:lnTo>
                  <a:pt x="3" y="24"/>
                </a:lnTo>
                <a:lnTo>
                  <a:pt x="5" y="22"/>
                </a:lnTo>
                <a:lnTo>
                  <a:pt x="8" y="20"/>
                </a:lnTo>
                <a:lnTo>
                  <a:pt x="11" y="19"/>
                </a:lnTo>
                <a:lnTo>
                  <a:pt x="14" y="17"/>
                </a:lnTo>
                <a:lnTo>
                  <a:pt x="18" y="15"/>
                </a:lnTo>
                <a:lnTo>
                  <a:pt x="22" y="13"/>
                </a:lnTo>
                <a:lnTo>
                  <a:pt x="27" y="12"/>
                </a:lnTo>
                <a:lnTo>
                  <a:pt x="31" y="10"/>
                </a:lnTo>
                <a:lnTo>
                  <a:pt x="37" y="9"/>
                </a:lnTo>
              </a:path>
            </a:pathLst>
          </a:custGeom>
          <a:solidFill>
            <a:srgbClr val="232323"/>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18" name="Freeform 41">
            <a:extLst>
              <a:ext uri="{FF2B5EF4-FFF2-40B4-BE49-F238E27FC236}">
                <a16:creationId xmlns:a16="http://schemas.microsoft.com/office/drawing/2014/main" id="{DF903347-8F59-38A8-0D32-30379DFDB709}"/>
              </a:ext>
            </a:extLst>
          </p:cNvPr>
          <p:cNvSpPr>
            <a:spLocks/>
          </p:cNvSpPr>
          <p:nvPr/>
        </p:nvSpPr>
        <p:spPr bwMode="auto">
          <a:xfrm>
            <a:off x="6664325" y="2719388"/>
            <a:ext cx="581025" cy="1150937"/>
          </a:xfrm>
          <a:custGeom>
            <a:avLst/>
            <a:gdLst>
              <a:gd name="T0" fmla="*/ 365 w 366"/>
              <a:gd name="T1" fmla="*/ 724 h 725"/>
              <a:gd name="T2" fmla="*/ 219 w 366"/>
              <a:gd name="T3" fmla="*/ 131 h 725"/>
              <a:gd name="T4" fmla="*/ 218 w 366"/>
              <a:gd name="T5" fmla="*/ 128 h 725"/>
              <a:gd name="T6" fmla="*/ 217 w 366"/>
              <a:gd name="T7" fmla="*/ 125 h 725"/>
              <a:gd name="T8" fmla="*/ 216 w 366"/>
              <a:gd name="T9" fmla="*/ 122 h 725"/>
              <a:gd name="T10" fmla="*/ 215 w 366"/>
              <a:gd name="T11" fmla="*/ 119 h 725"/>
              <a:gd name="T12" fmla="*/ 214 w 366"/>
              <a:gd name="T13" fmla="*/ 116 h 725"/>
              <a:gd name="T14" fmla="*/ 212 w 366"/>
              <a:gd name="T15" fmla="*/ 113 h 725"/>
              <a:gd name="T16" fmla="*/ 211 w 366"/>
              <a:gd name="T17" fmla="*/ 110 h 725"/>
              <a:gd name="T18" fmla="*/ 209 w 366"/>
              <a:gd name="T19" fmla="*/ 107 h 725"/>
              <a:gd name="T20" fmla="*/ 208 w 366"/>
              <a:gd name="T21" fmla="*/ 104 h 725"/>
              <a:gd name="T22" fmla="*/ 206 w 366"/>
              <a:gd name="T23" fmla="*/ 102 h 725"/>
              <a:gd name="T24" fmla="*/ 205 w 366"/>
              <a:gd name="T25" fmla="*/ 99 h 725"/>
              <a:gd name="T26" fmla="*/ 203 w 366"/>
              <a:gd name="T27" fmla="*/ 97 h 725"/>
              <a:gd name="T28" fmla="*/ 202 w 366"/>
              <a:gd name="T29" fmla="*/ 95 h 725"/>
              <a:gd name="T30" fmla="*/ 200 w 366"/>
              <a:gd name="T31" fmla="*/ 94 h 725"/>
              <a:gd name="T32" fmla="*/ 199 w 366"/>
              <a:gd name="T33" fmla="*/ 93 h 725"/>
              <a:gd name="T34" fmla="*/ 197 w 366"/>
              <a:gd name="T35" fmla="*/ 92 h 725"/>
              <a:gd name="T36" fmla="*/ 0 w 366"/>
              <a:gd name="T37" fmla="*/ 0 h 7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66"/>
              <a:gd name="T58" fmla="*/ 0 h 725"/>
              <a:gd name="T59" fmla="*/ 366 w 366"/>
              <a:gd name="T60" fmla="*/ 725 h 7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66" h="725">
                <a:moveTo>
                  <a:pt x="365" y="724"/>
                </a:moveTo>
                <a:lnTo>
                  <a:pt x="219" y="131"/>
                </a:lnTo>
                <a:lnTo>
                  <a:pt x="218" y="128"/>
                </a:lnTo>
                <a:lnTo>
                  <a:pt x="217" y="125"/>
                </a:lnTo>
                <a:lnTo>
                  <a:pt x="216" y="122"/>
                </a:lnTo>
                <a:lnTo>
                  <a:pt x="215" y="119"/>
                </a:lnTo>
                <a:lnTo>
                  <a:pt x="214" y="116"/>
                </a:lnTo>
                <a:lnTo>
                  <a:pt x="212" y="113"/>
                </a:lnTo>
                <a:lnTo>
                  <a:pt x="211" y="110"/>
                </a:lnTo>
                <a:lnTo>
                  <a:pt x="209" y="107"/>
                </a:lnTo>
                <a:lnTo>
                  <a:pt x="208" y="104"/>
                </a:lnTo>
                <a:lnTo>
                  <a:pt x="206" y="102"/>
                </a:lnTo>
                <a:lnTo>
                  <a:pt x="205" y="99"/>
                </a:lnTo>
                <a:lnTo>
                  <a:pt x="203" y="97"/>
                </a:lnTo>
                <a:lnTo>
                  <a:pt x="202" y="95"/>
                </a:lnTo>
                <a:lnTo>
                  <a:pt x="200" y="94"/>
                </a:lnTo>
                <a:lnTo>
                  <a:pt x="199" y="93"/>
                </a:lnTo>
                <a:lnTo>
                  <a:pt x="197" y="92"/>
                </a:lnTo>
                <a:lnTo>
                  <a:pt x="0" y="0"/>
                </a:lnTo>
              </a:path>
            </a:pathLst>
          </a:custGeom>
          <a:noFill/>
          <a:ln w="25400" cap="rnd">
            <a:solidFill>
              <a:srgbClr val="CECECE"/>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19" name="Freeform 42">
            <a:extLst>
              <a:ext uri="{FF2B5EF4-FFF2-40B4-BE49-F238E27FC236}">
                <a16:creationId xmlns:a16="http://schemas.microsoft.com/office/drawing/2014/main" id="{F3EBE0F2-E231-D920-FB9F-5A82EC974E4F}"/>
              </a:ext>
            </a:extLst>
          </p:cNvPr>
          <p:cNvSpPr>
            <a:spLocks/>
          </p:cNvSpPr>
          <p:nvPr/>
        </p:nvSpPr>
        <p:spPr bwMode="auto">
          <a:xfrm>
            <a:off x="7043738" y="3490913"/>
            <a:ext cx="79375" cy="184150"/>
          </a:xfrm>
          <a:custGeom>
            <a:avLst/>
            <a:gdLst>
              <a:gd name="T0" fmla="*/ 36 w 50"/>
              <a:gd name="T1" fmla="*/ 113 h 116"/>
              <a:gd name="T2" fmla="*/ 32 w 50"/>
              <a:gd name="T3" fmla="*/ 109 h 116"/>
              <a:gd name="T4" fmla="*/ 27 w 50"/>
              <a:gd name="T5" fmla="*/ 103 h 116"/>
              <a:gd name="T6" fmla="*/ 23 w 50"/>
              <a:gd name="T7" fmla="*/ 95 h 116"/>
              <a:gd name="T8" fmla="*/ 18 w 50"/>
              <a:gd name="T9" fmla="*/ 86 h 116"/>
              <a:gd name="T10" fmla="*/ 14 w 50"/>
              <a:gd name="T11" fmla="*/ 76 h 116"/>
              <a:gd name="T12" fmla="*/ 10 w 50"/>
              <a:gd name="T13" fmla="*/ 66 h 116"/>
              <a:gd name="T14" fmla="*/ 7 w 50"/>
              <a:gd name="T15" fmla="*/ 55 h 116"/>
              <a:gd name="T16" fmla="*/ 4 w 50"/>
              <a:gd name="T17" fmla="*/ 44 h 116"/>
              <a:gd name="T18" fmla="*/ 2 w 50"/>
              <a:gd name="T19" fmla="*/ 33 h 116"/>
              <a:gd name="T20" fmla="*/ 1 w 50"/>
              <a:gd name="T21" fmla="*/ 23 h 116"/>
              <a:gd name="T22" fmla="*/ 0 w 50"/>
              <a:gd name="T23" fmla="*/ 14 h 116"/>
              <a:gd name="T24" fmla="*/ 1 w 50"/>
              <a:gd name="T25" fmla="*/ 7 h 116"/>
              <a:gd name="T26" fmla="*/ 2 w 50"/>
              <a:gd name="T27" fmla="*/ 3 h 116"/>
              <a:gd name="T28" fmla="*/ 4 w 50"/>
              <a:gd name="T29" fmla="*/ 0 h 116"/>
              <a:gd name="T30" fmla="*/ 7 w 50"/>
              <a:gd name="T31" fmla="*/ 1 h 116"/>
              <a:gd name="T32" fmla="*/ 11 w 50"/>
              <a:gd name="T33" fmla="*/ 3 h 116"/>
              <a:gd name="T34" fmla="*/ 16 w 50"/>
              <a:gd name="T35" fmla="*/ 7 h 116"/>
              <a:gd name="T36" fmla="*/ 21 w 50"/>
              <a:gd name="T37" fmla="*/ 13 h 116"/>
              <a:gd name="T38" fmla="*/ 26 w 50"/>
              <a:gd name="T39" fmla="*/ 20 h 116"/>
              <a:gd name="T40" fmla="*/ 31 w 50"/>
              <a:gd name="T41" fmla="*/ 29 h 116"/>
              <a:gd name="T42" fmla="*/ 36 w 50"/>
              <a:gd name="T43" fmla="*/ 39 h 116"/>
              <a:gd name="T44" fmla="*/ 41 w 50"/>
              <a:gd name="T45" fmla="*/ 50 h 116"/>
              <a:gd name="T46" fmla="*/ 44 w 50"/>
              <a:gd name="T47" fmla="*/ 60 h 116"/>
              <a:gd name="T48" fmla="*/ 47 w 50"/>
              <a:gd name="T49" fmla="*/ 72 h 116"/>
              <a:gd name="T50" fmla="*/ 49 w 50"/>
              <a:gd name="T51" fmla="*/ 83 h 116"/>
              <a:gd name="T52" fmla="*/ 49 w 50"/>
              <a:gd name="T53" fmla="*/ 92 h 116"/>
              <a:gd name="T54" fmla="*/ 49 w 50"/>
              <a:gd name="T55" fmla="*/ 101 h 116"/>
              <a:gd name="T56" fmla="*/ 48 w 50"/>
              <a:gd name="T57" fmla="*/ 108 h 116"/>
              <a:gd name="T58" fmla="*/ 46 w 50"/>
              <a:gd name="T59" fmla="*/ 112 h 116"/>
              <a:gd name="T60" fmla="*/ 44 w 50"/>
              <a:gd name="T61" fmla="*/ 115 h 116"/>
              <a:gd name="T62" fmla="*/ 40 w 50"/>
              <a:gd name="T63" fmla="*/ 115 h 11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0"/>
              <a:gd name="T97" fmla="*/ 0 h 116"/>
              <a:gd name="T98" fmla="*/ 50 w 50"/>
              <a:gd name="T99" fmla="*/ 116 h 11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0" h="116">
                <a:moveTo>
                  <a:pt x="38" y="114"/>
                </a:moveTo>
                <a:lnTo>
                  <a:pt x="36" y="113"/>
                </a:lnTo>
                <a:lnTo>
                  <a:pt x="34" y="111"/>
                </a:lnTo>
                <a:lnTo>
                  <a:pt x="32" y="109"/>
                </a:lnTo>
                <a:lnTo>
                  <a:pt x="30" y="106"/>
                </a:lnTo>
                <a:lnTo>
                  <a:pt x="27" y="103"/>
                </a:lnTo>
                <a:lnTo>
                  <a:pt x="25" y="99"/>
                </a:lnTo>
                <a:lnTo>
                  <a:pt x="23" y="95"/>
                </a:lnTo>
                <a:lnTo>
                  <a:pt x="21" y="91"/>
                </a:lnTo>
                <a:lnTo>
                  <a:pt x="18" y="86"/>
                </a:lnTo>
                <a:lnTo>
                  <a:pt x="16" y="81"/>
                </a:lnTo>
                <a:lnTo>
                  <a:pt x="14" y="76"/>
                </a:lnTo>
                <a:lnTo>
                  <a:pt x="12" y="71"/>
                </a:lnTo>
                <a:lnTo>
                  <a:pt x="10" y="66"/>
                </a:lnTo>
                <a:lnTo>
                  <a:pt x="9" y="60"/>
                </a:lnTo>
                <a:lnTo>
                  <a:pt x="7" y="55"/>
                </a:lnTo>
                <a:lnTo>
                  <a:pt x="6" y="50"/>
                </a:lnTo>
                <a:lnTo>
                  <a:pt x="4" y="44"/>
                </a:lnTo>
                <a:lnTo>
                  <a:pt x="3" y="38"/>
                </a:lnTo>
                <a:lnTo>
                  <a:pt x="2" y="33"/>
                </a:lnTo>
                <a:lnTo>
                  <a:pt x="2" y="28"/>
                </a:lnTo>
                <a:lnTo>
                  <a:pt x="1" y="23"/>
                </a:lnTo>
                <a:lnTo>
                  <a:pt x="1" y="18"/>
                </a:lnTo>
                <a:lnTo>
                  <a:pt x="0" y="14"/>
                </a:lnTo>
                <a:lnTo>
                  <a:pt x="1" y="11"/>
                </a:lnTo>
                <a:lnTo>
                  <a:pt x="1" y="7"/>
                </a:lnTo>
                <a:lnTo>
                  <a:pt x="1" y="5"/>
                </a:lnTo>
                <a:lnTo>
                  <a:pt x="2" y="3"/>
                </a:lnTo>
                <a:lnTo>
                  <a:pt x="3" y="1"/>
                </a:lnTo>
                <a:lnTo>
                  <a:pt x="4" y="0"/>
                </a:lnTo>
                <a:lnTo>
                  <a:pt x="6" y="0"/>
                </a:lnTo>
                <a:lnTo>
                  <a:pt x="7" y="1"/>
                </a:lnTo>
                <a:lnTo>
                  <a:pt x="9" y="2"/>
                </a:lnTo>
                <a:lnTo>
                  <a:pt x="11" y="3"/>
                </a:lnTo>
                <a:lnTo>
                  <a:pt x="14" y="4"/>
                </a:lnTo>
                <a:lnTo>
                  <a:pt x="16" y="7"/>
                </a:lnTo>
                <a:lnTo>
                  <a:pt x="19" y="9"/>
                </a:lnTo>
                <a:lnTo>
                  <a:pt x="21" y="13"/>
                </a:lnTo>
                <a:lnTo>
                  <a:pt x="24" y="16"/>
                </a:lnTo>
                <a:lnTo>
                  <a:pt x="26" y="20"/>
                </a:lnTo>
                <a:lnTo>
                  <a:pt x="29" y="25"/>
                </a:lnTo>
                <a:lnTo>
                  <a:pt x="31" y="29"/>
                </a:lnTo>
                <a:lnTo>
                  <a:pt x="34" y="34"/>
                </a:lnTo>
                <a:lnTo>
                  <a:pt x="36" y="39"/>
                </a:lnTo>
                <a:lnTo>
                  <a:pt x="38" y="44"/>
                </a:lnTo>
                <a:lnTo>
                  <a:pt x="41" y="50"/>
                </a:lnTo>
                <a:lnTo>
                  <a:pt x="42" y="55"/>
                </a:lnTo>
                <a:lnTo>
                  <a:pt x="44" y="60"/>
                </a:lnTo>
                <a:lnTo>
                  <a:pt x="46" y="66"/>
                </a:lnTo>
                <a:lnTo>
                  <a:pt x="47" y="72"/>
                </a:lnTo>
                <a:lnTo>
                  <a:pt x="48" y="77"/>
                </a:lnTo>
                <a:lnTo>
                  <a:pt x="49" y="83"/>
                </a:lnTo>
                <a:lnTo>
                  <a:pt x="49" y="88"/>
                </a:lnTo>
                <a:lnTo>
                  <a:pt x="49" y="92"/>
                </a:lnTo>
                <a:lnTo>
                  <a:pt x="49" y="97"/>
                </a:lnTo>
                <a:lnTo>
                  <a:pt x="49" y="101"/>
                </a:lnTo>
                <a:lnTo>
                  <a:pt x="49" y="105"/>
                </a:lnTo>
                <a:lnTo>
                  <a:pt x="48" y="108"/>
                </a:lnTo>
                <a:lnTo>
                  <a:pt x="47" y="110"/>
                </a:lnTo>
                <a:lnTo>
                  <a:pt x="46" y="112"/>
                </a:lnTo>
                <a:lnTo>
                  <a:pt x="45" y="114"/>
                </a:lnTo>
                <a:lnTo>
                  <a:pt x="44" y="115"/>
                </a:lnTo>
                <a:lnTo>
                  <a:pt x="42" y="115"/>
                </a:lnTo>
                <a:lnTo>
                  <a:pt x="40" y="115"/>
                </a:lnTo>
                <a:lnTo>
                  <a:pt x="38" y="114"/>
                </a:lnTo>
              </a:path>
            </a:pathLst>
          </a:custGeom>
          <a:solidFill>
            <a:srgbClr val="232323"/>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20" name="Freeform 43">
            <a:extLst>
              <a:ext uri="{FF2B5EF4-FFF2-40B4-BE49-F238E27FC236}">
                <a16:creationId xmlns:a16="http://schemas.microsoft.com/office/drawing/2014/main" id="{31024B1E-55B9-CDEB-2805-C6F5964ABB5F}"/>
              </a:ext>
            </a:extLst>
          </p:cNvPr>
          <p:cNvSpPr>
            <a:spLocks/>
          </p:cNvSpPr>
          <p:nvPr/>
        </p:nvSpPr>
        <p:spPr bwMode="auto">
          <a:xfrm>
            <a:off x="6734175" y="2938463"/>
            <a:ext cx="77788" cy="184150"/>
          </a:xfrm>
          <a:custGeom>
            <a:avLst/>
            <a:gdLst>
              <a:gd name="T0" fmla="*/ 13 w 49"/>
              <a:gd name="T1" fmla="*/ 3 h 116"/>
              <a:gd name="T2" fmla="*/ 17 w 49"/>
              <a:gd name="T3" fmla="*/ 6 h 116"/>
              <a:gd name="T4" fmla="*/ 22 w 49"/>
              <a:gd name="T5" fmla="*/ 12 h 116"/>
              <a:gd name="T6" fmla="*/ 27 w 49"/>
              <a:gd name="T7" fmla="*/ 19 h 116"/>
              <a:gd name="T8" fmla="*/ 31 w 49"/>
              <a:gd name="T9" fmla="*/ 28 h 116"/>
              <a:gd name="T10" fmla="*/ 35 w 49"/>
              <a:gd name="T11" fmla="*/ 37 h 116"/>
              <a:gd name="T12" fmla="*/ 39 w 49"/>
              <a:gd name="T13" fmla="*/ 48 h 116"/>
              <a:gd name="T14" fmla="*/ 42 w 49"/>
              <a:gd name="T15" fmla="*/ 60 h 116"/>
              <a:gd name="T16" fmla="*/ 45 w 49"/>
              <a:gd name="T17" fmla="*/ 71 h 116"/>
              <a:gd name="T18" fmla="*/ 47 w 49"/>
              <a:gd name="T19" fmla="*/ 83 h 116"/>
              <a:gd name="T20" fmla="*/ 48 w 49"/>
              <a:gd name="T21" fmla="*/ 92 h 116"/>
              <a:gd name="T22" fmla="*/ 47 w 49"/>
              <a:gd name="T23" fmla="*/ 101 h 116"/>
              <a:gd name="T24" fmla="*/ 46 w 49"/>
              <a:gd name="T25" fmla="*/ 108 h 116"/>
              <a:gd name="T26" fmla="*/ 45 w 49"/>
              <a:gd name="T27" fmla="*/ 112 h 116"/>
              <a:gd name="T28" fmla="*/ 42 w 49"/>
              <a:gd name="T29" fmla="*/ 115 h 116"/>
              <a:gd name="T30" fmla="*/ 39 w 49"/>
              <a:gd name="T31" fmla="*/ 115 h 116"/>
              <a:gd name="T32" fmla="*/ 34 w 49"/>
              <a:gd name="T33" fmla="*/ 112 h 116"/>
              <a:gd name="T34" fmla="*/ 30 w 49"/>
              <a:gd name="T35" fmla="*/ 109 h 116"/>
              <a:gd name="T36" fmla="*/ 26 w 49"/>
              <a:gd name="T37" fmla="*/ 102 h 116"/>
              <a:gd name="T38" fmla="*/ 21 w 49"/>
              <a:gd name="T39" fmla="*/ 95 h 116"/>
              <a:gd name="T40" fmla="*/ 17 w 49"/>
              <a:gd name="T41" fmla="*/ 85 h 116"/>
              <a:gd name="T42" fmla="*/ 12 w 49"/>
              <a:gd name="T43" fmla="*/ 75 h 116"/>
              <a:gd name="T44" fmla="*/ 9 w 49"/>
              <a:gd name="T45" fmla="*/ 63 h 116"/>
              <a:gd name="T46" fmla="*/ 5 w 49"/>
              <a:gd name="T47" fmla="*/ 52 h 116"/>
              <a:gd name="T48" fmla="*/ 3 w 49"/>
              <a:gd name="T49" fmla="*/ 40 h 116"/>
              <a:gd name="T50" fmla="*/ 1 w 49"/>
              <a:gd name="T51" fmla="*/ 30 h 116"/>
              <a:gd name="T52" fmla="*/ 0 w 49"/>
              <a:gd name="T53" fmla="*/ 21 h 116"/>
              <a:gd name="T54" fmla="*/ 0 w 49"/>
              <a:gd name="T55" fmla="*/ 14 h 116"/>
              <a:gd name="T56" fmla="*/ 1 w 49"/>
              <a:gd name="T57" fmla="*/ 7 h 116"/>
              <a:gd name="T58" fmla="*/ 3 w 49"/>
              <a:gd name="T59" fmla="*/ 3 h 116"/>
              <a:gd name="T60" fmla="*/ 6 w 49"/>
              <a:gd name="T61" fmla="*/ 0 h 116"/>
              <a:gd name="T62" fmla="*/ 9 w 49"/>
              <a:gd name="T63" fmla="*/ 1 h 11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9"/>
              <a:gd name="T97" fmla="*/ 0 h 116"/>
              <a:gd name="T98" fmla="*/ 49 w 49"/>
              <a:gd name="T99" fmla="*/ 116 h 11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9" h="116">
                <a:moveTo>
                  <a:pt x="11" y="2"/>
                </a:moveTo>
                <a:lnTo>
                  <a:pt x="13" y="3"/>
                </a:lnTo>
                <a:lnTo>
                  <a:pt x="15" y="4"/>
                </a:lnTo>
                <a:lnTo>
                  <a:pt x="17" y="6"/>
                </a:lnTo>
                <a:lnTo>
                  <a:pt x="20" y="9"/>
                </a:lnTo>
                <a:lnTo>
                  <a:pt x="22" y="12"/>
                </a:lnTo>
                <a:lnTo>
                  <a:pt x="24" y="15"/>
                </a:lnTo>
                <a:lnTo>
                  <a:pt x="27" y="19"/>
                </a:lnTo>
                <a:lnTo>
                  <a:pt x="29" y="23"/>
                </a:lnTo>
                <a:lnTo>
                  <a:pt x="31" y="28"/>
                </a:lnTo>
                <a:lnTo>
                  <a:pt x="33" y="32"/>
                </a:lnTo>
                <a:lnTo>
                  <a:pt x="35" y="37"/>
                </a:lnTo>
                <a:lnTo>
                  <a:pt x="37" y="43"/>
                </a:lnTo>
                <a:lnTo>
                  <a:pt x="39" y="48"/>
                </a:lnTo>
                <a:lnTo>
                  <a:pt x="41" y="54"/>
                </a:lnTo>
                <a:lnTo>
                  <a:pt x="42" y="60"/>
                </a:lnTo>
                <a:lnTo>
                  <a:pt x="44" y="65"/>
                </a:lnTo>
                <a:lnTo>
                  <a:pt x="45" y="71"/>
                </a:lnTo>
                <a:lnTo>
                  <a:pt x="46" y="77"/>
                </a:lnTo>
                <a:lnTo>
                  <a:pt x="47" y="83"/>
                </a:lnTo>
                <a:lnTo>
                  <a:pt x="47" y="88"/>
                </a:lnTo>
                <a:lnTo>
                  <a:pt x="48" y="92"/>
                </a:lnTo>
                <a:lnTo>
                  <a:pt x="48" y="97"/>
                </a:lnTo>
                <a:lnTo>
                  <a:pt x="47" y="101"/>
                </a:lnTo>
                <a:lnTo>
                  <a:pt x="47" y="105"/>
                </a:lnTo>
                <a:lnTo>
                  <a:pt x="46" y="108"/>
                </a:lnTo>
                <a:lnTo>
                  <a:pt x="46" y="110"/>
                </a:lnTo>
                <a:lnTo>
                  <a:pt x="45" y="112"/>
                </a:lnTo>
                <a:lnTo>
                  <a:pt x="43" y="114"/>
                </a:lnTo>
                <a:lnTo>
                  <a:pt x="42" y="115"/>
                </a:lnTo>
                <a:lnTo>
                  <a:pt x="40" y="115"/>
                </a:lnTo>
                <a:lnTo>
                  <a:pt x="39" y="115"/>
                </a:lnTo>
                <a:lnTo>
                  <a:pt x="37" y="114"/>
                </a:lnTo>
                <a:lnTo>
                  <a:pt x="34" y="112"/>
                </a:lnTo>
                <a:lnTo>
                  <a:pt x="32" y="111"/>
                </a:lnTo>
                <a:lnTo>
                  <a:pt x="30" y="109"/>
                </a:lnTo>
                <a:lnTo>
                  <a:pt x="28" y="106"/>
                </a:lnTo>
                <a:lnTo>
                  <a:pt x="26" y="102"/>
                </a:lnTo>
                <a:lnTo>
                  <a:pt x="23" y="99"/>
                </a:lnTo>
                <a:lnTo>
                  <a:pt x="21" y="95"/>
                </a:lnTo>
                <a:lnTo>
                  <a:pt x="19" y="90"/>
                </a:lnTo>
                <a:lnTo>
                  <a:pt x="17" y="85"/>
                </a:lnTo>
                <a:lnTo>
                  <a:pt x="14" y="80"/>
                </a:lnTo>
                <a:lnTo>
                  <a:pt x="12" y="75"/>
                </a:lnTo>
                <a:lnTo>
                  <a:pt x="10" y="69"/>
                </a:lnTo>
                <a:lnTo>
                  <a:pt x="9" y="63"/>
                </a:lnTo>
                <a:lnTo>
                  <a:pt x="7" y="58"/>
                </a:lnTo>
                <a:lnTo>
                  <a:pt x="5" y="52"/>
                </a:lnTo>
                <a:lnTo>
                  <a:pt x="4" y="46"/>
                </a:lnTo>
                <a:lnTo>
                  <a:pt x="3" y="40"/>
                </a:lnTo>
                <a:lnTo>
                  <a:pt x="1" y="35"/>
                </a:lnTo>
                <a:lnTo>
                  <a:pt x="1" y="30"/>
                </a:lnTo>
                <a:lnTo>
                  <a:pt x="0" y="26"/>
                </a:lnTo>
                <a:lnTo>
                  <a:pt x="0" y="21"/>
                </a:lnTo>
                <a:lnTo>
                  <a:pt x="0" y="17"/>
                </a:lnTo>
                <a:lnTo>
                  <a:pt x="0" y="14"/>
                </a:lnTo>
                <a:lnTo>
                  <a:pt x="1" y="10"/>
                </a:lnTo>
                <a:lnTo>
                  <a:pt x="1" y="7"/>
                </a:lnTo>
                <a:lnTo>
                  <a:pt x="2" y="5"/>
                </a:lnTo>
                <a:lnTo>
                  <a:pt x="3" y="3"/>
                </a:lnTo>
                <a:lnTo>
                  <a:pt x="4" y="1"/>
                </a:lnTo>
                <a:lnTo>
                  <a:pt x="6" y="0"/>
                </a:lnTo>
                <a:lnTo>
                  <a:pt x="7" y="0"/>
                </a:lnTo>
                <a:lnTo>
                  <a:pt x="9" y="1"/>
                </a:lnTo>
                <a:lnTo>
                  <a:pt x="11" y="2"/>
                </a:lnTo>
              </a:path>
            </a:pathLst>
          </a:custGeom>
          <a:solidFill>
            <a:srgbClr val="232323"/>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21" name="Freeform 44">
            <a:extLst>
              <a:ext uri="{FF2B5EF4-FFF2-40B4-BE49-F238E27FC236}">
                <a16:creationId xmlns:a16="http://schemas.microsoft.com/office/drawing/2014/main" id="{750B3934-5CB9-B7AA-E7D4-56AA58CD2105}"/>
              </a:ext>
            </a:extLst>
          </p:cNvPr>
          <p:cNvSpPr>
            <a:spLocks/>
          </p:cNvSpPr>
          <p:nvPr/>
        </p:nvSpPr>
        <p:spPr bwMode="auto">
          <a:xfrm>
            <a:off x="7185025" y="2609850"/>
            <a:ext cx="180975" cy="60325"/>
          </a:xfrm>
          <a:custGeom>
            <a:avLst/>
            <a:gdLst>
              <a:gd name="T0" fmla="*/ 32 w 114"/>
              <a:gd name="T1" fmla="*/ 10 h 38"/>
              <a:gd name="T2" fmla="*/ 22 w 114"/>
              <a:gd name="T3" fmla="*/ 13 h 38"/>
              <a:gd name="T4" fmla="*/ 14 w 114"/>
              <a:gd name="T5" fmla="*/ 17 h 38"/>
              <a:gd name="T6" fmla="*/ 8 w 114"/>
              <a:gd name="T7" fmla="*/ 20 h 38"/>
              <a:gd name="T8" fmla="*/ 3 w 114"/>
              <a:gd name="T9" fmla="*/ 24 h 38"/>
              <a:gd name="T10" fmla="*/ 1 w 114"/>
              <a:gd name="T11" fmla="*/ 27 h 38"/>
              <a:gd name="T12" fmla="*/ 0 w 114"/>
              <a:gd name="T13" fmla="*/ 30 h 38"/>
              <a:gd name="T14" fmla="*/ 2 w 114"/>
              <a:gd name="T15" fmla="*/ 32 h 38"/>
              <a:gd name="T16" fmla="*/ 6 w 114"/>
              <a:gd name="T17" fmla="*/ 34 h 38"/>
              <a:gd name="T18" fmla="*/ 12 w 114"/>
              <a:gd name="T19" fmla="*/ 36 h 38"/>
              <a:gd name="T20" fmla="*/ 20 w 114"/>
              <a:gd name="T21" fmla="*/ 37 h 38"/>
              <a:gd name="T22" fmla="*/ 29 w 114"/>
              <a:gd name="T23" fmla="*/ 37 h 38"/>
              <a:gd name="T24" fmla="*/ 39 w 114"/>
              <a:gd name="T25" fmla="*/ 36 h 38"/>
              <a:gd name="T26" fmla="*/ 49 w 114"/>
              <a:gd name="T27" fmla="*/ 35 h 38"/>
              <a:gd name="T28" fmla="*/ 60 w 114"/>
              <a:gd name="T29" fmla="*/ 33 h 38"/>
              <a:gd name="T30" fmla="*/ 71 w 114"/>
              <a:gd name="T31" fmla="*/ 30 h 38"/>
              <a:gd name="T32" fmla="*/ 82 w 114"/>
              <a:gd name="T33" fmla="*/ 27 h 38"/>
              <a:gd name="T34" fmla="*/ 92 w 114"/>
              <a:gd name="T35" fmla="*/ 24 h 38"/>
              <a:gd name="T36" fmla="*/ 100 w 114"/>
              <a:gd name="T37" fmla="*/ 20 h 38"/>
              <a:gd name="T38" fmla="*/ 106 w 114"/>
              <a:gd name="T39" fmla="*/ 17 h 38"/>
              <a:gd name="T40" fmla="*/ 110 w 114"/>
              <a:gd name="T41" fmla="*/ 13 h 38"/>
              <a:gd name="T42" fmla="*/ 113 w 114"/>
              <a:gd name="T43" fmla="*/ 10 h 38"/>
              <a:gd name="T44" fmla="*/ 113 w 114"/>
              <a:gd name="T45" fmla="*/ 8 h 38"/>
              <a:gd name="T46" fmla="*/ 111 w 114"/>
              <a:gd name="T47" fmla="*/ 5 h 38"/>
              <a:gd name="T48" fmla="*/ 105 w 114"/>
              <a:gd name="T49" fmla="*/ 2 h 38"/>
              <a:gd name="T50" fmla="*/ 98 w 114"/>
              <a:gd name="T51" fmla="*/ 1 h 38"/>
              <a:gd name="T52" fmla="*/ 90 w 114"/>
              <a:gd name="T53" fmla="*/ 0 h 38"/>
              <a:gd name="T54" fmla="*/ 80 w 114"/>
              <a:gd name="T55" fmla="*/ 1 h 38"/>
              <a:gd name="T56" fmla="*/ 70 w 114"/>
              <a:gd name="T57" fmla="*/ 2 h 38"/>
              <a:gd name="T58" fmla="*/ 59 w 114"/>
              <a:gd name="T59" fmla="*/ 3 h 38"/>
              <a:gd name="T60" fmla="*/ 48 w 114"/>
              <a:gd name="T61" fmla="*/ 6 h 38"/>
              <a:gd name="T62" fmla="*/ 37 w 114"/>
              <a:gd name="T63" fmla="*/ 9 h 3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4"/>
              <a:gd name="T97" fmla="*/ 0 h 38"/>
              <a:gd name="T98" fmla="*/ 114 w 114"/>
              <a:gd name="T99" fmla="*/ 38 h 3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4" h="38">
                <a:moveTo>
                  <a:pt x="37" y="9"/>
                </a:moveTo>
                <a:lnTo>
                  <a:pt x="32" y="10"/>
                </a:lnTo>
                <a:lnTo>
                  <a:pt x="27" y="12"/>
                </a:lnTo>
                <a:lnTo>
                  <a:pt x="22" y="13"/>
                </a:lnTo>
                <a:lnTo>
                  <a:pt x="18" y="15"/>
                </a:lnTo>
                <a:lnTo>
                  <a:pt x="14" y="17"/>
                </a:lnTo>
                <a:lnTo>
                  <a:pt x="11" y="19"/>
                </a:lnTo>
                <a:lnTo>
                  <a:pt x="8" y="20"/>
                </a:lnTo>
                <a:lnTo>
                  <a:pt x="5" y="22"/>
                </a:lnTo>
                <a:lnTo>
                  <a:pt x="3" y="24"/>
                </a:lnTo>
                <a:lnTo>
                  <a:pt x="2" y="25"/>
                </a:lnTo>
                <a:lnTo>
                  <a:pt x="1" y="27"/>
                </a:lnTo>
                <a:lnTo>
                  <a:pt x="0" y="28"/>
                </a:lnTo>
                <a:lnTo>
                  <a:pt x="0" y="30"/>
                </a:lnTo>
                <a:lnTo>
                  <a:pt x="1" y="31"/>
                </a:lnTo>
                <a:lnTo>
                  <a:pt x="2" y="32"/>
                </a:lnTo>
                <a:lnTo>
                  <a:pt x="4" y="33"/>
                </a:lnTo>
                <a:lnTo>
                  <a:pt x="6" y="34"/>
                </a:lnTo>
                <a:lnTo>
                  <a:pt x="9" y="35"/>
                </a:lnTo>
                <a:lnTo>
                  <a:pt x="12" y="36"/>
                </a:lnTo>
                <a:lnTo>
                  <a:pt x="16" y="36"/>
                </a:lnTo>
                <a:lnTo>
                  <a:pt x="20" y="37"/>
                </a:lnTo>
                <a:lnTo>
                  <a:pt x="24" y="37"/>
                </a:lnTo>
                <a:lnTo>
                  <a:pt x="29" y="37"/>
                </a:lnTo>
                <a:lnTo>
                  <a:pt x="34" y="37"/>
                </a:lnTo>
                <a:lnTo>
                  <a:pt x="39" y="36"/>
                </a:lnTo>
                <a:lnTo>
                  <a:pt x="44" y="36"/>
                </a:lnTo>
                <a:lnTo>
                  <a:pt x="49" y="35"/>
                </a:lnTo>
                <a:lnTo>
                  <a:pt x="55" y="34"/>
                </a:lnTo>
                <a:lnTo>
                  <a:pt x="60" y="33"/>
                </a:lnTo>
                <a:lnTo>
                  <a:pt x="66" y="31"/>
                </a:lnTo>
                <a:lnTo>
                  <a:pt x="71" y="30"/>
                </a:lnTo>
                <a:lnTo>
                  <a:pt x="77" y="28"/>
                </a:lnTo>
                <a:lnTo>
                  <a:pt x="82" y="27"/>
                </a:lnTo>
                <a:lnTo>
                  <a:pt x="87" y="25"/>
                </a:lnTo>
                <a:lnTo>
                  <a:pt x="92" y="24"/>
                </a:lnTo>
                <a:lnTo>
                  <a:pt x="96" y="22"/>
                </a:lnTo>
                <a:lnTo>
                  <a:pt x="100" y="20"/>
                </a:lnTo>
                <a:lnTo>
                  <a:pt x="103" y="19"/>
                </a:lnTo>
                <a:lnTo>
                  <a:pt x="106" y="17"/>
                </a:lnTo>
                <a:lnTo>
                  <a:pt x="108" y="15"/>
                </a:lnTo>
                <a:lnTo>
                  <a:pt x="110" y="13"/>
                </a:lnTo>
                <a:lnTo>
                  <a:pt x="112" y="12"/>
                </a:lnTo>
                <a:lnTo>
                  <a:pt x="113" y="10"/>
                </a:lnTo>
                <a:lnTo>
                  <a:pt x="113" y="9"/>
                </a:lnTo>
                <a:lnTo>
                  <a:pt x="113" y="8"/>
                </a:lnTo>
                <a:lnTo>
                  <a:pt x="113" y="6"/>
                </a:lnTo>
                <a:lnTo>
                  <a:pt x="111" y="5"/>
                </a:lnTo>
                <a:lnTo>
                  <a:pt x="107" y="3"/>
                </a:lnTo>
                <a:lnTo>
                  <a:pt x="105" y="2"/>
                </a:lnTo>
                <a:lnTo>
                  <a:pt x="101" y="1"/>
                </a:lnTo>
                <a:lnTo>
                  <a:pt x="98" y="1"/>
                </a:lnTo>
                <a:lnTo>
                  <a:pt x="94" y="0"/>
                </a:lnTo>
                <a:lnTo>
                  <a:pt x="90" y="0"/>
                </a:lnTo>
                <a:lnTo>
                  <a:pt x="85" y="0"/>
                </a:lnTo>
                <a:lnTo>
                  <a:pt x="80" y="1"/>
                </a:lnTo>
                <a:lnTo>
                  <a:pt x="75" y="1"/>
                </a:lnTo>
                <a:lnTo>
                  <a:pt x="70" y="2"/>
                </a:lnTo>
                <a:lnTo>
                  <a:pt x="65" y="2"/>
                </a:lnTo>
                <a:lnTo>
                  <a:pt x="59" y="3"/>
                </a:lnTo>
                <a:lnTo>
                  <a:pt x="54" y="5"/>
                </a:lnTo>
                <a:lnTo>
                  <a:pt x="48" y="6"/>
                </a:lnTo>
                <a:lnTo>
                  <a:pt x="42" y="7"/>
                </a:lnTo>
                <a:lnTo>
                  <a:pt x="37" y="9"/>
                </a:lnTo>
              </a:path>
            </a:pathLst>
          </a:custGeom>
          <a:solidFill>
            <a:srgbClr val="232323"/>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22" name="Freeform 45">
            <a:extLst>
              <a:ext uri="{FF2B5EF4-FFF2-40B4-BE49-F238E27FC236}">
                <a16:creationId xmlns:a16="http://schemas.microsoft.com/office/drawing/2014/main" id="{15C21764-BAEE-23A9-D1E1-2A6E59125E54}"/>
              </a:ext>
            </a:extLst>
          </p:cNvPr>
          <p:cNvSpPr>
            <a:spLocks/>
          </p:cNvSpPr>
          <p:nvPr/>
        </p:nvSpPr>
        <p:spPr bwMode="auto">
          <a:xfrm>
            <a:off x="6889750" y="3213100"/>
            <a:ext cx="77788" cy="187325"/>
          </a:xfrm>
          <a:custGeom>
            <a:avLst/>
            <a:gdLst>
              <a:gd name="T0" fmla="*/ 9 w 49"/>
              <a:gd name="T1" fmla="*/ 0 h 118"/>
              <a:gd name="T2" fmla="*/ 6 w 49"/>
              <a:gd name="T3" fmla="*/ 1 h 118"/>
              <a:gd name="T4" fmla="*/ 3 w 49"/>
              <a:gd name="T5" fmla="*/ 4 h 118"/>
              <a:gd name="T6" fmla="*/ 2 w 49"/>
              <a:gd name="T7" fmla="*/ 8 h 118"/>
              <a:gd name="T8" fmla="*/ 1 w 49"/>
              <a:gd name="T9" fmla="*/ 14 h 118"/>
              <a:gd name="T10" fmla="*/ 0 w 49"/>
              <a:gd name="T11" fmla="*/ 23 h 118"/>
              <a:gd name="T12" fmla="*/ 1 w 49"/>
              <a:gd name="T13" fmla="*/ 32 h 118"/>
              <a:gd name="T14" fmla="*/ 3 w 49"/>
              <a:gd name="T15" fmla="*/ 43 h 118"/>
              <a:gd name="T16" fmla="*/ 6 w 49"/>
              <a:gd name="T17" fmla="*/ 55 h 118"/>
              <a:gd name="T18" fmla="*/ 9 w 49"/>
              <a:gd name="T19" fmla="*/ 66 h 118"/>
              <a:gd name="T20" fmla="*/ 13 w 49"/>
              <a:gd name="T21" fmla="*/ 77 h 118"/>
              <a:gd name="T22" fmla="*/ 17 w 49"/>
              <a:gd name="T23" fmla="*/ 87 h 118"/>
              <a:gd name="T24" fmla="*/ 21 w 49"/>
              <a:gd name="T25" fmla="*/ 96 h 118"/>
              <a:gd name="T26" fmla="*/ 26 w 49"/>
              <a:gd name="T27" fmla="*/ 104 h 118"/>
              <a:gd name="T28" fmla="*/ 30 w 49"/>
              <a:gd name="T29" fmla="*/ 110 h 118"/>
              <a:gd name="T30" fmla="*/ 35 w 49"/>
              <a:gd name="T31" fmla="*/ 115 h 118"/>
              <a:gd name="T32" fmla="*/ 39 w 49"/>
              <a:gd name="T33" fmla="*/ 117 h 118"/>
              <a:gd name="T34" fmla="*/ 42 w 49"/>
              <a:gd name="T35" fmla="*/ 116 h 118"/>
              <a:gd name="T36" fmla="*/ 45 w 49"/>
              <a:gd name="T37" fmla="*/ 114 h 118"/>
              <a:gd name="T38" fmla="*/ 47 w 49"/>
              <a:gd name="T39" fmla="*/ 109 h 118"/>
              <a:gd name="T40" fmla="*/ 48 w 49"/>
              <a:gd name="T41" fmla="*/ 103 h 118"/>
              <a:gd name="T42" fmla="*/ 48 w 49"/>
              <a:gd name="T43" fmla="*/ 95 h 118"/>
              <a:gd name="T44" fmla="*/ 47 w 49"/>
              <a:gd name="T45" fmla="*/ 85 h 118"/>
              <a:gd name="T46" fmla="*/ 45 w 49"/>
              <a:gd name="T47" fmla="*/ 74 h 118"/>
              <a:gd name="T48" fmla="*/ 43 w 49"/>
              <a:gd name="T49" fmla="*/ 63 h 118"/>
              <a:gd name="T50" fmla="*/ 39 w 49"/>
              <a:gd name="T51" fmla="*/ 51 h 118"/>
              <a:gd name="T52" fmla="*/ 36 w 49"/>
              <a:gd name="T53" fmla="*/ 39 h 118"/>
              <a:gd name="T54" fmla="*/ 31 w 49"/>
              <a:gd name="T55" fmla="*/ 29 h 118"/>
              <a:gd name="T56" fmla="*/ 27 w 49"/>
              <a:gd name="T57" fmla="*/ 20 h 118"/>
              <a:gd name="T58" fmla="*/ 22 w 49"/>
              <a:gd name="T59" fmla="*/ 12 h 118"/>
              <a:gd name="T60" fmla="*/ 18 w 49"/>
              <a:gd name="T61" fmla="*/ 6 h 118"/>
              <a:gd name="T62" fmla="*/ 13 w 49"/>
              <a:gd name="T63" fmla="*/ 2 h 11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9"/>
              <a:gd name="T97" fmla="*/ 0 h 118"/>
              <a:gd name="T98" fmla="*/ 49 w 49"/>
              <a:gd name="T99" fmla="*/ 118 h 11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9" h="118">
                <a:moveTo>
                  <a:pt x="11" y="1"/>
                </a:moveTo>
                <a:lnTo>
                  <a:pt x="9" y="0"/>
                </a:lnTo>
                <a:lnTo>
                  <a:pt x="8" y="0"/>
                </a:lnTo>
                <a:lnTo>
                  <a:pt x="6" y="1"/>
                </a:lnTo>
                <a:lnTo>
                  <a:pt x="5" y="2"/>
                </a:lnTo>
                <a:lnTo>
                  <a:pt x="3" y="4"/>
                </a:lnTo>
                <a:lnTo>
                  <a:pt x="2" y="6"/>
                </a:lnTo>
                <a:lnTo>
                  <a:pt x="2" y="8"/>
                </a:lnTo>
                <a:lnTo>
                  <a:pt x="1" y="11"/>
                </a:lnTo>
                <a:lnTo>
                  <a:pt x="1" y="14"/>
                </a:lnTo>
                <a:lnTo>
                  <a:pt x="0" y="18"/>
                </a:lnTo>
                <a:lnTo>
                  <a:pt x="0" y="23"/>
                </a:lnTo>
                <a:lnTo>
                  <a:pt x="1" y="27"/>
                </a:lnTo>
                <a:lnTo>
                  <a:pt x="1" y="32"/>
                </a:lnTo>
                <a:lnTo>
                  <a:pt x="2" y="37"/>
                </a:lnTo>
                <a:lnTo>
                  <a:pt x="3" y="43"/>
                </a:lnTo>
                <a:lnTo>
                  <a:pt x="4" y="49"/>
                </a:lnTo>
                <a:lnTo>
                  <a:pt x="6" y="55"/>
                </a:lnTo>
                <a:lnTo>
                  <a:pt x="7" y="60"/>
                </a:lnTo>
                <a:lnTo>
                  <a:pt x="9" y="66"/>
                </a:lnTo>
                <a:lnTo>
                  <a:pt x="11" y="72"/>
                </a:lnTo>
                <a:lnTo>
                  <a:pt x="13" y="77"/>
                </a:lnTo>
                <a:lnTo>
                  <a:pt x="15" y="82"/>
                </a:lnTo>
                <a:lnTo>
                  <a:pt x="17" y="87"/>
                </a:lnTo>
                <a:lnTo>
                  <a:pt x="19" y="92"/>
                </a:lnTo>
                <a:lnTo>
                  <a:pt x="21" y="96"/>
                </a:lnTo>
                <a:lnTo>
                  <a:pt x="24" y="100"/>
                </a:lnTo>
                <a:lnTo>
                  <a:pt x="26" y="104"/>
                </a:lnTo>
                <a:lnTo>
                  <a:pt x="28" y="107"/>
                </a:lnTo>
                <a:lnTo>
                  <a:pt x="30" y="110"/>
                </a:lnTo>
                <a:lnTo>
                  <a:pt x="33" y="113"/>
                </a:lnTo>
                <a:lnTo>
                  <a:pt x="35" y="115"/>
                </a:lnTo>
                <a:lnTo>
                  <a:pt x="37" y="117"/>
                </a:lnTo>
                <a:lnTo>
                  <a:pt x="39" y="117"/>
                </a:lnTo>
                <a:lnTo>
                  <a:pt x="41" y="117"/>
                </a:lnTo>
                <a:lnTo>
                  <a:pt x="42" y="116"/>
                </a:lnTo>
                <a:lnTo>
                  <a:pt x="44" y="115"/>
                </a:lnTo>
                <a:lnTo>
                  <a:pt x="45" y="114"/>
                </a:lnTo>
                <a:lnTo>
                  <a:pt x="46" y="112"/>
                </a:lnTo>
                <a:lnTo>
                  <a:pt x="47" y="109"/>
                </a:lnTo>
                <a:lnTo>
                  <a:pt x="47" y="106"/>
                </a:lnTo>
                <a:lnTo>
                  <a:pt x="48" y="103"/>
                </a:lnTo>
                <a:lnTo>
                  <a:pt x="48" y="99"/>
                </a:lnTo>
                <a:lnTo>
                  <a:pt x="48" y="95"/>
                </a:lnTo>
                <a:lnTo>
                  <a:pt x="48" y="90"/>
                </a:lnTo>
                <a:lnTo>
                  <a:pt x="47" y="85"/>
                </a:lnTo>
                <a:lnTo>
                  <a:pt x="46" y="80"/>
                </a:lnTo>
                <a:lnTo>
                  <a:pt x="45" y="74"/>
                </a:lnTo>
                <a:lnTo>
                  <a:pt x="44" y="69"/>
                </a:lnTo>
                <a:lnTo>
                  <a:pt x="43" y="63"/>
                </a:lnTo>
                <a:lnTo>
                  <a:pt x="41" y="57"/>
                </a:lnTo>
                <a:lnTo>
                  <a:pt x="39" y="51"/>
                </a:lnTo>
                <a:lnTo>
                  <a:pt x="38" y="45"/>
                </a:lnTo>
                <a:lnTo>
                  <a:pt x="36" y="39"/>
                </a:lnTo>
                <a:lnTo>
                  <a:pt x="34" y="34"/>
                </a:lnTo>
                <a:lnTo>
                  <a:pt x="31" y="29"/>
                </a:lnTo>
                <a:lnTo>
                  <a:pt x="29" y="24"/>
                </a:lnTo>
                <a:lnTo>
                  <a:pt x="27" y="20"/>
                </a:lnTo>
                <a:lnTo>
                  <a:pt x="25" y="15"/>
                </a:lnTo>
                <a:lnTo>
                  <a:pt x="22" y="12"/>
                </a:lnTo>
                <a:lnTo>
                  <a:pt x="20" y="8"/>
                </a:lnTo>
                <a:lnTo>
                  <a:pt x="18" y="6"/>
                </a:lnTo>
                <a:lnTo>
                  <a:pt x="16" y="3"/>
                </a:lnTo>
                <a:lnTo>
                  <a:pt x="13" y="2"/>
                </a:lnTo>
                <a:lnTo>
                  <a:pt x="11" y="1"/>
                </a:lnTo>
              </a:path>
            </a:pathLst>
          </a:custGeom>
          <a:solidFill>
            <a:srgbClr val="232323"/>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23" name="Freeform 46">
            <a:extLst>
              <a:ext uri="{FF2B5EF4-FFF2-40B4-BE49-F238E27FC236}">
                <a16:creationId xmlns:a16="http://schemas.microsoft.com/office/drawing/2014/main" id="{E03894E2-7A89-DDF7-2E3D-400AF4ECC8EA}"/>
              </a:ext>
            </a:extLst>
          </p:cNvPr>
          <p:cNvSpPr>
            <a:spLocks/>
          </p:cNvSpPr>
          <p:nvPr/>
        </p:nvSpPr>
        <p:spPr bwMode="auto">
          <a:xfrm>
            <a:off x="7500938" y="3160713"/>
            <a:ext cx="174625" cy="190500"/>
          </a:xfrm>
          <a:custGeom>
            <a:avLst/>
            <a:gdLst>
              <a:gd name="T0" fmla="*/ 47 w 110"/>
              <a:gd name="T1" fmla="*/ 0 h 120"/>
              <a:gd name="T2" fmla="*/ 58 w 110"/>
              <a:gd name="T3" fmla="*/ 0 h 120"/>
              <a:gd name="T4" fmla="*/ 69 w 110"/>
              <a:gd name="T5" fmla="*/ 2 h 120"/>
              <a:gd name="T6" fmla="*/ 78 w 110"/>
              <a:gd name="T7" fmla="*/ 5 h 120"/>
              <a:gd name="T8" fmla="*/ 87 w 110"/>
              <a:gd name="T9" fmla="*/ 11 h 120"/>
              <a:gd name="T10" fmla="*/ 95 w 110"/>
              <a:gd name="T11" fmla="*/ 18 h 120"/>
              <a:gd name="T12" fmla="*/ 101 w 110"/>
              <a:gd name="T13" fmla="*/ 27 h 120"/>
              <a:gd name="T14" fmla="*/ 106 w 110"/>
              <a:gd name="T15" fmla="*/ 36 h 120"/>
              <a:gd name="T16" fmla="*/ 109 w 110"/>
              <a:gd name="T17" fmla="*/ 48 h 120"/>
              <a:gd name="T18" fmla="*/ 109 w 110"/>
              <a:gd name="T19" fmla="*/ 60 h 120"/>
              <a:gd name="T20" fmla="*/ 108 w 110"/>
              <a:gd name="T21" fmla="*/ 72 h 120"/>
              <a:gd name="T22" fmla="*/ 105 w 110"/>
              <a:gd name="T23" fmla="*/ 83 h 120"/>
              <a:gd name="T24" fmla="*/ 100 w 110"/>
              <a:gd name="T25" fmla="*/ 94 h 120"/>
              <a:gd name="T26" fmla="*/ 94 w 110"/>
              <a:gd name="T27" fmla="*/ 103 h 120"/>
              <a:gd name="T28" fmla="*/ 86 w 110"/>
              <a:gd name="T29" fmla="*/ 110 h 120"/>
              <a:gd name="T30" fmla="*/ 76 w 110"/>
              <a:gd name="T31" fmla="*/ 116 h 120"/>
              <a:gd name="T32" fmla="*/ 66 w 110"/>
              <a:gd name="T33" fmla="*/ 119 h 120"/>
              <a:gd name="T34" fmla="*/ 55 w 110"/>
              <a:gd name="T35" fmla="*/ 119 h 120"/>
              <a:gd name="T36" fmla="*/ 44 w 110"/>
              <a:gd name="T37" fmla="*/ 117 h 120"/>
              <a:gd name="T38" fmla="*/ 34 w 110"/>
              <a:gd name="T39" fmla="*/ 113 h 120"/>
              <a:gd name="T40" fmla="*/ 25 w 110"/>
              <a:gd name="T41" fmla="*/ 107 h 120"/>
              <a:gd name="T42" fmla="*/ 17 w 110"/>
              <a:gd name="T43" fmla="*/ 100 h 120"/>
              <a:gd name="T44" fmla="*/ 10 w 110"/>
              <a:gd name="T45" fmla="*/ 90 h 120"/>
              <a:gd name="T46" fmla="*/ 4 w 110"/>
              <a:gd name="T47" fmla="*/ 79 h 120"/>
              <a:gd name="T48" fmla="*/ 1 w 110"/>
              <a:gd name="T49" fmla="*/ 68 h 120"/>
              <a:gd name="T50" fmla="*/ 0 w 110"/>
              <a:gd name="T51" fmla="*/ 56 h 120"/>
              <a:gd name="T52" fmla="*/ 2 w 110"/>
              <a:gd name="T53" fmla="*/ 44 h 120"/>
              <a:gd name="T54" fmla="*/ 6 w 110"/>
              <a:gd name="T55" fmla="*/ 34 h 120"/>
              <a:gd name="T56" fmla="*/ 11 w 110"/>
              <a:gd name="T57" fmla="*/ 24 h 120"/>
              <a:gd name="T58" fmla="*/ 18 w 110"/>
              <a:gd name="T59" fmla="*/ 15 h 120"/>
              <a:gd name="T60" fmla="*/ 27 w 110"/>
              <a:gd name="T61" fmla="*/ 8 h 120"/>
              <a:gd name="T62" fmla="*/ 37 w 110"/>
              <a:gd name="T63" fmla="*/ 3 h 1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0"/>
              <a:gd name="T97" fmla="*/ 0 h 120"/>
              <a:gd name="T98" fmla="*/ 110 w 110"/>
              <a:gd name="T99" fmla="*/ 120 h 1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0" h="120">
                <a:moveTo>
                  <a:pt x="42" y="2"/>
                </a:moveTo>
                <a:lnTo>
                  <a:pt x="47" y="0"/>
                </a:lnTo>
                <a:lnTo>
                  <a:pt x="53" y="0"/>
                </a:lnTo>
                <a:lnTo>
                  <a:pt x="58" y="0"/>
                </a:lnTo>
                <a:lnTo>
                  <a:pt x="64" y="0"/>
                </a:lnTo>
                <a:lnTo>
                  <a:pt x="69" y="2"/>
                </a:lnTo>
                <a:lnTo>
                  <a:pt x="74" y="3"/>
                </a:lnTo>
                <a:lnTo>
                  <a:pt x="78" y="5"/>
                </a:lnTo>
                <a:lnTo>
                  <a:pt x="83" y="8"/>
                </a:lnTo>
                <a:lnTo>
                  <a:pt x="87" y="11"/>
                </a:lnTo>
                <a:lnTo>
                  <a:pt x="91" y="15"/>
                </a:lnTo>
                <a:lnTo>
                  <a:pt x="95" y="18"/>
                </a:lnTo>
                <a:lnTo>
                  <a:pt x="98" y="22"/>
                </a:lnTo>
                <a:lnTo>
                  <a:pt x="101" y="27"/>
                </a:lnTo>
                <a:lnTo>
                  <a:pt x="104" y="31"/>
                </a:lnTo>
                <a:lnTo>
                  <a:pt x="106" y="36"/>
                </a:lnTo>
                <a:lnTo>
                  <a:pt x="108" y="42"/>
                </a:lnTo>
                <a:lnTo>
                  <a:pt x="109" y="48"/>
                </a:lnTo>
                <a:lnTo>
                  <a:pt x="109" y="54"/>
                </a:lnTo>
                <a:lnTo>
                  <a:pt x="109" y="60"/>
                </a:lnTo>
                <a:lnTo>
                  <a:pt x="109" y="66"/>
                </a:lnTo>
                <a:lnTo>
                  <a:pt x="108" y="72"/>
                </a:lnTo>
                <a:lnTo>
                  <a:pt x="107" y="78"/>
                </a:lnTo>
                <a:lnTo>
                  <a:pt x="105" y="83"/>
                </a:lnTo>
                <a:lnTo>
                  <a:pt x="103" y="89"/>
                </a:lnTo>
                <a:lnTo>
                  <a:pt x="100" y="94"/>
                </a:lnTo>
                <a:lnTo>
                  <a:pt x="97" y="99"/>
                </a:lnTo>
                <a:lnTo>
                  <a:pt x="94" y="103"/>
                </a:lnTo>
                <a:lnTo>
                  <a:pt x="90" y="107"/>
                </a:lnTo>
                <a:lnTo>
                  <a:pt x="86" y="110"/>
                </a:lnTo>
                <a:lnTo>
                  <a:pt x="81" y="113"/>
                </a:lnTo>
                <a:lnTo>
                  <a:pt x="76" y="116"/>
                </a:lnTo>
                <a:lnTo>
                  <a:pt x="71" y="118"/>
                </a:lnTo>
                <a:lnTo>
                  <a:pt x="66" y="119"/>
                </a:lnTo>
                <a:lnTo>
                  <a:pt x="60" y="119"/>
                </a:lnTo>
                <a:lnTo>
                  <a:pt x="55" y="119"/>
                </a:lnTo>
                <a:lnTo>
                  <a:pt x="50" y="119"/>
                </a:lnTo>
                <a:lnTo>
                  <a:pt x="44" y="117"/>
                </a:lnTo>
                <a:lnTo>
                  <a:pt x="39" y="116"/>
                </a:lnTo>
                <a:lnTo>
                  <a:pt x="34" y="113"/>
                </a:lnTo>
                <a:lnTo>
                  <a:pt x="30" y="111"/>
                </a:lnTo>
                <a:lnTo>
                  <a:pt x="25" y="107"/>
                </a:lnTo>
                <a:lnTo>
                  <a:pt x="21" y="104"/>
                </a:lnTo>
                <a:lnTo>
                  <a:pt x="17" y="100"/>
                </a:lnTo>
                <a:lnTo>
                  <a:pt x="13" y="95"/>
                </a:lnTo>
                <a:lnTo>
                  <a:pt x="10" y="90"/>
                </a:lnTo>
                <a:lnTo>
                  <a:pt x="7" y="85"/>
                </a:lnTo>
                <a:lnTo>
                  <a:pt x="4" y="79"/>
                </a:lnTo>
                <a:lnTo>
                  <a:pt x="2" y="74"/>
                </a:lnTo>
                <a:lnTo>
                  <a:pt x="1" y="68"/>
                </a:lnTo>
                <a:lnTo>
                  <a:pt x="0" y="62"/>
                </a:lnTo>
                <a:lnTo>
                  <a:pt x="0" y="56"/>
                </a:lnTo>
                <a:lnTo>
                  <a:pt x="1" y="50"/>
                </a:lnTo>
                <a:lnTo>
                  <a:pt x="2" y="44"/>
                </a:lnTo>
                <a:lnTo>
                  <a:pt x="4" y="39"/>
                </a:lnTo>
                <a:lnTo>
                  <a:pt x="6" y="34"/>
                </a:lnTo>
                <a:lnTo>
                  <a:pt x="8" y="29"/>
                </a:lnTo>
                <a:lnTo>
                  <a:pt x="11" y="24"/>
                </a:lnTo>
                <a:lnTo>
                  <a:pt x="15" y="20"/>
                </a:lnTo>
                <a:lnTo>
                  <a:pt x="18" y="15"/>
                </a:lnTo>
                <a:lnTo>
                  <a:pt x="22" y="12"/>
                </a:lnTo>
                <a:lnTo>
                  <a:pt x="27" y="8"/>
                </a:lnTo>
                <a:lnTo>
                  <a:pt x="32" y="6"/>
                </a:lnTo>
                <a:lnTo>
                  <a:pt x="37" y="3"/>
                </a:lnTo>
                <a:lnTo>
                  <a:pt x="42" y="2"/>
                </a:lnTo>
              </a:path>
            </a:pathLst>
          </a:custGeom>
          <a:solidFill>
            <a:srgbClr val="232323"/>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24" name="Freeform 47">
            <a:extLst>
              <a:ext uri="{FF2B5EF4-FFF2-40B4-BE49-F238E27FC236}">
                <a16:creationId xmlns:a16="http://schemas.microsoft.com/office/drawing/2014/main" id="{07DD7463-C54F-3614-2DD1-DAE840377B60}"/>
              </a:ext>
            </a:extLst>
          </p:cNvPr>
          <p:cNvSpPr>
            <a:spLocks/>
          </p:cNvSpPr>
          <p:nvPr/>
        </p:nvSpPr>
        <p:spPr bwMode="auto">
          <a:xfrm>
            <a:off x="6919913" y="3003550"/>
            <a:ext cx="76200" cy="187325"/>
          </a:xfrm>
          <a:custGeom>
            <a:avLst/>
            <a:gdLst>
              <a:gd name="T0" fmla="*/ 34 w 48"/>
              <a:gd name="T1" fmla="*/ 115 h 118"/>
              <a:gd name="T2" fmla="*/ 30 w 48"/>
              <a:gd name="T3" fmla="*/ 110 h 118"/>
              <a:gd name="T4" fmla="*/ 25 w 48"/>
              <a:gd name="T5" fmla="*/ 104 h 118"/>
              <a:gd name="T6" fmla="*/ 21 w 48"/>
              <a:gd name="T7" fmla="*/ 96 h 118"/>
              <a:gd name="T8" fmla="*/ 16 w 48"/>
              <a:gd name="T9" fmla="*/ 87 h 118"/>
              <a:gd name="T10" fmla="*/ 12 w 48"/>
              <a:gd name="T11" fmla="*/ 77 h 118"/>
              <a:gd name="T12" fmla="*/ 8 w 48"/>
              <a:gd name="T13" fmla="*/ 66 h 118"/>
              <a:gd name="T14" fmla="*/ 5 w 48"/>
              <a:gd name="T15" fmla="*/ 55 h 118"/>
              <a:gd name="T16" fmla="*/ 2 w 48"/>
              <a:gd name="T17" fmla="*/ 43 h 118"/>
              <a:gd name="T18" fmla="*/ 0 w 48"/>
              <a:gd name="T19" fmla="*/ 32 h 118"/>
              <a:gd name="T20" fmla="*/ 0 w 48"/>
              <a:gd name="T21" fmla="*/ 23 h 118"/>
              <a:gd name="T22" fmla="*/ 0 w 48"/>
              <a:gd name="T23" fmla="*/ 14 h 118"/>
              <a:gd name="T24" fmla="*/ 1 w 48"/>
              <a:gd name="T25" fmla="*/ 8 h 118"/>
              <a:gd name="T26" fmla="*/ 3 w 48"/>
              <a:gd name="T27" fmla="*/ 4 h 118"/>
              <a:gd name="T28" fmla="*/ 5 w 48"/>
              <a:gd name="T29" fmla="*/ 1 h 118"/>
              <a:gd name="T30" fmla="*/ 9 w 48"/>
              <a:gd name="T31" fmla="*/ 0 h 118"/>
              <a:gd name="T32" fmla="*/ 13 w 48"/>
              <a:gd name="T33" fmla="*/ 2 h 118"/>
              <a:gd name="T34" fmla="*/ 17 w 48"/>
              <a:gd name="T35" fmla="*/ 6 h 118"/>
              <a:gd name="T36" fmla="*/ 22 w 48"/>
              <a:gd name="T37" fmla="*/ 12 h 118"/>
              <a:gd name="T38" fmla="*/ 26 w 48"/>
              <a:gd name="T39" fmla="*/ 20 h 118"/>
              <a:gd name="T40" fmla="*/ 31 w 48"/>
              <a:gd name="T41" fmla="*/ 29 h 118"/>
              <a:gd name="T42" fmla="*/ 35 w 48"/>
              <a:gd name="T43" fmla="*/ 39 h 118"/>
              <a:gd name="T44" fmla="*/ 39 w 48"/>
              <a:gd name="T45" fmla="*/ 51 h 118"/>
              <a:gd name="T46" fmla="*/ 42 w 48"/>
              <a:gd name="T47" fmla="*/ 63 h 118"/>
              <a:gd name="T48" fmla="*/ 45 w 48"/>
              <a:gd name="T49" fmla="*/ 74 h 118"/>
              <a:gd name="T50" fmla="*/ 46 w 48"/>
              <a:gd name="T51" fmla="*/ 85 h 118"/>
              <a:gd name="T52" fmla="*/ 47 w 48"/>
              <a:gd name="T53" fmla="*/ 95 h 118"/>
              <a:gd name="T54" fmla="*/ 47 w 48"/>
              <a:gd name="T55" fmla="*/ 103 h 118"/>
              <a:gd name="T56" fmla="*/ 46 w 48"/>
              <a:gd name="T57" fmla="*/ 109 h 118"/>
              <a:gd name="T58" fmla="*/ 44 w 48"/>
              <a:gd name="T59" fmla="*/ 114 h 118"/>
              <a:gd name="T60" fmla="*/ 42 w 48"/>
              <a:gd name="T61" fmla="*/ 116 h 118"/>
              <a:gd name="T62" fmla="*/ 38 w 48"/>
              <a:gd name="T63" fmla="*/ 117 h 11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8"/>
              <a:gd name="T97" fmla="*/ 0 h 118"/>
              <a:gd name="T98" fmla="*/ 48 w 48"/>
              <a:gd name="T99" fmla="*/ 118 h 11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8" h="118">
                <a:moveTo>
                  <a:pt x="36" y="117"/>
                </a:moveTo>
                <a:lnTo>
                  <a:pt x="34" y="115"/>
                </a:lnTo>
                <a:lnTo>
                  <a:pt x="32" y="113"/>
                </a:lnTo>
                <a:lnTo>
                  <a:pt x="30" y="110"/>
                </a:lnTo>
                <a:lnTo>
                  <a:pt x="27" y="107"/>
                </a:lnTo>
                <a:lnTo>
                  <a:pt x="25" y="104"/>
                </a:lnTo>
                <a:lnTo>
                  <a:pt x="23" y="100"/>
                </a:lnTo>
                <a:lnTo>
                  <a:pt x="21" y="96"/>
                </a:lnTo>
                <a:lnTo>
                  <a:pt x="18" y="92"/>
                </a:lnTo>
                <a:lnTo>
                  <a:pt x="16" y="87"/>
                </a:lnTo>
                <a:lnTo>
                  <a:pt x="14" y="82"/>
                </a:lnTo>
                <a:lnTo>
                  <a:pt x="12" y="77"/>
                </a:lnTo>
                <a:lnTo>
                  <a:pt x="10" y="72"/>
                </a:lnTo>
                <a:lnTo>
                  <a:pt x="8" y="66"/>
                </a:lnTo>
                <a:lnTo>
                  <a:pt x="6" y="60"/>
                </a:lnTo>
                <a:lnTo>
                  <a:pt x="5" y="55"/>
                </a:lnTo>
                <a:lnTo>
                  <a:pt x="3" y="49"/>
                </a:lnTo>
                <a:lnTo>
                  <a:pt x="2" y="43"/>
                </a:lnTo>
                <a:lnTo>
                  <a:pt x="1" y="37"/>
                </a:lnTo>
                <a:lnTo>
                  <a:pt x="0" y="32"/>
                </a:lnTo>
                <a:lnTo>
                  <a:pt x="0" y="27"/>
                </a:lnTo>
                <a:lnTo>
                  <a:pt x="0" y="23"/>
                </a:lnTo>
                <a:lnTo>
                  <a:pt x="0" y="18"/>
                </a:lnTo>
                <a:lnTo>
                  <a:pt x="0" y="14"/>
                </a:lnTo>
                <a:lnTo>
                  <a:pt x="0" y="11"/>
                </a:lnTo>
                <a:lnTo>
                  <a:pt x="1" y="8"/>
                </a:lnTo>
                <a:lnTo>
                  <a:pt x="2" y="6"/>
                </a:lnTo>
                <a:lnTo>
                  <a:pt x="3" y="4"/>
                </a:lnTo>
                <a:lnTo>
                  <a:pt x="4" y="2"/>
                </a:lnTo>
                <a:lnTo>
                  <a:pt x="5" y="1"/>
                </a:lnTo>
                <a:lnTo>
                  <a:pt x="7" y="0"/>
                </a:lnTo>
                <a:lnTo>
                  <a:pt x="9" y="0"/>
                </a:lnTo>
                <a:lnTo>
                  <a:pt x="11" y="1"/>
                </a:lnTo>
                <a:lnTo>
                  <a:pt x="13" y="2"/>
                </a:lnTo>
                <a:lnTo>
                  <a:pt x="15" y="3"/>
                </a:lnTo>
                <a:lnTo>
                  <a:pt x="17" y="6"/>
                </a:lnTo>
                <a:lnTo>
                  <a:pt x="19" y="8"/>
                </a:lnTo>
                <a:lnTo>
                  <a:pt x="22" y="12"/>
                </a:lnTo>
                <a:lnTo>
                  <a:pt x="24" y="16"/>
                </a:lnTo>
                <a:lnTo>
                  <a:pt x="26" y="20"/>
                </a:lnTo>
                <a:lnTo>
                  <a:pt x="29" y="24"/>
                </a:lnTo>
                <a:lnTo>
                  <a:pt x="31" y="29"/>
                </a:lnTo>
                <a:lnTo>
                  <a:pt x="33" y="34"/>
                </a:lnTo>
                <a:lnTo>
                  <a:pt x="35" y="39"/>
                </a:lnTo>
                <a:lnTo>
                  <a:pt x="37" y="45"/>
                </a:lnTo>
                <a:lnTo>
                  <a:pt x="39" y="51"/>
                </a:lnTo>
                <a:lnTo>
                  <a:pt x="40" y="57"/>
                </a:lnTo>
                <a:lnTo>
                  <a:pt x="42" y="63"/>
                </a:lnTo>
                <a:lnTo>
                  <a:pt x="44" y="68"/>
                </a:lnTo>
                <a:lnTo>
                  <a:pt x="45" y="74"/>
                </a:lnTo>
                <a:lnTo>
                  <a:pt x="46" y="80"/>
                </a:lnTo>
                <a:lnTo>
                  <a:pt x="46" y="85"/>
                </a:lnTo>
                <a:lnTo>
                  <a:pt x="47" y="90"/>
                </a:lnTo>
                <a:lnTo>
                  <a:pt x="47" y="95"/>
                </a:lnTo>
                <a:lnTo>
                  <a:pt x="47" y="99"/>
                </a:lnTo>
                <a:lnTo>
                  <a:pt x="47" y="103"/>
                </a:lnTo>
                <a:lnTo>
                  <a:pt x="47" y="106"/>
                </a:lnTo>
                <a:lnTo>
                  <a:pt x="46" y="109"/>
                </a:lnTo>
                <a:lnTo>
                  <a:pt x="45" y="112"/>
                </a:lnTo>
                <a:lnTo>
                  <a:pt x="44" y="114"/>
                </a:lnTo>
                <a:lnTo>
                  <a:pt x="43" y="115"/>
                </a:lnTo>
                <a:lnTo>
                  <a:pt x="42" y="116"/>
                </a:lnTo>
                <a:lnTo>
                  <a:pt x="40" y="117"/>
                </a:lnTo>
                <a:lnTo>
                  <a:pt x="38" y="117"/>
                </a:lnTo>
                <a:lnTo>
                  <a:pt x="36" y="117"/>
                </a:lnTo>
              </a:path>
            </a:pathLst>
          </a:custGeom>
          <a:solidFill>
            <a:srgbClr val="232323"/>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25" name="Freeform 48">
            <a:extLst>
              <a:ext uri="{FF2B5EF4-FFF2-40B4-BE49-F238E27FC236}">
                <a16:creationId xmlns:a16="http://schemas.microsoft.com/office/drawing/2014/main" id="{67AB423F-7865-E7C8-585E-6E064E428044}"/>
              </a:ext>
            </a:extLst>
          </p:cNvPr>
          <p:cNvSpPr>
            <a:spLocks/>
          </p:cNvSpPr>
          <p:nvPr/>
        </p:nvSpPr>
        <p:spPr bwMode="auto">
          <a:xfrm>
            <a:off x="5610225" y="3373438"/>
            <a:ext cx="2400300" cy="2281237"/>
          </a:xfrm>
          <a:custGeom>
            <a:avLst/>
            <a:gdLst>
              <a:gd name="T0" fmla="*/ 1248 w 1512"/>
              <a:gd name="T1" fmla="*/ 152 h 1437"/>
              <a:gd name="T2" fmla="*/ 1261 w 1512"/>
              <a:gd name="T3" fmla="*/ 161 h 1437"/>
              <a:gd name="T4" fmla="*/ 1271 w 1512"/>
              <a:gd name="T5" fmla="*/ 173 h 1437"/>
              <a:gd name="T6" fmla="*/ 1279 w 1512"/>
              <a:gd name="T7" fmla="*/ 193 h 1437"/>
              <a:gd name="T8" fmla="*/ 1307 w 1512"/>
              <a:gd name="T9" fmla="*/ 304 h 1437"/>
              <a:gd name="T10" fmla="*/ 1379 w 1512"/>
              <a:gd name="T11" fmla="*/ 593 h 1437"/>
              <a:gd name="T12" fmla="*/ 1458 w 1512"/>
              <a:gd name="T13" fmla="*/ 912 h 1437"/>
              <a:gd name="T14" fmla="*/ 1507 w 1512"/>
              <a:gd name="T15" fmla="*/ 1108 h 1437"/>
              <a:gd name="T16" fmla="*/ 1511 w 1512"/>
              <a:gd name="T17" fmla="*/ 1137 h 1437"/>
              <a:gd name="T18" fmla="*/ 1506 w 1512"/>
              <a:gd name="T19" fmla="*/ 1156 h 1437"/>
              <a:gd name="T20" fmla="*/ 1497 w 1512"/>
              <a:gd name="T21" fmla="*/ 1172 h 1437"/>
              <a:gd name="T22" fmla="*/ 1482 w 1512"/>
              <a:gd name="T23" fmla="*/ 1182 h 1437"/>
              <a:gd name="T24" fmla="*/ 1398 w 1512"/>
              <a:gd name="T25" fmla="*/ 1206 h 1437"/>
              <a:gd name="T26" fmla="*/ 1148 w 1512"/>
              <a:gd name="T27" fmla="*/ 1280 h 1437"/>
              <a:gd name="T28" fmla="*/ 855 w 1512"/>
              <a:gd name="T29" fmla="*/ 1366 h 1437"/>
              <a:gd name="T30" fmla="*/ 652 w 1512"/>
              <a:gd name="T31" fmla="*/ 1426 h 1437"/>
              <a:gd name="T32" fmla="*/ 619 w 1512"/>
              <a:gd name="T33" fmla="*/ 1435 h 1437"/>
              <a:gd name="T34" fmla="*/ 604 w 1512"/>
              <a:gd name="T35" fmla="*/ 1436 h 1437"/>
              <a:gd name="T36" fmla="*/ 591 w 1512"/>
              <a:gd name="T37" fmla="*/ 1433 h 1437"/>
              <a:gd name="T38" fmla="*/ 577 w 1512"/>
              <a:gd name="T39" fmla="*/ 1426 h 1437"/>
              <a:gd name="T40" fmla="*/ 525 w 1512"/>
              <a:gd name="T41" fmla="*/ 1390 h 1437"/>
              <a:gd name="T42" fmla="*/ 429 w 1512"/>
              <a:gd name="T43" fmla="*/ 1319 h 1437"/>
              <a:gd name="T44" fmla="*/ 304 w 1512"/>
              <a:gd name="T45" fmla="*/ 1225 h 1437"/>
              <a:gd name="T46" fmla="*/ 238 w 1512"/>
              <a:gd name="T47" fmla="*/ 1180 h 1437"/>
              <a:gd name="T48" fmla="*/ 228 w 1512"/>
              <a:gd name="T49" fmla="*/ 1170 h 1437"/>
              <a:gd name="T50" fmla="*/ 219 w 1512"/>
              <a:gd name="T51" fmla="*/ 1155 h 1437"/>
              <a:gd name="T52" fmla="*/ 213 w 1512"/>
              <a:gd name="T53" fmla="*/ 1138 h 1437"/>
              <a:gd name="T54" fmla="*/ 209 w 1512"/>
              <a:gd name="T55" fmla="*/ 1124 h 1437"/>
              <a:gd name="T56" fmla="*/ 170 w 1512"/>
              <a:gd name="T57" fmla="*/ 961 h 1437"/>
              <a:gd name="T58" fmla="*/ 104 w 1512"/>
              <a:gd name="T59" fmla="*/ 695 h 1437"/>
              <a:gd name="T60" fmla="*/ 40 w 1512"/>
              <a:gd name="T61" fmla="*/ 436 h 1437"/>
              <a:gd name="T62" fmla="*/ 5 w 1512"/>
              <a:gd name="T63" fmla="*/ 296 h 1437"/>
              <a:gd name="T64" fmla="*/ 0 w 1512"/>
              <a:gd name="T65" fmla="*/ 273 h 1437"/>
              <a:gd name="T66" fmla="*/ 4 w 1512"/>
              <a:gd name="T67" fmla="*/ 259 h 1437"/>
              <a:gd name="T68" fmla="*/ 15 w 1512"/>
              <a:gd name="T69" fmla="*/ 250 h 1437"/>
              <a:gd name="T70" fmla="*/ 34 w 1512"/>
              <a:gd name="T71" fmla="*/ 244 h 1437"/>
              <a:gd name="T72" fmla="*/ 181 w 1512"/>
              <a:gd name="T73" fmla="*/ 199 h 1437"/>
              <a:gd name="T74" fmla="*/ 446 w 1512"/>
              <a:gd name="T75" fmla="*/ 120 h 1437"/>
              <a:gd name="T76" fmla="*/ 704 w 1512"/>
              <a:gd name="T77" fmla="*/ 43 h 1437"/>
              <a:gd name="T78" fmla="*/ 828 w 1512"/>
              <a:gd name="T79" fmla="*/ 8 h 1437"/>
              <a:gd name="T80" fmla="*/ 848 w 1512"/>
              <a:gd name="T81" fmla="*/ 3 h 1437"/>
              <a:gd name="T82" fmla="*/ 864 w 1512"/>
              <a:gd name="T83" fmla="*/ 0 h 1437"/>
              <a:gd name="T84" fmla="*/ 880 w 1512"/>
              <a:gd name="T85" fmla="*/ 1 h 1437"/>
              <a:gd name="T86" fmla="*/ 898 w 1512"/>
              <a:gd name="T87" fmla="*/ 8 h 1437"/>
              <a:gd name="T88" fmla="*/ 972 w 1512"/>
              <a:gd name="T89" fmla="*/ 39 h 1437"/>
              <a:gd name="T90" fmla="*/ 1070 w 1512"/>
              <a:gd name="T91" fmla="*/ 79 h 1437"/>
              <a:gd name="T92" fmla="*/ 1166 w 1512"/>
              <a:gd name="T93" fmla="*/ 118 h 1437"/>
              <a:gd name="T94" fmla="*/ 1237 w 1512"/>
              <a:gd name="T95" fmla="*/ 148 h 143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512"/>
              <a:gd name="T145" fmla="*/ 0 h 1437"/>
              <a:gd name="T146" fmla="*/ 1512 w 1512"/>
              <a:gd name="T147" fmla="*/ 1437 h 143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512" h="1437">
                <a:moveTo>
                  <a:pt x="1237" y="148"/>
                </a:moveTo>
                <a:lnTo>
                  <a:pt x="1241" y="149"/>
                </a:lnTo>
                <a:lnTo>
                  <a:pt x="1244" y="151"/>
                </a:lnTo>
                <a:lnTo>
                  <a:pt x="1248" y="152"/>
                </a:lnTo>
                <a:lnTo>
                  <a:pt x="1252" y="154"/>
                </a:lnTo>
                <a:lnTo>
                  <a:pt x="1255" y="156"/>
                </a:lnTo>
                <a:lnTo>
                  <a:pt x="1258" y="158"/>
                </a:lnTo>
                <a:lnTo>
                  <a:pt x="1261" y="161"/>
                </a:lnTo>
                <a:lnTo>
                  <a:pt x="1264" y="163"/>
                </a:lnTo>
                <a:lnTo>
                  <a:pt x="1267" y="166"/>
                </a:lnTo>
                <a:lnTo>
                  <a:pt x="1269" y="169"/>
                </a:lnTo>
                <a:lnTo>
                  <a:pt x="1271" y="173"/>
                </a:lnTo>
                <a:lnTo>
                  <a:pt x="1274" y="177"/>
                </a:lnTo>
                <a:lnTo>
                  <a:pt x="1276" y="182"/>
                </a:lnTo>
                <a:lnTo>
                  <a:pt x="1277" y="187"/>
                </a:lnTo>
                <a:lnTo>
                  <a:pt x="1279" y="193"/>
                </a:lnTo>
                <a:lnTo>
                  <a:pt x="1280" y="200"/>
                </a:lnTo>
                <a:lnTo>
                  <a:pt x="1285" y="219"/>
                </a:lnTo>
                <a:lnTo>
                  <a:pt x="1294" y="255"/>
                </a:lnTo>
                <a:lnTo>
                  <a:pt x="1307" y="304"/>
                </a:lnTo>
                <a:lnTo>
                  <a:pt x="1322" y="365"/>
                </a:lnTo>
                <a:lnTo>
                  <a:pt x="1339" y="435"/>
                </a:lnTo>
                <a:lnTo>
                  <a:pt x="1358" y="512"/>
                </a:lnTo>
                <a:lnTo>
                  <a:pt x="1379" y="593"/>
                </a:lnTo>
                <a:lnTo>
                  <a:pt x="1399" y="676"/>
                </a:lnTo>
                <a:lnTo>
                  <a:pt x="1420" y="759"/>
                </a:lnTo>
                <a:lnTo>
                  <a:pt x="1440" y="838"/>
                </a:lnTo>
                <a:lnTo>
                  <a:pt x="1458" y="912"/>
                </a:lnTo>
                <a:lnTo>
                  <a:pt x="1475" y="979"/>
                </a:lnTo>
                <a:lnTo>
                  <a:pt x="1489" y="1035"/>
                </a:lnTo>
                <a:lnTo>
                  <a:pt x="1500" y="1079"/>
                </a:lnTo>
                <a:lnTo>
                  <a:pt x="1507" y="1108"/>
                </a:lnTo>
                <a:lnTo>
                  <a:pt x="1510" y="1120"/>
                </a:lnTo>
                <a:lnTo>
                  <a:pt x="1510" y="1126"/>
                </a:lnTo>
                <a:lnTo>
                  <a:pt x="1511" y="1131"/>
                </a:lnTo>
                <a:lnTo>
                  <a:pt x="1511" y="1137"/>
                </a:lnTo>
                <a:lnTo>
                  <a:pt x="1510" y="1142"/>
                </a:lnTo>
                <a:lnTo>
                  <a:pt x="1509" y="1147"/>
                </a:lnTo>
                <a:lnTo>
                  <a:pt x="1508" y="1152"/>
                </a:lnTo>
                <a:lnTo>
                  <a:pt x="1506" y="1156"/>
                </a:lnTo>
                <a:lnTo>
                  <a:pt x="1505" y="1161"/>
                </a:lnTo>
                <a:lnTo>
                  <a:pt x="1502" y="1165"/>
                </a:lnTo>
                <a:lnTo>
                  <a:pt x="1500" y="1168"/>
                </a:lnTo>
                <a:lnTo>
                  <a:pt x="1497" y="1172"/>
                </a:lnTo>
                <a:lnTo>
                  <a:pt x="1494" y="1175"/>
                </a:lnTo>
                <a:lnTo>
                  <a:pt x="1490" y="1178"/>
                </a:lnTo>
                <a:lnTo>
                  <a:pt x="1486" y="1180"/>
                </a:lnTo>
                <a:lnTo>
                  <a:pt x="1482" y="1182"/>
                </a:lnTo>
                <a:lnTo>
                  <a:pt x="1477" y="1184"/>
                </a:lnTo>
                <a:lnTo>
                  <a:pt x="1466" y="1187"/>
                </a:lnTo>
                <a:lnTo>
                  <a:pt x="1438" y="1195"/>
                </a:lnTo>
                <a:lnTo>
                  <a:pt x="1398" y="1206"/>
                </a:lnTo>
                <a:lnTo>
                  <a:pt x="1347" y="1221"/>
                </a:lnTo>
                <a:lnTo>
                  <a:pt x="1287" y="1239"/>
                </a:lnTo>
                <a:lnTo>
                  <a:pt x="1220" y="1259"/>
                </a:lnTo>
                <a:lnTo>
                  <a:pt x="1148" y="1280"/>
                </a:lnTo>
                <a:lnTo>
                  <a:pt x="1074" y="1302"/>
                </a:lnTo>
                <a:lnTo>
                  <a:pt x="998" y="1324"/>
                </a:lnTo>
                <a:lnTo>
                  <a:pt x="925" y="1346"/>
                </a:lnTo>
                <a:lnTo>
                  <a:pt x="855" y="1366"/>
                </a:lnTo>
                <a:lnTo>
                  <a:pt x="790" y="1385"/>
                </a:lnTo>
                <a:lnTo>
                  <a:pt x="734" y="1402"/>
                </a:lnTo>
                <a:lnTo>
                  <a:pt x="687" y="1415"/>
                </a:lnTo>
                <a:lnTo>
                  <a:pt x="652" y="1426"/>
                </a:lnTo>
                <a:lnTo>
                  <a:pt x="632" y="1432"/>
                </a:lnTo>
                <a:lnTo>
                  <a:pt x="627" y="1433"/>
                </a:lnTo>
                <a:lnTo>
                  <a:pt x="623" y="1434"/>
                </a:lnTo>
                <a:lnTo>
                  <a:pt x="619" y="1435"/>
                </a:lnTo>
                <a:lnTo>
                  <a:pt x="615" y="1436"/>
                </a:lnTo>
                <a:lnTo>
                  <a:pt x="611" y="1436"/>
                </a:lnTo>
                <a:lnTo>
                  <a:pt x="608" y="1436"/>
                </a:lnTo>
                <a:lnTo>
                  <a:pt x="604" y="1436"/>
                </a:lnTo>
                <a:lnTo>
                  <a:pt x="601" y="1435"/>
                </a:lnTo>
                <a:lnTo>
                  <a:pt x="598" y="1435"/>
                </a:lnTo>
                <a:lnTo>
                  <a:pt x="595" y="1434"/>
                </a:lnTo>
                <a:lnTo>
                  <a:pt x="591" y="1433"/>
                </a:lnTo>
                <a:lnTo>
                  <a:pt x="588" y="1431"/>
                </a:lnTo>
                <a:lnTo>
                  <a:pt x="585" y="1430"/>
                </a:lnTo>
                <a:lnTo>
                  <a:pt x="581" y="1428"/>
                </a:lnTo>
                <a:lnTo>
                  <a:pt x="577" y="1426"/>
                </a:lnTo>
                <a:lnTo>
                  <a:pt x="573" y="1424"/>
                </a:lnTo>
                <a:lnTo>
                  <a:pt x="560" y="1415"/>
                </a:lnTo>
                <a:lnTo>
                  <a:pt x="544" y="1404"/>
                </a:lnTo>
                <a:lnTo>
                  <a:pt x="525" y="1390"/>
                </a:lnTo>
                <a:lnTo>
                  <a:pt x="503" y="1374"/>
                </a:lnTo>
                <a:lnTo>
                  <a:pt x="480" y="1357"/>
                </a:lnTo>
                <a:lnTo>
                  <a:pt x="455" y="1338"/>
                </a:lnTo>
                <a:lnTo>
                  <a:pt x="429" y="1319"/>
                </a:lnTo>
                <a:lnTo>
                  <a:pt x="377" y="1279"/>
                </a:lnTo>
                <a:lnTo>
                  <a:pt x="351" y="1260"/>
                </a:lnTo>
                <a:lnTo>
                  <a:pt x="327" y="1242"/>
                </a:lnTo>
                <a:lnTo>
                  <a:pt x="304" y="1225"/>
                </a:lnTo>
                <a:lnTo>
                  <a:pt x="283" y="1209"/>
                </a:lnTo>
                <a:lnTo>
                  <a:pt x="265" y="1197"/>
                </a:lnTo>
                <a:lnTo>
                  <a:pt x="249" y="1187"/>
                </a:lnTo>
                <a:lnTo>
                  <a:pt x="238" y="1180"/>
                </a:lnTo>
                <a:lnTo>
                  <a:pt x="235" y="1178"/>
                </a:lnTo>
                <a:lnTo>
                  <a:pt x="233" y="1176"/>
                </a:lnTo>
                <a:lnTo>
                  <a:pt x="230" y="1173"/>
                </a:lnTo>
                <a:lnTo>
                  <a:pt x="228" y="1170"/>
                </a:lnTo>
                <a:lnTo>
                  <a:pt x="225" y="1166"/>
                </a:lnTo>
                <a:lnTo>
                  <a:pt x="223" y="1163"/>
                </a:lnTo>
                <a:lnTo>
                  <a:pt x="221" y="1159"/>
                </a:lnTo>
                <a:lnTo>
                  <a:pt x="219" y="1155"/>
                </a:lnTo>
                <a:lnTo>
                  <a:pt x="217" y="1151"/>
                </a:lnTo>
                <a:lnTo>
                  <a:pt x="216" y="1146"/>
                </a:lnTo>
                <a:lnTo>
                  <a:pt x="214" y="1142"/>
                </a:lnTo>
                <a:lnTo>
                  <a:pt x="213" y="1138"/>
                </a:lnTo>
                <a:lnTo>
                  <a:pt x="211" y="1134"/>
                </a:lnTo>
                <a:lnTo>
                  <a:pt x="210" y="1130"/>
                </a:lnTo>
                <a:lnTo>
                  <a:pt x="209" y="1127"/>
                </a:lnTo>
                <a:lnTo>
                  <a:pt x="209" y="1124"/>
                </a:lnTo>
                <a:lnTo>
                  <a:pt x="203" y="1099"/>
                </a:lnTo>
                <a:lnTo>
                  <a:pt x="194" y="1062"/>
                </a:lnTo>
                <a:lnTo>
                  <a:pt x="183" y="1015"/>
                </a:lnTo>
                <a:lnTo>
                  <a:pt x="170" y="961"/>
                </a:lnTo>
                <a:lnTo>
                  <a:pt x="155" y="899"/>
                </a:lnTo>
                <a:lnTo>
                  <a:pt x="138" y="834"/>
                </a:lnTo>
                <a:lnTo>
                  <a:pt x="121" y="765"/>
                </a:lnTo>
                <a:lnTo>
                  <a:pt x="104" y="695"/>
                </a:lnTo>
                <a:lnTo>
                  <a:pt x="87" y="625"/>
                </a:lnTo>
                <a:lnTo>
                  <a:pt x="70" y="558"/>
                </a:lnTo>
                <a:lnTo>
                  <a:pt x="54" y="494"/>
                </a:lnTo>
                <a:lnTo>
                  <a:pt x="40" y="436"/>
                </a:lnTo>
                <a:lnTo>
                  <a:pt x="27" y="386"/>
                </a:lnTo>
                <a:lnTo>
                  <a:pt x="17" y="344"/>
                </a:lnTo>
                <a:lnTo>
                  <a:pt x="9" y="314"/>
                </a:lnTo>
                <a:lnTo>
                  <a:pt x="5" y="296"/>
                </a:lnTo>
                <a:lnTo>
                  <a:pt x="3" y="289"/>
                </a:lnTo>
                <a:lnTo>
                  <a:pt x="1" y="283"/>
                </a:lnTo>
                <a:lnTo>
                  <a:pt x="1" y="278"/>
                </a:lnTo>
                <a:lnTo>
                  <a:pt x="0" y="273"/>
                </a:lnTo>
                <a:lnTo>
                  <a:pt x="1" y="269"/>
                </a:lnTo>
                <a:lnTo>
                  <a:pt x="1" y="265"/>
                </a:lnTo>
                <a:lnTo>
                  <a:pt x="3" y="262"/>
                </a:lnTo>
                <a:lnTo>
                  <a:pt x="4" y="259"/>
                </a:lnTo>
                <a:lnTo>
                  <a:pt x="6" y="256"/>
                </a:lnTo>
                <a:lnTo>
                  <a:pt x="9" y="254"/>
                </a:lnTo>
                <a:lnTo>
                  <a:pt x="12" y="252"/>
                </a:lnTo>
                <a:lnTo>
                  <a:pt x="15" y="250"/>
                </a:lnTo>
                <a:lnTo>
                  <a:pt x="19" y="248"/>
                </a:lnTo>
                <a:lnTo>
                  <a:pt x="24" y="247"/>
                </a:lnTo>
                <a:lnTo>
                  <a:pt x="28" y="245"/>
                </a:lnTo>
                <a:lnTo>
                  <a:pt x="34" y="244"/>
                </a:lnTo>
                <a:lnTo>
                  <a:pt x="53" y="238"/>
                </a:lnTo>
                <a:lnTo>
                  <a:pt x="85" y="228"/>
                </a:lnTo>
                <a:lnTo>
                  <a:pt x="128" y="215"/>
                </a:lnTo>
                <a:lnTo>
                  <a:pt x="181" y="199"/>
                </a:lnTo>
                <a:lnTo>
                  <a:pt x="241" y="181"/>
                </a:lnTo>
                <a:lnTo>
                  <a:pt x="307" y="161"/>
                </a:lnTo>
                <a:lnTo>
                  <a:pt x="376" y="141"/>
                </a:lnTo>
                <a:lnTo>
                  <a:pt x="446" y="120"/>
                </a:lnTo>
                <a:lnTo>
                  <a:pt x="516" y="99"/>
                </a:lnTo>
                <a:lnTo>
                  <a:pt x="584" y="79"/>
                </a:lnTo>
                <a:lnTo>
                  <a:pt x="647" y="60"/>
                </a:lnTo>
                <a:lnTo>
                  <a:pt x="704" y="43"/>
                </a:lnTo>
                <a:lnTo>
                  <a:pt x="752" y="29"/>
                </a:lnTo>
                <a:lnTo>
                  <a:pt x="791" y="18"/>
                </a:lnTo>
                <a:lnTo>
                  <a:pt x="817" y="11"/>
                </a:lnTo>
                <a:lnTo>
                  <a:pt x="828" y="8"/>
                </a:lnTo>
                <a:lnTo>
                  <a:pt x="834" y="6"/>
                </a:lnTo>
                <a:lnTo>
                  <a:pt x="839" y="5"/>
                </a:lnTo>
                <a:lnTo>
                  <a:pt x="843" y="4"/>
                </a:lnTo>
                <a:lnTo>
                  <a:pt x="848" y="3"/>
                </a:lnTo>
                <a:lnTo>
                  <a:pt x="852" y="2"/>
                </a:lnTo>
                <a:lnTo>
                  <a:pt x="856" y="1"/>
                </a:lnTo>
                <a:lnTo>
                  <a:pt x="860" y="0"/>
                </a:lnTo>
                <a:lnTo>
                  <a:pt x="864" y="0"/>
                </a:lnTo>
                <a:lnTo>
                  <a:pt x="868" y="0"/>
                </a:lnTo>
                <a:lnTo>
                  <a:pt x="872" y="0"/>
                </a:lnTo>
                <a:lnTo>
                  <a:pt x="876" y="1"/>
                </a:lnTo>
                <a:lnTo>
                  <a:pt x="880" y="1"/>
                </a:lnTo>
                <a:lnTo>
                  <a:pt x="884" y="2"/>
                </a:lnTo>
                <a:lnTo>
                  <a:pt x="889" y="4"/>
                </a:lnTo>
                <a:lnTo>
                  <a:pt x="893" y="6"/>
                </a:lnTo>
                <a:lnTo>
                  <a:pt x="898" y="8"/>
                </a:lnTo>
                <a:lnTo>
                  <a:pt x="913" y="14"/>
                </a:lnTo>
                <a:lnTo>
                  <a:pt x="930" y="22"/>
                </a:lnTo>
                <a:lnTo>
                  <a:pt x="950" y="30"/>
                </a:lnTo>
                <a:lnTo>
                  <a:pt x="972" y="39"/>
                </a:lnTo>
                <a:lnTo>
                  <a:pt x="995" y="49"/>
                </a:lnTo>
                <a:lnTo>
                  <a:pt x="1020" y="59"/>
                </a:lnTo>
                <a:lnTo>
                  <a:pt x="1045" y="69"/>
                </a:lnTo>
                <a:lnTo>
                  <a:pt x="1070" y="79"/>
                </a:lnTo>
                <a:lnTo>
                  <a:pt x="1095" y="89"/>
                </a:lnTo>
                <a:lnTo>
                  <a:pt x="1120" y="99"/>
                </a:lnTo>
                <a:lnTo>
                  <a:pt x="1144" y="109"/>
                </a:lnTo>
                <a:lnTo>
                  <a:pt x="1166" y="118"/>
                </a:lnTo>
                <a:lnTo>
                  <a:pt x="1187" y="127"/>
                </a:lnTo>
                <a:lnTo>
                  <a:pt x="1206" y="135"/>
                </a:lnTo>
                <a:lnTo>
                  <a:pt x="1223" y="142"/>
                </a:lnTo>
                <a:lnTo>
                  <a:pt x="1237" y="148"/>
                </a:lnTo>
              </a:path>
            </a:pathLst>
          </a:custGeom>
          <a:solidFill>
            <a:srgbClr val="DC0081"/>
          </a:solidFill>
          <a:ln w="254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26" name="Freeform 49">
            <a:extLst>
              <a:ext uri="{FF2B5EF4-FFF2-40B4-BE49-F238E27FC236}">
                <a16:creationId xmlns:a16="http://schemas.microsoft.com/office/drawing/2014/main" id="{99DE3D4B-D894-788D-E8A6-4C9606414805}"/>
              </a:ext>
            </a:extLst>
          </p:cNvPr>
          <p:cNvSpPr>
            <a:spLocks/>
          </p:cNvSpPr>
          <p:nvPr/>
        </p:nvSpPr>
        <p:spPr bwMode="auto">
          <a:xfrm>
            <a:off x="6203950" y="3665538"/>
            <a:ext cx="1354138" cy="484187"/>
          </a:xfrm>
          <a:custGeom>
            <a:avLst/>
            <a:gdLst>
              <a:gd name="T0" fmla="*/ 852 w 853"/>
              <a:gd name="T1" fmla="*/ 0 h 305"/>
              <a:gd name="T2" fmla="*/ 35 w 853"/>
              <a:gd name="T3" fmla="*/ 244 h 305"/>
              <a:gd name="T4" fmla="*/ 31 w 853"/>
              <a:gd name="T5" fmla="*/ 245 h 305"/>
              <a:gd name="T6" fmla="*/ 26 w 853"/>
              <a:gd name="T7" fmla="*/ 246 h 305"/>
              <a:gd name="T8" fmla="*/ 22 w 853"/>
              <a:gd name="T9" fmla="*/ 248 h 305"/>
              <a:gd name="T10" fmla="*/ 18 w 853"/>
              <a:gd name="T11" fmla="*/ 251 h 305"/>
              <a:gd name="T12" fmla="*/ 15 w 853"/>
              <a:gd name="T13" fmla="*/ 254 h 305"/>
              <a:gd name="T14" fmla="*/ 12 w 853"/>
              <a:gd name="T15" fmla="*/ 257 h 305"/>
              <a:gd name="T16" fmla="*/ 9 w 853"/>
              <a:gd name="T17" fmla="*/ 261 h 305"/>
              <a:gd name="T18" fmla="*/ 6 w 853"/>
              <a:gd name="T19" fmla="*/ 265 h 305"/>
              <a:gd name="T20" fmla="*/ 4 w 853"/>
              <a:gd name="T21" fmla="*/ 269 h 305"/>
              <a:gd name="T22" fmla="*/ 3 w 853"/>
              <a:gd name="T23" fmla="*/ 273 h 305"/>
              <a:gd name="T24" fmla="*/ 2 w 853"/>
              <a:gd name="T25" fmla="*/ 278 h 305"/>
              <a:gd name="T26" fmla="*/ 1 w 853"/>
              <a:gd name="T27" fmla="*/ 283 h 305"/>
              <a:gd name="T28" fmla="*/ 0 w 853"/>
              <a:gd name="T29" fmla="*/ 288 h 305"/>
              <a:gd name="T30" fmla="*/ 1 w 853"/>
              <a:gd name="T31" fmla="*/ 293 h 305"/>
              <a:gd name="T32" fmla="*/ 1 w 853"/>
              <a:gd name="T33" fmla="*/ 298 h 305"/>
              <a:gd name="T34" fmla="*/ 2 w 853"/>
              <a:gd name="T35" fmla="*/ 304 h 30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3"/>
              <a:gd name="T55" fmla="*/ 0 h 305"/>
              <a:gd name="T56" fmla="*/ 853 w 853"/>
              <a:gd name="T57" fmla="*/ 305 h 30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3" h="305">
                <a:moveTo>
                  <a:pt x="852" y="0"/>
                </a:moveTo>
                <a:lnTo>
                  <a:pt x="35" y="244"/>
                </a:lnTo>
                <a:lnTo>
                  <a:pt x="31" y="245"/>
                </a:lnTo>
                <a:lnTo>
                  <a:pt x="26" y="246"/>
                </a:lnTo>
                <a:lnTo>
                  <a:pt x="22" y="248"/>
                </a:lnTo>
                <a:lnTo>
                  <a:pt x="18" y="251"/>
                </a:lnTo>
                <a:lnTo>
                  <a:pt x="15" y="254"/>
                </a:lnTo>
                <a:lnTo>
                  <a:pt x="12" y="257"/>
                </a:lnTo>
                <a:lnTo>
                  <a:pt x="9" y="261"/>
                </a:lnTo>
                <a:lnTo>
                  <a:pt x="6" y="265"/>
                </a:lnTo>
                <a:lnTo>
                  <a:pt x="4" y="269"/>
                </a:lnTo>
                <a:lnTo>
                  <a:pt x="3" y="273"/>
                </a:lnTo>
                <a:lnTo>
                  <a:pt x="2" y="278"/>
                </a:lnTo>
                <a:lnTo>
                  <a:pt x="1" y="283"/>
                </a:lnTo>
                <a:lnTo>
                  <a:pt x="0" y="288"/>
                </a:lnTo>
                <a:lnTo>
                  <a:pt x="1" y="293"/>
                </a:lnTo>
                <a:lnTo>
                  <a:pt x="1" y="298"/>
                </a:lnTo>
                <a:lnTo>
                  <a:pt x="2" y="304"/>
                </a:lnTo>
              </a:path>
            </a:pathLst>
          </a:custGeom>
          <a:noFill/>
          <a:ln w="25400" cap="rnd">
            <a:solidFill>
              <a:srgbClr val="CECECE"/>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27" name="Freeform 50">
            <a:extLst>
              <a:ext uri="{FF2B5EF4-FFF2-40B4-BE49-F238E27FC236}">
                <a16:creationId xmlns:a16="http://schemas.microsoft.com/office/drawing/2014/main" id="{4EC5A766-2252-0947-2664-C8F154D52985}"/>
              </a:ext>
            </a:extLst>
          </p:cNvPr>
          <p:cNvSpPr>
            <a:spLocks/>
          </p:cNvSpPr>
          <p:nvPr/>
        </p:nvSpPr>
        <p:spPr bwMode="auto">
          <a:xfrm>
            <a:off x="6156325" y="4052888"/>
            <a:ext cx="104775" cy="6350"/>
          </a:xfrm>
          <a:custGeom>
            <a:avLst/>
            <a:gdLst>
              <a:gd name="T0" fmla="*/ 0 w 66"/>
              <a:gd name="T1" fmla="*/ 0 h 4"/>
              <a:gd name="T2" fmla="*/ 1 w 66"/>
              <a:gd name="T3" fmla="*/ 0 h 4"/>
              <a:gd name="T4" fmla="*/ 3 w 66"/>
              <a:gd name="T5" fmla="*/ 1 h 4"/>
              <a:gd name="T6" fmla="*/ 6 w 66"/>
              <a:gd name="T7" fmla="*/ 1 h 4"/>
              <a:gd name="T8" fmla="*/ 9 w 66"/>
              <a:gd name="T9" fmla="*/ 2 h 4"/>
              <a:gd name="T10" fmla="*/ 13 w 66"/>
              <a:gd name="T11" fmla="*/ 2 h 4"/>
              <a:gd name="T12" fmla="*/ 17 w 66"/>
              <a:gd name="T13" fmla="*/ 2 h 4"/>
              <a:gd name="T14" fmla="*/ 21 w 66"/>
              <a:gd name="T15" fmla="*/ 3 h 4"/>
              <a:gd name="T16" fmla="*/ 26 w 66"/>
              <a:gd name="T17" fmla="*/ 3 h 4"/>
              <a:gd name="T18" fmla="*/ 30 w 66"/>
              <a:gd name="T19" fmla="*/ 3 h 4"/>
              <a:gd name="T20" fmla="*/ 35 w 66"/>
              <a:gd name="T21" fmla="*/ 2 h 4"/>
              <a:gd name="T22" fmla="*/ 40 w 66"/>
              <a:gd name="T23" fmla="*/ 2 h 4"/>
              <a:gd name="T24" fmla="*/ 45 w 66"/>
              <a:gd name="T25" fmla="*/ 2 h 4"/>
              <a:gd name="T26" fmla="*/ 50 w 66"/>
              <a:gd name="T27" fmla="*/ 1 h 4"/>
              <a:gd name="T28" fmla="*/ 55 w 66"/>
              <a:gd name="T29" fmla="*/ 1 h 4"/>
              <a:gd name="T30" fmla="*/ 60 w 66"/>
              <a:gd name="T31" fmla="*/ 0 h 4"/>
              <a:gd name="T32" fmla="*/ 65 w 66"/>
              <a:gd name="T33" fmla="*/ 0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6"/>
              <a:gd name="T52" fmla="*/ 0 h 4"/>
              <a:gd name="T53" fmla="*/ 66 w 66"/>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6" h="4">
                <a:moveTo>
                  <a:pt x="0" y="0"/>
                </a:moveTo>
                <a:lnTo>
                  <a:pt x="1" y="0"/>
                </a:lnTo>
                <a:lnTo>
                  <a:pt x="3" y="1"/>
                </a:lnTo>
                <a:lnTo>
                  <a:pt x="6" y="1"/>
                </a:lnTo>
                <a:lnTo>
                  <a:pt x="9" y="2"/>
                </a:lnTo>
                <a:lnTo>
                  <a:pt x="13" y="2"/>
                </a:lnTo>
                <a:lnTo>
                  <a:pt x="17" y="2"/>
                </a:lnTo>
                <a:lnTo>
                  <a:pt x="21" y="3"/>
                </a:lnTo>
                <a:lnTo>
                  <a:pt x="26" y="3"/>
                </a:lnTo>
                <a:lnTo>
                  <a:pt x="30" y="3"/>
                </a:lnTo>
                <a:lnTo>
                  <a:pt x="35" y="2"/>
                </a:lnTo>
                <a:lnTo>
                  <a:pt x="40" y="2"/>
                </a:lnTo>
                <a:lnTo>
                  <a:pt x="45" y="2"/>
                </a:lnTo>
                <a:lnTo>
                  <a:pt x="50" y="1"/>
                </a:lnTo>
                <a:lnTo>
                  <a:pt x="55" y="1"/>
                </a:lnTo>
                <a:lnTo>
                  <a:pt x="60" y="0"/>
                </a:lnTo>
                <a:lnTo>
                  <a:pt x="65" y="0"/>
                </a:lnTo>
              </a:path>
            </a:pathLst>
          </a:custGeom>
          <a:noFill/>
          <a:ln w="25400" cap="rnd">
            <a:solidFill>
              <a:srgbClr val="CECECE"/>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28" name="Freeform 51">
            <a:extLst>
              <a:ext uri="{FF2B5EF4-FFF2-40B4-BE49-F238E27FC236}">
                <a16:creationId xmlns:a16="http://schemas.microsoft.com/office/drawing/2014/main" id="{37C0645A-F83C-DDCF-4B8C-D9039481B05D}"/>
              </a:ext>
            </a:extLst>
          </p:cNvPr>
          <p:cNvSpPr>
            <a:spLocks/>
          </p:cNvSpPr>
          <p:nvPr/>
        </p:nvSpPr>
        <p:spPr bwMode="auto">
          <a:xfrm>
            <a:off x="5681663" y="3824288"/>
            <a:ext cx="881062" cy="1760537"/>
          </a:xfrm>
          <a:custGeom>
            <a:avLst/>
            <a:gdLst>
              <a:gd name="T0" fmla="*/ 554 w 555"/>
              <a:gd name="T1" fmla="*/ 1108 h 1109"/>
              <a:gd name="T2" fmla="*/ 331 w 555"/>
              <a:gd name="T3" fmla="*/ 204 h 1109"/>
              <a:gd name="T4" fmla="*/ 330 w 555"/>
              <a:gd name="T5" fmla="*/ 198 h 1109"/>
              <a:gd name="T6" fmla="*/ 328 w 555"/>
              <a:gd name="T7" fmla="*/ 193 h 1109"/>
              <a:gd name="T8" fmla="*/ 326 w 555"/>
              <a:gd name="T9" fmla="*/ 188 h 1109"/>
              <a:gd name="T10" fmla="*/ 324 w 555"/>
              <a:gd name="T11" fmla="*/ 183 h 1109"/>
              <a:gd name="T12" fmla="*/ 322 w 555"/>
              <a:gd name="T13" fmla="*/ 178 h 1109"/>
              <a:gd name="T14" fmla="*/ 320 w 555"/>
              <a:gd name="T15" fmla="*/ 173 h 1109"/>
              <a:gd name="T16" fmla="*/ 317 w 555"/>
              <a:gd name="T17" fmla="*/ 169 h 1109"/>
              <a:gd name="T18" fmla="*/ 315 w 555"/>
              <a:gd name="T19" fmla="*/ 165 h 1109"/>
              <a:gd name="T20" fmla="*/ 313 w 555"/>
              <a:gd name="T21" fmla="*/ 161 h 1109"/>
              <a:gd name="T22" fmla="*/ 310 w 555"/>
              <a:gd name="T23" fmla="*/ 157 h 1109"/>
              <a:gd name="T24" fmla="*/ 308 w 555"/>
              <a:gd name="T25" fmla="*/ 154 h 1109"/>
              <a:gd name="T26" fmla="*/ 306 w 555"/>
              <a:gd name="T27" fmla="*/ 151 h 1109"/>
              <a:gd name="T28" fmla="*/ 304 w 555"/>
              <a:gd name="T29" fmla="*/ 148 h 1109"/>
              <a:gd name="T30" fmla="*/ 302 w 555"/>
              <a:gd name="T31" fmla="*/ 146 h 1109"/>
              <a:gd name="T32" fmla="*/ 300 w 555"/>
              <a:gd name="T33" fmla="*/ 145 h 1109"/>
              <a:gd name="T34" fmla="*/ 299 w 555"/>
              <a:gd name="T35" fmla="*/ 144 h 1109"/>
              <a:gd name="T36" fmla="*/ 0 w 555"/>
              <a:gd name="T37" fmla="*/ 0 h 110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55"/>
              <a:gd name="T58" fmla="*/ 0 h 1109"/>
              <a:gd name="T59" fmla="*/ 555 w 555"/>
              <a:gd name="T60" fmla="*/ 1109 h 110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55" h="1109">
                <a:moveTo>
                  <a:pt x="554" y="1108"/>
                </a:moveTo>
                <a:lnTo>
                  <a:pt x="331" y="204"/>
                </a:lnTo>
                <a:lnTo>
                  <a:pt x="330" y="198"/>
                </a:lnTo>
                <a:lnTo>
                  <a:pt x="328" y="193"/>
                </a:lnTo>
                <a:lnTo>
                  <a:pt x="326" y="188"/>
                </a:lnTo>
                <a:lnTo>
                  <a:pt x="324" y="183"/>
                </a:lnTo>
                <a:lnTo>
                  <a:pt x="322" y="178"/>
                </a:lnTo>
                <a:lnTo>
                  <a:pt x="320" y="173"/>
                </a:lnTo>
                <a:lnTo>
                  <a:pt x="317" y="169"/>
                </a:lnTo>
                <a:lnTo>
                  <a:pt x="315" y="165"/>
                </a:lnTo>
                <a:lnTo>
                  <a:pt x="313" y="161"/>
                </a:lnTo>
                <a:lnTo>
                  <a:pt x="310" y="157"/>
                </a:lnTo>
                <a:lnTo>
                  <a:pt x="308" y="154"/>
                </a:lnTo>
                <a:lnTo>
                  <a:pt x="306" y="151"/>
                </a:lnTo>
                <a:lnTo>
                  <a:pt x="304" y="148"/>
                </a:lnTo>
                <a:lnTo>
                  <a:pt x="302" y="146"/>
                </a:lnTo>
                <a:lnTo>
                  <a:pt x="300" y="145"/>
                </a:lnTo>
                <a:lnTo>
                  <a:pt x="299" y="144"/>
                </a:lnTo>
                <a:lnTo>
                  <a:pt x="0" y="0"/>
                </a:lnTo>
              </a:path>
            </a:pathLst>
          </a:custGeom>
          <a:noFill/>
          <a:ln w="25400" cap="rnd">
            <a:solidFill>
              <a:srgbClr val="CECECE"/>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29" name="Freeform 52">
            <a:extLst>
              <a:ext uri="{FF2B5EF4-FFF2-40B4-BE49-F238E27FC236}">
                <a16:creationId xmlns:a16="http://schemas.microsoft.com/office/drawing/2014/main" id="{2196F384-AA41-1A13-1F44-D2569C9E0A4D}"/>
              </a:ext>
            </a:extLst>
          </p:cNvPr>
          <p:cNvSpPr>
            <a:spLocks/>
          </p:cNvSpPr>
          <p:nvPr/>
        </p:nvSpPr>
        <p:spPr bwMode="auto">
          <a:xfrm>
            <a:off x="7058025" y="4829175"/>
            <a:ext cx="257175" cy="282575"/>
          </a:xfrm>
          <a:custGeom>
            <a:avLst/>
            <a:gdLst>
              <a:gd name="T0" fmla="*/ 110 w 162"/>
              <a:gd name="T1" fmla="*/ 170 h 178"/>
              <a:gd name="T2" fmla="*/ 123 w 162"/>
              <a:gd name="T3" fmla="*/ 162 h 178"/>
              <a:gd name="T4" fmla="*/ 136 w 162"/>
              <a:gd name="T5" fmla="*/ 152 h 178"/>
              <a:gd name="T6" fmla="*/ 146 w 162"/>
              <a:gd name="T7" fmla="*/ 139 h 178"/>
              <a:gd name="T8" fmla="*/ 153 w 162"/>
              <a:gd name="T9" fmla="*/ 124 h 178"/>
              <a:gd name="T10" fmla="*/ 158 w 162"/>
              <a:gd name="T11" fmla="*/ 108 h 178"/>
              <a:gd name="T12" fmla="*/ 161 w 162"/>
              <a:gd name="T13" fmla="*/ 91 h 178"/>
              <a:gd name="T14" fmla="*/ 160 w 162"/>
              <a:gd name="T15" fmla="*/ 74 h 178"/>
              <a:gd name="T16" fmla="*/ 155 w 162"/>
              <a:gd name="T17" fmla="*/ 56 h 178"/>
              <a:gd name="T18" fmla="*/ 148 w 162"/>
              <a:gd name="T19" fmla="*/ 41 h 178"/>
              <a:gd name="T20" fmla="*/ 138 w 162"/>
              <a:gd name="T21" fmla="*/ 27 h 178"/>
              <a:gd name="T22" fmla="*/ 125 w 162"/>
              <a:gd name="T23" fmla="*/ 16 h 178"/>
              <a:gd name="T24" fmla="*/ 113 w 162"/>
              <a:gd name="T25" fmla="*/ 8 h 178"/>
              <a:gd name="T26" fmla="*/ 97 w 162"/>
              <a:gd name="T27" fmla="*/ 3 h 178"/>
              <a:gd name="T28" fmla="*/ 82 w 162"/>
              <a:gd name="T29" fmla="*/ 0 h 178"/>
              <a:gd name="T30" fmla="*/ 65 w 162"/>
              <a:gd name="T31" fmla="*/ 1 h 178"/>
              <a:gd name="T32" fmla="*/ 49 w 162"/>
              <a:gd name="T33" fmla="*/ 6 h 178"/>
              <a:gd name="T34" fmla="*/ 35 w 162"/>
              <a:gd name="T35" fmla="*/ 15 h 178"/>
              <a:gd name="T36" fmla="*/ 23 w 162"/>
              <a:gd name="T37" fmla="*/ 26 h 178"/>
              <a:gd name="T38" fmla="*/ 13 w 162"/>
              <a:gd name="T39" fmla="*/ 40 h 178"/>
              <a:gd name="T40" fmla="*/ 6 w 162"/>
              <a:gd name="T41" fmla="*/ 55 h 178"/>
              <a:gd name="T42" fmla="*/ 1 w 162"/>
              <a:gd name="T43" fmla="*/ 72 h 178"/>
              <a:gd name="T44" fmla="*/ 0 w 162"/>
              <a:gd name="T45" fmla="*/ 89 h 178"/>
              <a:gd name="T46" fmla="*/ 2 w 162"/>
              <a:gd name="T47" fmla="*/ 106 h 178"/>
              <a:gd name="T48" fmla="*/ 6 w 162"/>
              <a:gd name="T49" fmla="*/ 124 h 178"/>
              <a:gd name="T50" fmla="*/ 13 w 162"/>
              <a:gd name="T51" fmla="*/ 138 h 178"/>
              <a:gd name="T52" fmla="*/ 23 w 162"/>
              <a:gd name="T53" fmla="*/ 152 h 178"/>
              <a:gd name="T54" fmla="*/ 35 w 162"/>
              <a:gd name="T55" fmla="*/ 162 h 178"/>
              <a:gd name="T56" fmla="*/ 48 w 162"/>
              <a:gd name="T57" fmla="*/ 170 h 178"/>
              <a:gd name="T58" fmla="*/ 63 w 162"/>
              <a:gd name="T59" fmla="*/ 176 h 178"/>
              <a:gd name="T60" fmla="*/ 78 w 162"/>
              <a:gd name="T61" fmla="*/ 177 h 178"/>
              <a:gd name="T62" fmla="*/ 94 w 162"/>
              <a:gd name="T63" fmla="*/ 175 h 1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2"/>
              <a:gd name="T97" fmla="*/ 0 h 178"/>
              <a:gd name="T98" fmla="*/ 162 w 162"/>
              <a:gd name="T99" fmla="*/ 178 h 1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2" h="178">
                <a:moveTo>
                  <a:pt x="102" y="173"/>
                </a:moveTo>
                <a:lnTo>
                  <a:pt x="110" y="170"/>
                </a:lnTo>
                <a:lnTo>
                  <a:pt x="117" y="166"/>
                </a:lnTo>
                <a:lnTo>
                  <a:pt x="123" y="162"/>
                </a:lnTo>
                <a:lnTo>
                  <a:pt x="130" y="158"/>
                </a:lnTo>
                <a:lnTo>
                  <a:pt x="136" y="152"/>
                </a:lnTo>
                <a:lnTo>
                  <a:pt x="141" y="146"/>
                </a:lnTo>
                <a:lnTo>
                  <a:pt x="146" y="139"/>
                </a:lnTo>
                <a:lnTo>
                  <a:pt x="150" y="132"/>
                </a:lnTo>
                <a:lnTo>
                  <a:pt x="153" y="124"/>
                </a:lnTo>
                <a:lnTo>
                  <a:pt x="156" y="116"/>
                </a:lnTo>
                <a:lnTo>
                  <a:pt x="158" y="108"/>
                </a:lnTo>
                <a:lnTo>
                  <a:pt x="160" y="100"/>
                </a:lnTo>
                <a:lnTo>
                  <a:pt x="161" y="91"/>
                </a:lnTo>
                <a:lnTo>
                  <a:pt x="161" y="82"/>
                </a:lnTo>
                <a:lnTo>
                  <a:pt x="160" y="74"/>
                </a:lnTo>
                <a:lnTo>
                  <a:pt x="158" y="65"/>
                </a:lnTo>
                <a:lnTo>
                  <a:pt x="155" y="56"/>
                </a:lnTo>
                <a:lnTo>
                  <a:pt x="151" y="48"/>
                </a:lnTo>
                <a:lnTo>
                  <a:pt x="148" y="41"/>
                </a:lnTo>
                <a:lnTo>
                  <a:pt x="143" y="34"/>
                </a:lnTo>
                <a:lnTo>
                  <a:pt x="138" y="27"/>
                </a:lnTo>
                <a:lnTo>
                  <a:pt x="132" y="21"/>
                </a:lnTo>
                <a:lnTo>
                  <a:pt x="125" y="16"/>
                </a:lnTo>
                <a:lnTo>
                  <a:pt x="120" y="12"/>
                </a:lnTo>
                <a:lnTo>
                  <a:pt x="113" y="8"/>
                </a:lnTo>
                <a:lnTo>
                  <a:pt x="105" y="5"/>
                </a:lnTo>
                <a:lnTo>
                  <a:pt x="97" y="3"/>
                </a:lnTo>
                <a:lnTo>
                  <a:pt x="90" y="1"/>
                </a:lnTo>
                <a:lnTo>
                  <a:pt x="82" y="0"/>
                </a:lnTo>
                <a:lnTo>
                  <a:pt x="73" y="0"/>
                </a:lnTo>
                <a:lnTo>
                  <a:pt x="65" y="1"/>
                </a:lnTo>
                <a:lnTo>
                  <a:pt x="57" y="3"/>
                </a:lnTo>
                <a:lnTo>
                  <a:pt x="49" y="6"/>
                </a:lnTo>
                <a:lnTo>
                  <a:pt x="41" y="10"/>
                </a:lnTo>
                <a:lnTo>
                  <a:pt x="35" y="15"/>
                </a:lnTo>
                <a:lnTo>
                  <a:pt x="28" y="20"/>
                </a:lnTo>
                <a:lnTo>
                  <a:pt x="23" y="26"/>
                </a:lnTo>
                <a:lnTo>
                  <a:pt x="17" y="33"/>
                </a:lnTo>
                <a:lnTo>
                  <a:pt x="13" y="40"/>
                </a:lnTo>
                <a:lnTo>
                  <a:pt x="9" y="47"/>
                </a:lnTo>
                <a:lnTo>
                  <a:pt x="6" y="55"/>
                </a:lnTo>
                <a:lnTo>
                  <a:pt x="3" y="63"/>
                </a:lnTo>
                <a:lnTo>
                  <a:pt x="1" y="72"/>
                </a:lnTo>
                <a:lnTo>
                  <a:pt x="0" y="80"/>
                </a:lnTo>
                <a:lnTo>
                  <a:pt x="0" y="89"/>
                </a:lnTo>
                <a:lnTo>
                  <a:pt x="0" y="98"/>
                </a:lnTo>
                <a:lnTo>
                  <a:pt x="2" y="106"/>
                </a:lnTo>
                <a:lnTo>
                  <a:pt x="4" y="115"/>
                </a:lnTo>
                <a:lnTo>
                  <a:pt x="6" y="124"/>
                </a:lnTo>
                <a:lnTo>
                  <a:pt x="10" y="132"/>
                </a:lnTo>
                <a:lnTo>
                  <a:pt x="13" y="138"/>
                </a:lnTo>
                <a:lnTo>
                  <a:pt x="17" y="146"/>
                </a:lnTo>
                <a:lnTo>
                  <a:pt x="23" y="152"/>
                </a:lnTo>
                <a:lnTo>
                  <a:pt x="28" y="158"/>
                </a:lnTo>
                <a:lnTo>
                  <a:pt x="35" y="162"/>
                </a:lnTo>
                <a:lnTo>
                  <a:pt x="41" y="167"/>
                </a:lnTo>
                <a:lnTo>
                  <a:pt x="48" y="170"/>
                </a:lnTo>
                <a:lnTo>
                  <a:pt x="55" y="173"/>
                </a:lnTo>
                <a:lnTo>
                  <a:pt x="63" y="176"/>
                </a:lnTo>
                <a:lnTo>
                  <a:pt x="70" y="177"/>
                </a:lnTo>
                <a:lnTo>
                  <a:pt x="78" y="177"/>
                </a:lnTo>
                <a:lnTo>
                  <a:pt x="86" y="177"/>
                </a:lnTo>
                <a:lnTo>
                  <a:pt x="94" y="175"/>
                </a:lnTo>
                <a:lnTo>
                  <a:pt x="102" y="173"/>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30" name="Freeform 53">
            <a:extLst>
              <a:ext uri="{FF2B5EF4-FFF2-40B4-BE49-F238E27FC236}">
                <a16:creationId xmlns:a16="http://schemas.microsoft.com/office/drawing/2014/main" id="{495DDE49-5F1F-064B-9D3F-6412D29DA6E2}"/>
              </a:ext>
            </a:extLst>
          </p:cNvPr>
          <p:cNvSpPr>
            <a:spLocks/>
          </p:cNvSpPr>
          <p:nvPr/>
        </p:nvSpPr>
        <p:spPr bwMode="auto">
          <a:xfrm>
            <a:off x="6657975" y="4956175"/>
            <a:ext cx="254000" cy="279400"/>
          </a:xfrm>
          <a:custGeom>
            <a:avLst/>
            <a:gdLst>
              <a:gd name="T0" fmla="*/ 110 w 160"/>
              <a:gd name="T1" fmla="*/ 169 h 176"/>
              <a:gd name="T2" fmla="*/ 124 w 160"/>
              <a:gd name="T3" fmla="*/ 161 h 176"/>
              <a:gd name="T4" fmla="*/ 136 w 160"/>
              <a:gd name="T5" fmla="*/ 150 h 176"/>
              <a:gd name="T6" fmla="*/ 146 w 160"/>
              <a:gd name="T7" fmla="*/ 137 h 176"/>
              <a:gd name="T8" fmla="*/ 153 w 160"/>
              <a:gd name="T9" fmla="*/ 123 h 176"/>
              <a:gd name="T10" fmla="*/ 158 w 160"/>
              <a:gd name="T11" fmla="*/ 107 h 176"/>
              <a:gd name="T12" fmla="*/ 159 w 160"/>
              <a:gd name="T13" fmla="*/ 90 h 176"/>
              <a:gd name="T14" fmla="*/ 157 w 160"/>
              <a:gd name="T15" fmla="*/ 73 h 176"/>
              <a:gd name="T16" fmla="*/ 153 w 160"/>
              <a:gd name="T17" fmla="*/ 56 h 176"/>
              <a:gd name="T18" fmla="*/ 146 w 160"/>
              <a:gd name="T19" fmla="*/ 41 h 176"/>
              <a:gd name="T20" fmla="*/ 136 w 160"/>
              <a:gd name="T21" fmla="*/ 27 h 176"/>
              <a:gd name="T22" fmla="*/ 124 w 160"/>
              <a:gd name="T23" fmla="*/ 16 h 176"/>
              <a:gd name="T24" fmla="*/ 111 w 160"/>
              <a:gd name="T25" fmla="*/ 8 h 176"/>
              <a:gd name="T26" fmla="*/ 96 w 160"/>
              <a:gd name="T27" fmla="*/ 2 h 176"/>
              <a:gd name="T28" fmla="*/ 81 w 160"/>
              <a:gd name="T29" fmla="*/ 0 h 176"/>
              <a:gd name="T30" fmla="*/ 65 w 160"/>
              <a:gd name="T31" fmla="*/ 1 h 176"/>
              <a:gd name="T32" fmla="*/ 49 w 160"/>
              <a:gd name="T33" fmla="*/ 6 h 176"/>
              <a:gd name="T34" fmla="*/ 35 w 160"/>
              <a:gd name="T35" fmla="*/ 15 h 176"/>
              <a:gd name="T36" fmla="*/ 23 w 160"/>
              <a:gd name="T37" fmla="*/ 25 h 176"/>
              <a:gd name="T38" fmla="*/ 13 w 160"/>
              <a:gd name="T39" fmla="*/ 38 h 176"/>
              <a:gd name="T40" fmla="*/ 6 w 160"/>
              <a:gd name="T41" fmla="*/ 52 h 176"/>
              <a:gd name="T42" fmla="*/ 2 w 160"/>
              <a:gd name="T43" fmla="*/ 69 h 176"/>
              <a:gd name="T44" fmla="*/ 0 w 160"/>
              <a:gd name="T45" fmla="*/ 85 h 176"/>
              <a:gd name="T46" fmla="*/ 2 w 160"/>
              <a:gd name="T47" fmla="*/ 102 h 176"/>
              <a:gd name="T48" fmla="*/ 7 w 160"/>
              <a:gd name="T49" fmla="*/ 119 h 176"/>
              <a:gd name="T50" fmla="*/ 13 w 160"/>
              <a:gd name="T51" fmla="*/ 134 h 176"/>
              <a:gd name="T52" fmla="*/ 23 w 160"/>
              <a:gd name="T53" fmla="*/ 148 h 176"/>
              <a:gd name="T54" fmla="*/ 35 w 160"/>
              <a:gd name="T55" fmla="*/ 160 h 176"/>
              <a:gd name="T56" fmla="*/ 48 w 160"/>
              <a:gd name="T57" fmla="*/ 167 h 176"/>
              <a:gd name="T58" fmla="*/ 64 w 160"/>
              <a:gd name="T59" fmla="*/ 173 h 176"/>
              <a:gd name="T60" fmla="*/ 79 w 160"/>
              <a:gd name="T61" fmla="*/ 175 h 176"/>
              <a:gd name="T62" fmla="*/ 94 w 160"/>
              <a:gd name="T63" fmla="*/ 174 h 17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0"/>
              <a:gd name="T97" fmla="*/ 0 h 176"/>
              <a:gd name="T98" fmla="*/ 160 w 160"/>
              <a:gd name="T99" fmla="*/ 176 h 17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0" h="176">
                <a:moveTo>
                  <a:pt x="102" y="173"/>
                </a:moveTo>
                <a:lnTo>
                  <a:pt x="110" y="169"/>
                </a:lnTo>
                <a:lnTo>
                  <a:pt x="118" y="165"/>
                </a:lnTo>
                <a:lnTo>
                  <a:pt x="124" y="161"/>
                </a:lnTo>
                <a:lnTo>
                  <a:pt x="130" y="156"/>
                </a:lnTo>
                <a:lnTo>
                  <a:pt x="136" y="150"/>
                </a:lnTo>
                <a:lnTo>
                  <a:pt x="142" y="144"/>
                </a:lnTo>
                <a:lnTo>
                  <a:pt x="146" y="137"/>
                </a:lnTo>
                <a:lnTo>
                  <a:pt x="150" y="131"/>
                </a:lnTo>
                <a:lnTo>
                  <a:pt x="153" y="123"/>
                </a:lnTo>
                <a:lnTo>
                  <a:pt x="156" y="115"/>
                </a:lnTo>
                <a:lnTo>
                  <a:pt x="158" y="107"/>
                </a:lnTo>
                <a:lnTo>
                  <a:pt x="159" y="99"/>
                </a:lnTo>
                <a:lnTo>
                  <a:pt x="159" y="90"/>
                </a:lnTo>
                <a:lnTo>
                  <a:pt x="159" y="82"/>
                </a:lnTo>
                <a:lnTo>
                  <a:pt x="157" y="73"/>
                </a:lnTo>
                <a:lnTo>
                  <a:pt x="155" y="65"/>
                </a:lnTo>
                <a:lnTo>
                  <a:pt x="153" y="56"/>
                </a:lnTo>
                <a:lnTo>
                  <a:pt x="149" y="48"/>
                </a:lnTo>
                <a:lnTo>
                  <a:pt x="146" y="41"/>
                </a:lnTo>
                <a:lnTo>
                  <a:pt x="142" y="34"/>
                </a:lnTo>
                <a:lnTo>
                  <a:pt x="136" y="27"/>
                </a:lnTo>
                <a:lnTo>
                  <a:pt x="131" y="21"/>
                </a:lnTo>
                <a:lnTo>
                  <a:pt x="124" y="16"/>
                </a:lnTo>
                <a:lnTo>
                  <a:pt x="118" y="12"/>
                </a:lnTo>
                <a:lnTo>
                  <a:pt x="111" y="8"/>
                </a:lnTo>
                <a:lnTo>
                  <a:pt x="104" y="5"/>
                </a:lnTo>
                <a:lnTo>
                  <a:pt x="96" y="2"/>
                </a:lnTo>
                <a:lnTo>
                  <a:pt x="89" y="1"/>
                </a:lnTo>
                <a:lnTo>
                  <a:pt x="81" y="0"/>
                </a:lnTo>
                <a:lnTo>
                  <a:pt x="73" y="0"/>
                </a:lnTo>
                <a:lnTo>
                  <a:pt x="65" y="1"/>
                </a:lnTo>
                <a:lnTo>
                  <a:pt x="57" y="3"/>
                </a:lnTo>
                <a:lnTo>
                  <a:pt x="49" y="6"/>
                </a:lnTo>
                <a:lnTo>
                  <a:pt x="41" y="10"/>
                </a:lnTo>
                <a:lnTo>
                  <a:pt x="35" y="15"/>
                </a:lnTo>
                <a:lnTo>
                  <a:pt x="29" y="19"/>
                </a:lnTo>
                <a:lnTo>
                  <a:pt x="23" y="25"/>
                </a:lnTo>
                <a:lnTo>
                  <a:pt x="18" y="31"/>
                </a:lnTo>
                <a:lnTo>
                  <a:pt x="13" y="38"/>
                </a:lnTo>
                <a:lnTo>
                  <a:pt x="10" y="45"/>
                </a:lnTo>
                <a:lnTo>
                  <a:pt x="6" y="52"/>
                </a:lnTo>
                <a:lnTo>
                  <a:pt x="4" y="60"/>
                </a:lnTo>
                <a:lnTo>
                  <a:pt x="2" y="69"/>
                </a:lnTo>
                <a:lnTo>
                  <a:pt x="1" y="76"/>
                </a:lnTo>
                <a:lnTo>
                  <a:pt x="0" y="85"/>
                </a:lnTo>
                <a:lnTo>
                  <a:pt x="1" y="94"/>
                </a:lnTo>
                <a:lnTo>
                  <a:pt x="2" y="102"/>
                </a:lnTo>
                <a:lnTo>
                  <a:pt x="4" y="111"/>
                </a:lnTo>
                <a:lnTo>
                  <a:pt x="7" y="119"/>
                </a:lnTo>
                <a:lnTo>
                  <a:pt x="10" y="128"/>
                </a:lnTo>
                <a:lnTo>
                  <a:pt x="13" y="134"/>
                </a:lnTo>
                <a:lnTo>
                  <a:pt x="18" y="142"/>
                </a:lnTo>
                <a:lnTo>
                  <a:pt x="23" y="148"/>
                </a:lnTo>
                <a:lnTo>
                  <a:pt x="29" y="154"/>
                </a:lnTo>
                <a:lnTo>
                  <a:pt x="35" y="160"/>
                </a:lnTo>
                <a:lnTo>
                  <a:pt x="41" y="163"/>
                </a:lnTo>
                <a:lnTo>
                  <a:pt x="48" y="167"/>
                </a:lnTo>
                <a:lnTo>
                  <a:pt x="56" y="170"/>
                </a:lnTo>
                <a:lnTo>
                  <a:pt x="64" y="173"/>
                </a:lnTo>
                <a:lnTo>
                  <a:pt x="71" y="174"/>
                </a:lnTo>
                <a:lnTo>
                  <a:pt x="79" y="175"/>
                </a:lnTo>
                <a:lnTo>
                  <a:pt x="87" y="175"/>
                </a:lnTo>
                <a:lnTo>
                  <a:pt x="94" y="174"/>
                </a:lnTo>
                <a:lnTo>
                  <a:pt x="102" y="173"/>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31" name="Freeform 54">
            <a:extLst>
              <a:ext uri="{FF2B5EF4-FFF2-40B4-BE49-F238E27FC236}">
                <a16:creationId xmlns:a16="http://schemas.microsoft.com/office/drawing/2014/main" id="{2F7C0649-257B-C800-55ED-A250BEDB7B47}"/>
              </a:ext>
            </a:extLst>
          </p:cNvPr>
          <p:cNvSpPr>
            <a:spLocks/>
          </p:cNvSpPr>
          <p:nvPr/>
        </p:nvSpPr>
        <p:spPr bwMode="auto">
          <a:xfrm>
            <a:off x="7456488" y="4705350"/>
            <a:ext cx="257175" cy="282575"/>
          </a:xfrm>
          <a:custGeom>
            <a:avLst/>
            <a:gdLst>
              <a:gd name="T0" fmla="*/ 94 w 162"/>
              <a:gd name="T1" fmla="*/ 176 h 178"/>
              <a:gd name="T2" fmla="*/ 79 w 162"/>
              <a:gd name="T3" fmla="*/ 177 h 178"/>
              <a:gd name="T4" fmla="*/ 64 w 162"/>
              <a:gd name="T5" fmla="*/ 175 h 178"/>
              <a:gd name="T6" fmla="*/ 48 w 162"/>
              <a:gd name="T7" fmla="*/ 169 h 178"/>
              <a:gd name="T8" fmla="*/ 35 w 162"/>
              <a:gd name="T9" fmla="*/ 162 h 178"/>
              <a:gd name="T10" fmla="*/ 23 w 162"/>
              <a:gd name="T11" fmla="*/ 150 h 178"/>
              <a:gd name="T12" fmla="*/ 13 w 162"/>
              <a:gd name="T13" fmla="*/ 136 h 178"/>
              <a:gd name="T14" fmla="*/ 7 w 162"/>
              <a:gd name="T15" fmla="*/ 121 h 178"/>
              <a:gd name="T16" fmla="*/ 2 w 162"/>
              <a:gd name="T17" fmla="*/ 104 h 178"/>
              <a:gd name="T18" fmla="*/ 0 w 162"/>
              <a:gd name="T19" fmla="*/ 87 h 178"/>
              <a:gd name="T20" fmla="*/ 2 w 162"/>
              <a:gd name="T21" fmla="*/ 70 h 178"/>
              <a:gd name="T22" fmla="*/ 7 w 162"/>
              <a:gd name="T23" fmla="*/ 53 h 178"/>
              <a:gd name="T24" fmla="*/ 14 w 162"/>
              <a:gd name="T25" fmla="*/ 39 h 178"/>
              <a:gd name="T26" fmla="*/ 24 w 162"/>
              <a:gd name="T27" fmla="*/ 25 h 178"/>
              <a:gd name="T28" fmla="*/ 37 w 162"/>
              <a:gd name="T29" fmla="*/ 15 h 178"/>
              <a:gd name="T30" fmla="*/ 52 w 162"/>
              <a:gd name="T31" fmla="*/ 7 h 178"/>
              <a:gd name="T32" fmla="*/ 68 w 162"/>
              <a:gd name="T33" fmla="*/ 2 h 178"/>
              <a:gd name="T34" fmla="*/ 84 w 162"/>
              <a:gd name="T35" fmla="*/ 0 h 178"/>
              <a:gd name="T36" fmla="*/ 99 w 162"/>
              <a:gd name="T37" fmla="*/ 2 h 178"/>
              <a:gd name="T38" fmla="*/ 114 w 162"/>
              <a:gd name="T39" fmla="*/ 7 h 178"/>
              <a:gd name="T40" fmla="*/ 126 w 162"/>
              <a:gd name="T41" fmla="*/ 15 h 178"/>
              <a:gd name="T42" fmla="*/ 138 w 162"/>
              <a:gd name="T43" fmla="*/ 25 h 178"/>
              <a:gd name="T44" fmla="*/ 148 w 162"/>
              <a:gd name="T45" fmla="*/ 39 h 178"/>
              <a:gd name="T46" fmla="*/ 156 w 162"/>
              <a:gd name="T47" fmla="*/ 54 h 178"/>
              <a:gd name="T48" fmla="*/ 160 w 162"/>
              <a:gd name="T49" fmla="*/ 72 h 178"/>
              <a:gd name="T50" fmla="*/ 161 w 162"/>
              <a:gd name="T51" fmla="*/ 90 h 178"/>
              <a:gd name="T52" fmla="*/ 159 w 162"/>
              <a:gd name="T53" fmla="*/ 107 h 178"/>
              <a:gd name="T54" fmla="*/ 154 w 162"/>
              <a:gd name="T55" fmla="*/ 124 h 178"/>
              <a:gd name="T56" fmla="*/ 147 w 162"/>
              <a:gd name="T57" fmla="*/ 139 h 178"/>
              <a:gd name="T58" fmla="*/ 137 w 162"/>
              <a:gd name="T59" fmla="*/ 152 h 178"/>
              <a:gd name="T60" fmla="*/ 124 w 162"/>
              <a:gd name="T61" fmla="*/ 163 h 178"/>
              <a:gd name="T62" fmla="*/ 110 w 162"/>
              <a:gd name="T63" fmla="*/ 171 h 1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2"/>
              <a:gd name="T97" fmla="*/ 0 h 178"/>
              <a:gd name="T98" fmla="*/ 162 w 162"/>
              <a:gd name="T99" fmla="*/ 178 h 1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2" h="178">
                <a:moveTo>
                  <a:pt x="103" y="175"/>
                </a:moveTo>
                <a:lnTo>
                  <a:pt x="94" y="176"/>
                </a:lnTo>
                <a:lnTo>
                  <a:pt x="87" y="177"/>
                </a:lnTo>
                <a:lnTo>
                  <a:pt x="79" y="177"/>
                </a:lnTo>
                <a:lnTo>
                  <a:pt x="71" y="176"/>
                </a:lnTo>
                <a:lnTo>
                  <a:pt x="64" y="175"/>
                </a:lnTo>
                <a:lnTo>
                  <a:pt x="56" y="172"/>
                </a:lnTo>
                <a:lnTo>
                  <a:pt x="48" y="169"/>
                </a:lnTo>
                <a:lnTo>
                  <a:pt x="41" y="165"/>
                </a:lnTo>
                <a:lnTo>
                  <a:pt x="35" y="162"/>
                </a:lnTo>
                <a:lnTo>
                  <a:pt x="29" y="156"/>
                </a:lnTo>
                <a:lnTo>
                  <a:pt x="23" y="150"/>
                </a:lnTo>
                <a:lnTo>
                  <a:pt x="18" y="144"/>
                </a:lnTo>
                <a:lnTo>
                  <a:pt x="13" y="136"/>
                </a:lnTo>
                <a:lnTo>
                  <a:pt x="10" y="130"/>
                </a:lnTo>
                <a:lnTo>
                  <a:pt x="7" y="121"/>
                </a:lnTo>
                <a:lnTo>
                  <a:pt x="4" y="113"/>
                </a:lnTo>
                <a:lnTo>
                  <a:pt x="2" y="104"/>
                </a:lnTo>
                <a:lnTo>
                  <a:pt x="1" y="96"/>
                </a:lnTo>
                <a:lnTo>
                  <a:pt x="0" y="87"/>
                </a:lnTo>
                <a:lnTo>
                  <a:pt x="1" y="78"/>
                </a:lnTo>
                <a:lnTo>
                  <a:pt x="2" y="70"/>
                </a:lnTo>
                <a:lnTo>
                  <a:pt x="4" y="61"/>
                </a:lnTo>
                <a:lnTo>
                  <a:pt x="7" y="53"/>
                </a:lnTo>
                <a:lnTo>
                  <a:pt x="10" y="45"/>
                </a:lnTo>
                <a:lnTo>
                  <a:pt x="14" y="39"/>
                </a:lnTo>
                <a:lnTo>
                  <a:pt x="19" y="32"/>
                </a:lnTo>
                <a:lnTo>
                  <a:pt x="24" y="25"/>
                </a:lnTo>
                <a:lnTo>
                  <a:pt x="30" y="19"/>
                </a:lnTo>
                <a:lnTo>
                  <a:pt x="37" y="15"/>
                </a:lnTo>
                <a:lnTo>
                  <a:pt x="44" y="11"/>
                </a:lnTo>
                <a:lnTo>
                  <a:pt x="52" y="7"/>
                </a:lnTo>
                <a:lnTo>
                  <a:pt x="61" y="5"/>
                </a:lnTo>
                <a:lnTo>
                  <a:pt x="68" y="2"/>
                </a:lnTo>
                <a:lnTo>
                  <a:pt x="76" y="1"/>
                </a:lnTo>
                <a:lnTo>
                  <a:pt x="84" y="0"/>
                </a:lnTo>
                <a:lnTo>
                  <a:pt x="92" y="1"/>
                </a:lnTo>
                <a:lnTo>
                  <a:pt x="99" y="2"/>
                </a:lnTo>
                <a:lnTo>
                  <a:pt x="106" y="4"/>
                </a:lnTo>
                <a:lnTo>
                  <a:pt x="114" y="7"/>
                </a:lnTo>
                <a:lnTo>
                  <a:pt x="121" y="11"/>
                </a:lnTo>
                <a:lnTo>
                  <a:pt x="126" y="15"/>
                </a:lnTo>
                <a:lnTo>
                  <a:pt x="133" y="19"/>
                </a:lnTo>
                <a:lnTo>
                  <a:pt x="138" y="25"/>
                </a:lnTo>
                <a:lnTo>
                  <a:pt x="144" y="32"/>
                </a:lnTo>
                <a:lnTo>
                  <a:pt x="148" y="39"/>
                </a:lnTo>
                <a:lnTo>
                  <a:pt x="152" y="46"/>
                </a:lnTo>
                <a:lnTo>
                  <a:pt x="156" y="54"/>
                </a:lnTo>
                <a:lnTo>
                  <a:pt x="159" y="63"/>
                </a:lnTo>
                <a:lnTo>
                  <a:pt x="160" y="72"/>
                </a:lnTo>
                <a:lnTo>
                  <a:pt x="161" y="81"/>
                </a:lnTo>
                <a:lnTo>
                  <a:pt x="161" y="90"/>
                </a:lnTo>
                <a:lnTo>
                  <a:pt x="160" y="100"/>
                </a:lnTo>
                <a:lnTo>
                  <a:pt x="159" y="107"/>
                </a:lnTo>
                <a:lnTo>
                  <a:pt x="157" y="116"/>
                </a:lnTo>
                <a:lnTo>
                  <a:pt x="154" y="124"/>
                </a:lnTo>
                <a:lnTo>
                  <a:pt x="150" y="132"/>
                </a:lnTo>
                <a:lnTo>
                  <a:pt x="147" y="139"/>
                </a:lnTo>
                <a:lnTo>
                  <a:pt x="142" y="146"/>
                </a:lnTo>
                <a:lnTo>
                  <a:pt x="137" y="152"/>
                </a:lnTo>
                <a:lnTo>
                  <a:pt x="131" y="158"/>
                </a:lnTo>
                <a:lnTo>
                  <a:pt x="124" y="163"/>
                </a:lnTo>
                <a:lnTo>
                  <a:pt x="118" y="167"/>
                </a:lnTo>
                <a:lnTo>
                  <a:pt x="110" y="171"/>
                </a:lnTo>
                <a:lnTo>
                  <a:pt x="103" y="175"/>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32" name="Freeform 55">
            <a:extLst>
              <a:ext uri="{FF2B5EF4-FFF2-40B4-BE49-F238E27FC236}">
                <a16:creationId xmlns:a16="http://schemas.microsoft.com/office/drawing/2014/main" id="{F08C7908-E988-C719-A41B-BE4FF8CBC56C}"/>
              </a:ext>
            </a:extLst>
          </p:cNvPr>
          <p:cNvSpPr>
            <a:spLocks/>
          </p:cNvSpPr>
          <p:nvPr/>
        </p:nvSpPr>
        <p:spPr bwMode="auto">
          <a:xfrm>
            <a:off x="6878638" y="4137025"/>
            <a:ext cx="254000" cy="279400"/>
          </a:xfrm>
          <a:custGeom>
            <a:avLst/>
            <a:gdLst>
              <a:gd name="T0" fmla="*/ 65 w 160"/>
              <a:gd name="T1" fmla="*/ 1 h 176"/>
              <a:gd name="T2" fmla="*/ 80 w 160"/>
              <a:gd name="T3" fmla="*/ 0 h 176"/>
              <a:gd name="T4" fmla="*/ 95 w 160"/>
              <a:gd name="T5" fmla="*/ 2 h 176"/>
              <a:gd name="T6" fmla="*/ 111 w 160"/>
              <a:gd name="T7" fmla="*/ 8 h 176"/>
              <a:gd name="T8" fmla="*/ 124 w 160"/>
              <a:gd name="T9" fmla="*/ 16 h 176"/>
              <a:gd name="T10" fmla="*/ 136 w 160"/>
              <a:gd name="T11" fmla="*/ 27 h 176"/>
              <a:gd name="T12" fmla="*/ 146 w 160"/>
              <a:gd name="T13" fmla="*/ 41 h 176"/>
              <a:gd name="T14" fmla="*/ 152 w 160"/>
              <a:gd name="T15" fmla="*/ 56 h 176"/>
              <a:gd name="T16" fmla="*/ 157 w 160"/>
              <a:gd name="T17" fmla="*/ 73 h 176"/>
              <a:gd name="T18" fmla="*/ 159 w 160"/>
              <a:gd name="T19" fmla="*/ 90 h 176"/>
              <a:gd name="T20" fmla="*/ 157 w 160"/>
              <a:gd name="T21" fmla="*/ 107 h 176"/>
              <a:gd name="T22" fmla="*/ 153 w 160"/>
              <a:gd name="T23" fmla="*/ 123 h 176"/>
              <a:gd name="T24" fmla="*/ 146 w 160"/>
              <a:gd name="T25" fmla="*/ 137 h 176"/>
              <a:gd name="T26" fmla="*/ 136 w 160"/>
              <a:gd name="T27" fmla="*/ 150 h 176"/>
              <a:gd name="T28" fmla="*/ 123 w 160"/>
              <a:gd name="T29" fmla="*/ 161 h 176"/>
              <a:gd name="T30" fmla="*/ 110 w 160"/>
              <a:gd name="T31" fmla="*/ 169 h 176"/>
              <a:gd name="T32" fmla="*/ 94 w 160"/>
              <a:gd name="T33" fmla="*/ 174 h 176"/>
              <a:gd name="T34" fmla="*/ 78 w 160"/>
              <a:gd name="T35" fmla="*/ 175 h 176"/>
              <a:gd name="T36" fmla="*/ 63 w 160"/>
              <a:gd name="T37" fmla="*/ 173 h 176"/>
              <a:gd name="T38" fmla="*/ 48 w 160"/>
              <a:gd name="T39" fmla="*/ 167 h 176"/>
              <a:gd name="T40" fmla="*/ 35 w 160"/>
              <a:gd name="T41" fmla="*/ 160 h 176"/>
              <a:gd name="T42" fmla="*/ 23 w 160"/>
              <a:gd name="T43" fmla="*/ 148 h 176"/>
              <a:gd name="T44" fmla="*/ 13 w 160"/>
              <a:gd name="T45" fmla="*/ 134 h 176"/>
              <a:gd name="T46" fmla="*/ 6 w 160"/>
              <a:gd name="T47" fmla="*/ 119 h 176"/>
              <a:gd name="T48" fmla="*/ 2 w 160"/>
              <a:gd name="T49" fmla="*/ 102 h 176"/>
              <a:gd name="T50" fmla="*/ 0 w 160"/>
              <a:gd name="T51" fmla="*/ 85 h 176"/>
              <a:gd name="T52" fmla="*/ 1 w 160"/>
              <a:gd name="T53" fmla="*/ 68 h 176"/>
              <a:gd name="T54" fmla="*/ 6 w 160"/>
              <a:gd name="T55" fmla="*/ 51 h 176"/>
              <a:gd name="T56" fmla="*/ 13 w 160"/>
              <a:gd name="T57" fmla="*/ 37 h 176"/>
              <a:gd name="T58" fmla="*/ 23 w 160"/>
              <a:gd name="T59" fmla="*/ 23 h 176"/>
              <a:gd name="T60" fmla="*/ 35 w 160"/>
              <a:gd name="T61" fmla="*/ 13 h 176"/>
              <a:gd name="T62" fmla="*/ 49 w 160"/>
              <a:gd name="T63" fmla="*/ 5 h 17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0"/>
              <a:gd name="T97" fmla="*/ 0 h 176"/>
              <a:gd name="T98" fmla="*/ 160 w 160"/>
              <a:gd name="T99" fmla="*/ 176 h 17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0" h="176">
                <a:moveTo>
                  <a:pt x="57" y="3"/>
                </a:moveTo>
                <a:lnTo>
                  <a:pt x="65" y="1"/>
                </a:lnTo>
                <a:lnTo>
                  <a:pt x="72" y="0"/>
                </a:lnTo>
                <a:lnTo>
                  <a:pt x="80" y="0"/>
                </a:lnTo>
                <a:lnTo>
                  <a:pt x="88" y="1"/>
                </a:lnTo>
                <a:lnTo>
                  <a:pt x="95" y="2"/>
                </a:lnTo>
                <a:lnTo>
                  <a:pt x="103" y="5"/>
                </a:lnTo>
                <a:lnTo>
                  <a:pt x="111" y="8"/>
                </a:lnTo>
                <a:lnTo>
                  <a:pt x="118" y="12"/>
                </a:lnTo>
                <a:lnTo>
                  <a:pt x="124" y="16"/>
                </a:lnTo>
                <a:lnTo>
                  <a:pt x="130" y="21"/>
                </a:lnTo>
                <a:lnTo>
                  <a:pt x="136" y="27"/>
                </a:lnTo>
                <a:lnTo>
                  <a:pt x="141" y="34"/>
                </a:lnTo>
                <a:lnTo>
                  <a:pt x="146" y="41"/>
                </a:lnTo>
                <a:lnTo>
                  <a:pt x="149" y="48"/>
                </a:lnTo>
                <a:lnTo>
                  <a:pt x="152" y="56"/>
                </a:lnTo>
                <a:lnTo>
                  <a:pt x="155" y="65"/>
                </a:lnTo>
                <a:lnTo>
                  <a:pt x="157" y="73"/>
                </a:lnTo>
                <a:lnTo>
                  <a:pt x="158" y="82"/>
                </a:lnTo>
                <a:lnTo>
                  <a:pt x="159" y="90"/>
                </a:lnTo>
                <a:lnTo>
                  <a:pt x="158" y="99"/>
                </a:lnTo>
                <a:lnTo>
                  <a:pt x="157" y="107"/>
                </a:lnTo>
                <a:lnTo>
                  <a:pt x="155" y="115"/>
                </a:lnTo>
                <a:lnTo>
                  <a:pt x="153" y="123"/>
                </a:lnTo>
                <a:lnTo>
                  <a:pt x="149" y="131"/>
                </a:lnTo>
                <a:lnTo>
                  <a:pt x="146" y="137"/>
                </a:lnTo>
                <a:lnTo>
                  <a:pt x="141" y="144"/>
                </a:lnTo>
                <a:lnTo>
                  <a:pt x="136" y="150"/>
                </a:lnTo>
                <a:lnTo>
                  <a:pt x="130" y="156"/>
                </a:lnTo>
                <a:lnTo>
                  <a:pt x="123" y="161"/>
                </a:lnTo>
                <a:lnTo>
                  <a:pt x="117" y="165"/>
                </a:lnTo>
                <a:lnTo>
                  <a:pt x="110" y="169"/>
                </a:lnTo>
                <a:lnTo>
                  <a:pt x="102" y="173"/>
                </a:lnTo>
                <a:lnTo>
                  <a:pt x="94" y="174"/>
                </a:lnTo>
                <a:lnTo>
                  <a:pt x="86" y="175"/>
                </a:lnTo>
                <a:lnTo>
                  <a:pt x="78" y="175"/>
                </a:lnTo>
                <a:lnTo>
                  <a:pt x="70" y="174"/>
                </a:lnTo>
                <a:lnTo>
                  <a:pt x="63" y="173"/>
                </a:lnTo>
                <a:lnTo>
                  <a:pt x="55" y="170"/>
                </a:lnTo>
                <a:lnTo>
                  <a:pt x="48" y="167"/>
                </a:lnTo>
                <a:lnTo>
                  <a:pt x="41" y="163"/>
                </a:lnTo>
                <a:lnTo>
                  <a:pt x="35" y="160"/>
                </a:lnTo>
                <a:lnTo>
                  <a:pt x="28" y="154"/>
                </a:lnTo>
                <a:lnTo>
                  <a:pt x="23" y="148"/>
                </a:lnTo>
                <a:lnTo>
                  <a:pt x="17" y="142"/>
                </a:lnTo>
                <a:lnTo>
                  <a:pt x="13" y="134"/>
                </a:lnTo>
                <a:lnTo>
                  <a:pt x="10" y="128"/>
                </a:lnTo>
                <a:lnTo>
                  <a:pt x="6" y="119"/>
                </a:lnTo>
                <a:lnTo>
                  <a:pt x="4" y="111"/>
                </a:lnTo>
                <a:lnTo>
                  <a:pt x="2" y="102"/>
                </a:lnTo>
                <a:lnTo>
                  <a:pt x="0" y="94"/>
                </a:lnTo>
                <a:lnTo>
                  <a:pt x="0" y="85"/>
                </a:lnTo>
                <a:lnTo>
                  <a:pt x="0" y="76"/>
                </a:lnTo>
                <a:lnTo>
                  <a:pt x="1" y="68"/>
                </a:lnTo>
                <a:lnTo>
                  <a:pt x="3" y="59"/>
                </a:lnTo>
                <a:lnTo>
                  <a:pt x="6" y="51"/>
                </a:lnTo>
                <a:lnTo>
                  <a:pt x="9" y="44"/>
                </a:lnTo>
                <a:lnTo>
                  <a:pt x="13" y="37"/>
                </a:lnTo>
                <a:lnTo>
                  <a:pt x="17" y="30"/>
                </a:lnTo>
                <a:lnTo>
                  <a:pt x="23" y="23"/>
                </a:lnTo>
                <a:lnTo>
                  <a:pt x="29" y="17"/>
                </a:lnTo>
                <a:lnTo>
                  <a:pt x="35" y="13"/>
                </a:lnTo>
                <a:lnTo>
                  <a:pt x="41" y="9"/>
                </a:lnTo>
                <a:lnTo>
                  <a:pt x="49" y="5"/>
                </a:lnTo>
                <a:lnTo>
                  <a:pt x="57" y="3"/>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33" name="Freeform 56">
            <a:extLst>
              <a:ext uri="{FF2B5EF4-FFF2-40B4-BE49-F238E27FC236}">
                <a16:creationId xmlns:a16="http://schemas.microsoft.com/office/drawing/2014/main" id="{C84EA27C-E33D-1A59-C93F-908A85A91F64}"/>
              </a:ext>
            </a:extLst>
          </p:cNvPr>
          <p:cNvSpPr>
            <a:spLocks/>
          </p:cNvSpPr>
          <p:nvPr/>
        </p:nvSpPr>
        <p:spPr bwMode="auto">
          <a:xfrm>
            <a:off x="6475413" y="4260850"/>
            <a:ext cx="257175" cy="279400"/>
          </a:xfrm>
          <a:custGeom>
            <a:avLst/>
            <a:gdLst>
              <a:gd name="T0" fmla="*/ 67 w 162"/>
              <a:gd name="T1" fmla="*/ 2 h 176"/>
              <a:gd name="T2" fmla="*/ 83 w 162"/>
              <a:gd name="T3" fmla="*/ 0 h 176"/>
              <a:gd name="T4" fmla="*/ 98 w 162"/>
              <a:gd name="T5" fmla="*/ 2 h 176"/>
              <a:gd name="T6" fmla="*/ 113 w 162"/>
              <a:gd name="T7" fmla="*/ 7 h 176"/>
              <a:gd name="T8" fmla="*/ 126 w 162"/>
              <a:gd name="T9" fmla="*/ 15 h 176"/>
              <a:gd name="T10" fmla="*/ 138 w 162"/>
              <a:gd name="T11" fmla="*/ 25 h 176"/>
              <a:gd name="T12" fmla="*/ 148 w 162"/>
              <a:gd name="T13" fmla="*/ 39 h 176"/>
              <a:gd name="T14" fmla="*/ 155 w 162"/>
              <a:gd name="T15" fmla="*/ 54 h 176"/>
              <a:gd name="T16" fmla="*/ 159 w 162"/>
              <a:gd name="T17" fmla="*/ 72 h 176"/>
              <a:gd name="T18" fmla="*/ 161 w 162"/>
              <a:gd name="T19" fmla="*/ 89 h 176"/>
              <a:gd name="T20" fmla="*/ 160 w 162"/>
              <a:gd name="T21" fmla="*/ 105 h 176"/>
              <a:gd name="T22" fmla="*/ 155 w 162"/>
              <a:gd name="T23" fmla="*/ 122 h 176"/>
              <a:gd name="T24" fmla="*/ 148 w 162"/>
              <a:gd name="T25" fmla="*/ 137 h 176"/>
              <a:gd name="T26" fmla="*/ 138 w 162"/>
              <a:gd name="T27" fmla="*/ 150 h 176"/>
              <a:gd name="T28" fmla="*/ 126 w 162"/>
              <a:gd name="T29" fmla="*/ 160 h 176"/>
              <a:gd name="T30" fmla="*/ 112 w 162"/>
              <a:gd name="T31" fmla="*/ 168 h 176"/>
              <a:gd name="T32" fmla="*/ 95 w 162"/>
              <a:gd name="T33" fmla="*/ 173 h 176"/>
              <a:gd name="T34" fmla="*/ 79 w 162"/>
              <a:gd name="T35" fmla="*/ 175 h 176"/>
              <a:gd name="T36" fmla="*/ 64 w 162"/>
              <a:gd name="T37" fmla="*/ 174 h 176"/>
              <a:gd name="T38" fmla="*/ 48 w 162"/>
              <a:gd name="T39" fmla="*/ 168 h 176"/>
              <a:gd name="T40" fmla="*/ 35 w 162"/>
              <a:gd name="T41" fmla="*/ 160 h 176"/>
              <a:gd name="T42" fmla="*/ 23 w 162"/>
              <a:gd name="T43" fmla="*/ 150 h 176"/>
              <a:gd name="T44" fmla="*/ 13 w 162"/>
              <a:gd name="T45" fmla="*/ 136 h 176"/>
              <a:gd name="T46" fmla="*/ 6 w 162"/>
              <a:gd name="T47" fmla="*/ 121 h 176"/>
              <a:gd name="T48" fmla="*/ 1 w 162"/>
              <a:gd name="T49" fmla="*/ 104 h 176"/>
              <a:gd name="T50" fmla="*/ 0 w 162"/>
              <a:gd name="T51" fmla="*/ 87 h 176"/>
              <a:gd name="T52" fmla="*/ 3 w 162"/>
              <a:gd name="T53" fmla="*/ 70 h 176"/>
              <a:gd name="T54" fmla="*/ 8 w 162"/>
              <a:gd name="T55" fmla="*/ 53 h 176"/>
              <a:gd name="T56" fmla="*/ 15 w 162"/>
              <a:gd name="T57" fmla="*/ 39 h 176"/>
              <a:gd name="T58" fmla="*/ 25 w 162"/>
              <a:gd name="T59" fmla="*/ 25 h 176"/>
              <a:gd name="T60" fmla="*/ 37 w 162"/>
              <a:gd name="T61" fmla="*/ 15 h 176"/>
              <a:gd name="T62" fmla="*/ 51 w 162"/>
              <a:gd name="T63" fmla="*/ 7 h 17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2"/>
              <a:gd name="T97" fmla="*/ 0 h 176"/>
              <a:gd name="T98" fmla="*/ 162 w 162"/>
              <a:gd name="T99" fmla="*/ 176 h 17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2" h="176">
                <a:moveTo>
                  <a:pt x="59" y="5"/>
                </a:moveTo>
                <a:lnTo>
                  <a:pt x="67" y="2"/>
                </a:lnTo>
                <a:lnTo>
                  <a:pt x="75" y="1"/>
                </a:lnTo>
                <a:lnTo>
                  <a:pt x="83" y="0"/>
                </a:lnTo>
                <a:lnTo>
                  <a:pt x="91" y="1"/>
                </a:lnTo>
                <a:lnTo>
                  <a:pt x="98" y="2"/>
                </a:lnTo>
                <a:lnTo>
                  <a:pt x="106" y="4"/>
                </a:lnTo>
                <a:lnTo>
                  <a:pt x="113" y="7"/>
                </a:lnTo>
                <a:lnTo>
                  <a:pt x="120" y="11"/>
                </a:lnTo>
                <a:lnTo>
                  <a:pt x="126" y="15"/>
                </a:lnTo>
                <a:lnTo>
                  <a:pt x="132" y="19"/>
                </a:lnTo>
                <a:lnTo>
                  <a:pt x="138" y="25"/>
                </a:lnTo>
                <a:lnTo>
                  <a:pt x="144" y="32"/>
                </a:lnTo>
                <a:lnTo>
                  <a:pt x="148" y="39"/>
                </a:lnTo>
                <a:lnTo>
                  <a:pt x="151" y="46"/>
                </a:lnTo>
                <a:lnTo>
                  <a:pt x="155" y="54"/>
                </a:lnTo>
                <a:lnTo>
                  <a:pt x="157" y="63"/>
                </a:lnTo>
                <a:lnTo>
                  <a:pt x="159" y="72"/>
                </a:lnTo>
                <a:lnTo>
                  <a:pt x="161" y="80"/>
                </a:lnTo>
                <a:lnTo>
                  <a:pt x="161" y="89"/>
                </a:lnTo>
                <a:lnTo>
                  <a:pt x="161" y="98"/>
                </a:lnTo>
                <a:lnTo>
                  <a:pt x="160" y="105"/>
                </a:lnTo>
                <a:lnTo>
                  <a:pt x="158" y="114"/>
                </a:lnTo>
                <a:lnTo>
                  <a:pt x="155" y="122"/>
                </a:lnTo>
                <a:lnTo>
                  <a:pt x="152" y="130"/>
                </a:lnTo>
                <a:lnTo>
                  <a:pt x="148" y="137"/>
                </a:lnTo>
                <a:lnTo>
                  <a:pt x="144" y="144"/>
                </a:lnTo>
                <a:lnTo>
                  <a:pt x="138" y="150"/>
                </a:lnTo>
                <a:lnTo>
                  <a:pt x="132" y="156"/>
                </a:lnTo>
                <a:lnTo>
                  <a:pt x="126" y="160"/>
                </a:lnTo>
                <a:lnTo>
                  <a:pt x="120" y="164"/>
                </a:lnTo>
                <a:lnTo>
                  <a:pt x="112" y="168"/>
                </a:lnTo>
                <a:lnTo>
                  <a:pt x="104" y="171"/>
                </a:lnTo>
                <a:lnTo>
                  <a:pt x="95" y="173"/>
                </a:lnTo>
                <a:lnTo>
                  <a:pt x="88" y="175"/>
                </a:lnTo>
                <a:lnTo>
                  <a:pt x="79" y="175"/>
                </a:lnTo>
                <a:lnTo>
                  <a:pt x="71" y="175"/>
                </a:lnTo>
                <a:lnTo>
                  <a:pt x="64" y="174"/>
                </a:lnTo>
                <a:lnTo>
                  <a:pt x="56" y="171"/>
                </a:lnTo>
                <a:lnTo>
                  <a:pt x="48" y="168"/>
                </a:lnTo>
                <a:lnTo>
                  <a:pt x="41" y="165"/>
                </a:lnTo>
                <a:lnTo>
                  <a:pt x="35" y="160"/>
                </a:lnTo>
                <a:lnTo>
                  <a:pt x="29" y="156"/>
                </a:lnTo>
                <a:lnTo>
                  <a:pt x="23" y="150"/>
                </a:lnTo>
                <a:lnTo>
                  <a:pt x="18" y="144"/>
                </a:lnTo>
                <a:lnTo>
                  <a:pt x="13" y="136"/>
                </a:lnTo>
                <a:lnTo>
                  <a:pt x="10" y="130"/>
                </a:lnTo>
                <a:lnTo>
                  <a:pt x="6" y="121"/>
                </a:lnTo>
                <a:lnTo>
                  <a:pt x="3" y="113"/>
                </a:lnTo>
                <a:lnTo>
                  <a:pt x="1" y="104"/>
                </a:lnTo>
                <a:lnTo>
                  <a:pt x="0" y="96"/>
                </a:lnTo>
                <a:lnTo>
                  <a:pt x="0" y="87"/>
                </a:lnTo>
                <a:lnTo>
                  <a:pt x="1" y="78"/>
                </a:lnTo>
                <a:lnTo>
                  <a:pt x="3" y="70"/>
                </a:lnTo>
                <a:lnTo>
                  <a:pt x="5" y="61"/>
                </a:lnTo>
                <a:lnTo>
                  <a:pt x="8" y="53"/>
                </a:lnTo>
                <a:lnTo>
                  <a:pt x="11" y="45"/>
                </a:lnTo>
                <a:lnTo>
                  <a:pt x="15" y="39"/>
                </a:lnTo>
                <a:lnTo>
                  <a:pt x="19" y="32"/>
                </a:lnTo>
                <a:lnTo>
                  <a:pt x="25" y="25"/>
                </a:lnTo>
                <a:lnTo>
                  <a:pt x="31" y="20"/>
                </a:lnTo>
                <a:lnTo>
                  <a:pt x="37" y="15"/>
                </a:lnTo>
                <a:lnTo>
                  <a:pt x="44" y="11"/>
                </a:lnTo>
                <a:lnTo>
                  <a:pt x="51" y="7"/>
                </a:lnTo>
                <a:lnTo>
                  <a:pt x="59" y="5"/>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34" name="Freeform 57">
            <a:extLst>
              <a:ext uri="{FF2B5EF4-FFF2-40B4-BE49-F238E27FC236}">
                <a16:creationId xmlns:a16="http://schemas.microsoft.com/office/drawing/2014/main" id="{C91C1012-513E-4E4A-7B29-43CFBD8B3B5E}"/>
              </a:ext>
            </a:extLst>
          </p:cNvPr>
          <p:cNvSpPr>
            <a:spLocks/>
          </p:cNvSpPr>
          <p:nvPr/>
        </p:nvSpPr>
        <p:spPr bwMode="auto">
          <a:xfrm>
            <a:off x="7277100" y="4010025"/>
            <a:ext cx="257175" cy="282575"/>
          </a:xfrm>
          <a:custGeom>
            <a:avLst/>
            <a:gdLst>
              <a:gd name="T0" fmla="*/ 49 w 162"/>
              <a:gd name="T1" fmla="*/ 6 h 178"/>
              <a:gd name="T2" fmla="*/ 36 w 162"/>
              <a:gd name="T3" fmla="*/ 15 h 178"/>
              <a:gd name="T4" fmla="*/ 23 w 162"/>
              <a:gd name="T5" fmla="*/ 25 h 178"/>
              <a:gd name="T6" fmla="*/ 13 w 162"/>
              <a:gd name="T7" fmla="*/ 38 h 178"/>
              <a:gd name="T8" fmla="*/ 6 w 162"/>
              <a:gd name="T9" fmla="*/ 52 h 178"/>
              <a:gd name="T10" fmla="*/ 2 w 162"/>
              <a:gd name="T11" fmla="*/ 69 h 178"/>
              <a:gd name="T12" fmla="*/ 0 w 162"/>
              <a:gd name="T13" fmla="*/ 85 h 178"/>
              <a:gd name="T14" fmla="*/ 2 w 162"/>
              <a:gd name="T15" fmla="*/ 103 h 178"/>
              <a:gd name="T16" fmla="*/ 7 w 162"/>
              <a:gd name="T17" fmla="*/ 120 h 178"/>
              <a:gd name="T18" fmla="*/ 13 w 162"/>
              <a:gd name="T19" fmla="*/ 136 h 178"/>
              <a:gd name="T20" fmla="*/ 23 w 162"/>
              <a:gd name="T21" fmla="*/ 151 h 178"/>
              <a:gd name="T22" fmla="*/ 35 w 162"/>
              <a:gd name="T23" fmla="*/ 162 h 178"/>
              <a:gd name="T24" fmla="*/ 48 w 162"/>
              <a:gd name="T25" fmla="*/ 170 h 178"/>
              <a:gd name="T26" fmla="*/ 64 w 162"/>
              <a:gd name="T27" fmla="*/ 175 h 178"/>
              <a:gd name="T28" fmla="*/ 79 w 162"/>
              <a:gd name="T29" fmla="*/ 177 h 178"/>
              <a:gd name="T30" fmla="*/ 94 w 162"/>
              <a:gd name="T31" fmla="*/ 175 h 178"/>
              <a:gd name="T32" fmla="*/ 110 w 162"/>
              <a:gd name="T33" fmla="*/ 170 h 178"/>
              <a:gd name="T34" fmla="*/ 124 w 162"/>
              <a:gd name="T35" fmla="*/ 162 h 178"/>
              <a:gd name="T36" fmla="*/ 137 w 162"/>
              <a:gd name="T37" fmla="*/ 152 h 178"/>
              <a:gd name="T38" fmla="*/ 147 w 162"/>
              <a:gd name="T39" fmla="*/ 139 h 178"/>
              <a:gd name="T40" fmla="*/ 154 w 162"/>
              <a:gd name="T41" fmla="*/ 124 h 178"/>
              <a:gd name="T42" fmla="*/ 159 w 162"/>
              <a:gd name="T43" fmla="*/ 107 h 178"/>
              <a:gd name="T44" fmla="*/ 161 w 162"/>
              <a:gd name="T45" fmla="*/ 91 h 178"/>
              <a:gd name="T46" fmla="*/ 160 w 162"/>
              <a:gd name="T47" fmla="*/ 74 h 178"/>
              <a:gd name="T48" fmla="*/ 156 w 162"/>
              <a:gd name="T49" fmla="*/ 56 h 178"/>
              <a:gd name="T50" fmla="*/ 148 w 162"/>
              <a:gd name="T51" fmla="*/ 41 h 178"/>
              <a:gd name="T52" fmla="*/ 138 w 162"/>
              <a:gd name="T53" fmla="*/ 27 h 178"/>
              <a:gd name="T54" fmla="*/ 126 w 162"/>
              <a:gd name="T55" fmla="*/ 16 h 178"/>
              <a:gd name="T56" fmla="*/ 113 w 162"/>
              <a:gd name="T57" fmla="*/ 8 h 178"/>
              <a:gd name="T58" fmla="*/ 98 w 162"/>
              <a:gd name="T59" fmla="*/ 2 h 178"/>
              <a:gd name="T60" fmla="*/ 82 w 162"/>
              <a:gd name="T61" fmla="*/ 0 h 178"/>
              <a:gd name="T62" fmla="*/ 66 w 162"/>
              <a:gd name="T63" fmla="*/ 1 h 1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2"/>
              <a:gd name="T97" fmla="*/ 0 h 178"/>
              <a:gd name="T98" fmla="*/ 162 w 162"/>
              <a:gd name="T99" fmla="*/ 178 h 17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2" h="178">
                <a:moveTo>
                  <a:pt x="57" y="3"/>
                </a:moveTo>
                <a:lnTo>
                  <a:pt x="49" y="6"/>
                </a:lnTo>
                <a:lnTo>
                  <a:pt x="42" y="10"/>
                </a:lnTo>
                <a:lnTo>
                  <a:pt x="36" y="15"/>
                </a:lnTo>
                <a:lnTo>
                  <a:pt x="29" y="19"/>
                </a:lnTo>
                <a:lnTo>
                  <a:pt x="23" y="25"/>
                </a:lnTo>
                <a:lnTo>
                  <a:pt x="18" y="31"/>
                </a:lnTo>
                <a:lnTo>
                  <a:pt x="13" y="38"/>
                </a:lnTo>
                <a:lnTo>
                  <a:pt x="10" y="45"/>
                </a:lnTo>
                <a:lnTo>
                  <a:pt x="6" y="52"/>
                </a:lnTo>
                <a:lnTo>
                  <a:pt x="4" y="60"/>
                </a:lnTo>
                <a:lnTo>
                  <a:pt x="2" y="69"/>
                </a:lnTo>
                <a:lnTo>
                  <a:pt x="1" y="76"/>
                </a:lnTo>
                <a:lnTo>
                  <a:pt x="0" y="85"/>
                </a:lnTo>
                <a:lnTo>
                  <a:pt x="1" y="94"/>
                </a:lnTo>
                <a:lnTo>
                  <a:pt x="2" y="103"/>
                </a:lnTo>
                <a:lnTo>
                  <a:pt x="4" y="111"/>
                </a:lnTo>
                <a:lnTo>
                  <a:pt x="7" y="120"/>
                </a:lnTo>
                <a:lnTo>
                  <a:pt x="10" y="129"/>
                </a:lnTo>
                <a:lnTo>
                  <a:pt x="13" y="136"/>
                </a:lnTo>
                <a:lnTo>
                  <a:pt x="18" y="144"/>
                </a:lnTo>
                <a:lnTo>
                  <a:pt x="23" y="151"/>
                </a:lnTo>
                <a:lnTo>
                  <a:pt x="29" y="157"/>
                </a:lnTo>
                <a:lnTo>
                  <a:pt x="35" y="162"/>
                </a:lnTo>
                <a:lnTo>
                  <a:pt x="41" y="166"/>
                </a:lnTo>
                <a:lnTo>
                  <a:pt x="48" y="170"/>
                </a:lnTo>
                <a:lnTo>
                  <a:pt x="56" y="173"/>
                </a:lnTo>
                <a:lnTo>
                  <a:pt x="64" y="175"/>
                </a:lnTo>
                <a:lnTo>
                  <a:pt x="71" y="177"/>
                </a:lnTo>
                <a:lnTo>
                  <a:pt x="79" y="177"/>
                </a:lnTo>
                <a:lnTo>
                  <a:pt x="87" y="177"/>
                </a:lnTo>
                <a:lnTo>
                  <a:pt x="94" y="175"/>
                </a:lnTo>
                <a:lnTo>
                  <a:pt x="102" y="173"/>
                </a:lnTo>
                <a:lnTo>
                  <a:pt x="110" y="170"/>
                </a:lnTo>
                <a:lnTo>
                  <a:pt x="118" y="166"/>
                </a:lnTo>
                <a:lnTo>
                  <a:pt x="124" y="162"/>
                </a:lnTo>
                <a:lnTo>
                  <a:pt x="131" y="158"/>
                </a:lnTo>
                <a:lnTo>
                  <a:pt x="137" y="152"/>
                </a:lnTo>
                <a:lnTo>
                  <a:pt x="142" y="146"/>
                </a:lnTo>
                <a:lnTo>
                  <a:pt x="147" y="139"/>
                </a:lnTo>
                <a:lnTo>
                  <a:pt x="150" y="132"/>
                </a:lnTo>
                <a:lnTo>
                  <a:pt x="154" y="124"/>
                </a:lnTo>
                <a:lnTo>
                  <a:pt x="157" y="116"/>
                </a:lnTo>
                <a:lnTo>
                  <a:pt x="159" y="107"/>
                </a:lnTo>
                <a:lnTo>
                  <a:pt x="160" y="100"/>
                </a:lnTo>
                <a:lnTo>
                  <a:pt x="161" y="91"/>
                </a:lnTo>
                <a:lnTo>
                  <a:pt x="161" y="82"/>
                </a:lnTo>
                <a:lnTo>
                  <a:pt x="160" y="74"/>
                </a:lnTo>
                <a:lnTo>
                  <a:pt x="159" y="65"/>
                </a:lnTo>
                <a:lnTo>
                  <a:pt x="156" y="56"/>
                </a:lnTo>
                <a:lnTo>
                  <a:pt x="152" y="48"/>
                </a:lnTo>
                <a:lnTo>
                  <a:pt x="148" y="41"/>
                </a:lnTo>
                <a:lnTo>
                  <a:pt x="144" y="34"/>
                </a:lnTo>
                <a:lnTo>
                  <a:pt x="138" y="27"/>
                </a:lnTo>
                <a:lnTo>
                  <a:pt x="132" y="21"/>
                </a:lnTo>
                <a:lnTo>
                  <a:pt x="126" y="16"/>
                </a:lnTo>
                <a:lnTo>
                  <a:pt x="120" y="12"/>
                </a:lnTo>
                <a:lnTo>
                  <a:pt x="113" y="8"/>
                </a:lnTo>
                <a:lnTo>
                  <a:pt x="106" y="5"/>
                </a:lnTo>
                <a:lnTo>
                  <a:pt x="98" y="2"/>
                </a:lnTo>
                <a:lnTo>
                  <a:pt x="91" y="1"/>
                </a:lnTo>
                <a:lnTo>
                  <a:pt x="82" y="0"/>
                </a:lnTo>
                <a:lnTo>
                  <a:pt x="74" y="0"/>
                </a:lnTo>
                <a:lnTo>
                  <a:pt x="66" y="1"/>
                </a:lnTo>
                <a:lnTo>
                  <a:pt x="57" y="3"/>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35" name="Freeform 58">
            <a:extLst>
              <a:ext uri="{FF2B5EF4-FFF2-40B4-BE49-F238E27FC236}">
                <a16:creationId xmlns:a16="http://schemas.microsoft.com/office/drawing/2014/main" id="{1F03A7EB-7CEF-9DDE-7316-FDB26A778DC8}"/>
              </a:ext>
            </a:extLst>
          </p:cNvPr>
          <p:cNvSpPr>
            <a:spLocks/>
          </p:cNvSpPr>
          <p:nvPr/>
        </p:nvSpPr>
        <p:spPr bwMode="auto">
          <a:xfrm>
            <a:off x="6191250" y="3830638"/>
            <a:ext cx="268288" cy="80962"/>
          </a:xfrm>
          <a:custGeom>
            <a:avLst/>
            <a:gdLst>
              <a:gd name="T0" fmla="*/ 124 w 169"/>
              <a:gd name="T1" fmla="*/ 37 h 51"/>
              <a:gd name="T2" fmla="*/ 137 w 169"/>
              <a:gd name="T3" fmla="*/ 31 h 51"/>
              <a:gd name="T4" fmla="*/ 149 w 169"/>
              <a:gd name="T5" fmla="*/ 26 h 51"/>
              <a:gd name="T6" fmla="*/ 157 w 169"/>
              <a:gd name="T7" fmla="*/ 21 h 51"/>
              <a:gd name="T8" fmla="*/ 164 w 169"/>
              <a:gd name="T9" fmla="*/ 16 h 51"/>
              <a:gd name="T10" fmla="*/ 167 w 169"/>
              <a:gd name="T11" fmla="*/ 12 h 51"/>
              <a:gd name="T12" fmla="*/ 167 w 169"/>
              <a:gd name="T13" fmla="*/ 8 h 51"/>
              <a:gd name="T14" fmla="*/ 164 w 169"/>
              <a:gd name="T15" fmla="*/ 4 h 51"/>
              <a:gd name="T16" fmla="*/ 157 w 169"/>
              <a:gd name="T17" fmla="*/ 2 h 51"/>
              <a:gd name="T18" fmla="*/ 149 w 169"/>
              <a:gd name="T19" fmla="*/ 0 h 51"/>
              <a:gd name="T20" fmla="*/ 138 w 169"/>
              <a:gd name="T21" fmla="*/ 0 h 51"/>
              <a:gd name="T22" fmla="*/ 125 w 169"/>
              <a:gd name="T23" fmla="*/ 0 h 51"/>
              <a:gd name="T24" fmla="*/ 111 w 169"/>
              <a:gd name="T25" fmla="*/ 2 h 51"/>
              <a:gd name="T26" fmla="*/ 96 w 169"/>
              <a:gd name="T27" fmla="*/ 4 h 51"/>
              <a:gd name="T28" fmla="*/ 80 w 169"/>
              <a:gd name="T29" fmla="*/ 7 h 51"/>
              <a:gd name="T30" fmla="*/ 64 w 169"/>
              <a:gd name="T31" fmla="*/ 12 h 51"/>
              <a:gd name="T32" fmla="*/ 47 w 169"/>
              <a:gd name="T33" fmla="*/ 16 h 51"/>
              <a:gd name="T34" fmla="*/ 33 w 169"/>
              <a:gd name="T35" fmla="*/ 21 h 51"/>
              <a:gd name="T36" fmla="*/ 20 w 169"/>
              <a:gd name="T37" fmla="*/ 25 h 51"/>
              <a:gd name="T38" fmla="*/ 11 w 169"/>
              <a:gd name="T39" fmla="*/ 29 h 51"/>
              <a:gd name="T40" fmla="*/ 5 w 169"/>
              <a:gd name="T41" fmla="*/ 34 h 51"/>
              <a:gd name="T42" fmla="*/ 1 w 169"/>
              <a:gd name="T43" fmla="*/ 38 h 51"/>
              <a:gd name="T44" fmla="*/ 1 w 169"/>
              <a:gd name="T45" fmla="*/ 41 h 51"/>
              <a:gd name="T46" fmla="*/ 4 w 169"/>
              <a:gd name="T47" fmla="*/ 45 h 51"/>
              <a:gd name="T48" fmla="*/ 11 w 169"/>
              <a:gd name="T49" fmla="*/ 47 h 51"/>
              <a:gd name="T50" fmla="*/ 19 w 169"/>
              <a:gd name="T51" fmla="*/ 49 h 51"/>
              <a:gd name="T52" fmla="*/ 31 w 169"/>
              <a:gd name="T53" fmla="*/ 50 h 51"/>
              <a:gd name="T54" fmla="*/ 44 w 169"/>
              <a:gd name="T55" fmla="*/ 50 h 51"/>
              <a:gd name="T56" fmla="*/ 59 w 169"/>
              <a:gd name="T57" fmla="*/ 48 h 51"/>
              <a:gd name="T58" fmla="*/ 75 w 169"/>
              <a:gd name="T59" fmla="*/ 46 h 51"/>
              <a:gd name="T60" fmla="*/ 92 w 169"/>
              <a:gd name="T61" fmla="*/ 44 h 51"/>
              <a:gd name="T62" fmla="*/ 107 w 169"/>
              <a:gd name="T63" fmla="*/ 41 h 5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9"/>
              <a:gd name="T97" fmla="*/ 0 h 51"/>
              <a:gd name="T98" fmla="*/ 169 w 169"/>
              <a:gd name="T99" fmla="*/ 51 h 5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9" h="51">
                <a:moveTo>
                  <a:pt x="116" y="39"/>
                </a:moveTo>
                <a:lnTo>
                  <a:pt x="124" y="37"/>
                </a:lnTo>
                <a:lnTo>
                  <a:pt x="130" y="34"/>
                </a:lnTo>
                <a:lnTo>
                  <a:pt x="137" y="31"/>
                </a:lnTo>
                <a:lnTo>
                  <a:pt x="143" y="29"/>
                </a:lnTo>
                <a:lnTo>
                  <a:pt x="149" y="26"/>
                </a:lnTo>
                <a:lnTo>
                  <a:pt x="154" y="23"/>
                </a:lnTo>
                <a:lnTo>
                  <a:pt x="157" y="21"/>
                </a:lnTo>
                <a:lnTo>
                  <a:pt x="161" y="19"/>
                </a:lnTo>
                <a:lnTo>
                  <a:pt x="164" y="16"/>
                </a:lnTo>
                <a:lnTo>
                  <a:pt x="166" y="14"/>
                </a:lnTo>
                <a:lnTo>
                  <a:pt x="167" y="12"/>
                </a:lnTo>
                <a:lnTo>
                  <a:pt x="168" y="10"/>
                </a:lnTo>
                <a:lnTo>
                  <a:pt x="167" y="8"/>
                </a:lnTo>
                <a:lnTo>
                  <a:pt x="166" y="6"/>
                </a:lnTo>
                <a:lnTo>
                  <a:pt x="164" y="4"/>
                </a:lnTo>
                <a:lnTo>
                  <a:pt x="161" y="4"/>
                </a:lnTo>
                <a:lnTo>
                  <a:pt x="157" y="2"/>
                </a:lnTo>
                <a:lnTo>
                  <a:pt x="154" y="1"/>
                </a:lnTo>
                <a:lnTo>
                  <a:pt x="149" y="0"/>
                </a:lnTo>
                <a:lnTo>
                  <a:pt x="144" y="0"/>
                </a:lnTo>
                <a:lnTo>
                  <a:pt x="138" y="0"/>
                </a:lnTo>
                <a:lnTo>
                  <a:pt x="131" y="0"/>
                </a:lnTo>
                <a:lnTo>
                  <a:pt x="125" y="0"/>
                </a:lnTo>
                <a:lnTo>
                  <a:pt x="118" y="1"/>
                </a:lnTo>
                <a:lnTo>
                  <a:pt x="111" y="2"/>
                </a:lnTo>
                <a:lnTo>
                  <a:pt x="103" y="3"/>
                </a:lnTo>
                <a:lnTo>
                  <a:pt x="96" y="4"/>
                </a:lnTo>
                <a:lnTo>
                  <a:pt x="88" y="5"/>
                </a:lnTo>
                <a:lnTo>
                  <a:pt x="80" y="7"/>
                </a:lnTo>
                <a:lnTo>
                  <a:pt x="71" y="9"/>
                </a:lnTo>
                <a:lnTo>
                  <a:pt x="64" y="12"/>
                </a:lnTo>
                <a:lnTo>
                  <a:pt x="56" y="14"/>
                </a:lnTo>
                <a:lnTo>
                  <a:pt x="47" y="16"/>
                </a:lnTo>
                <a:lnTo>
                  <a:pt x="40" y="18"/>
                </a:lnTo>
                <a:lnTo>
                  <a:pt x="33" y="21"/>
                </a:lnTo>
                <a:lnTo>
                  <a:pt x="26" y="22"/>
                </a:lnTo>
                <a:lnTo>
                  <a:pt x="20" y="25"/>
                </a:lnTo>
                <a:lnTo>
                  <a:pt x="15" y="27"/>
                </a:lnTo>
                <a:lnTo>
                  <a:pt x="11" y="29"/>
                </a:lnTo>
                <a:lnTo>
                  <a:pt x="8" y="31"/>
                </a:lnTo>
                <a:lnTo>
                  <a:pt x="5" y="34"/>
                </a:lnTo>
                <a:lnTo>
                  <a:pt x="2" y="36"/>
                </a:lnTo>
                <a:lnTo>
                  <a:pt x="1" y="38"/>
                </a:lnTo>
                <a:lnTo>
                  <a:pt x="0" y="39"/>
                </a:lnTo>
                <a:lnTo>
                  <a:pt x="1" y="41"/>
                </a:lnTo>
                <a:lnTo>
                  <a:pt x="2" y="43"/>
                </a:lnTo>
                <a:lnTo>
                  <a:pt x="4" y="45"/>
                </a:lnTo>
                <a:lnTo>
                  <a:pt x="7" y="46"/>
                </a:lnTo>
                <a:lnTo>
                  <a:pt x="11" y="47"/>
                </a:lnTo>
                <a:lnTo>
                  <a:pt x="14" y="48"/>
                </a:lnTo>
                <a:lnTo>
                  <a:pt x="19" y="49"/>
                </a:lnTo>
                <a:lnTo>
                  <a:pt x="25" y="49"/>
                </a:lnTo>
                <a:lnTo>
                  <a:pt x="31" y="50"/>
                </a:lnTo>
                <a:lnTo>
                  <a:pt x="38" y="50"/>
                </a:lnTo>
                <a:lnTo>
                  <a:pt x="44" y="50"/>
                </a:lnTo>
                <a:lnTo>
                  <a:pt x="52" y="49"/>
                </a:lnTo>
                <a:lnTo>
                  <a:pt x="59" y="48"/>
                </a:lnTo>
                <a:lnTo>
                  <a:pt x="68" y="48"/>
                </a:lnTo>
                <a:lnTo>
                  <a:pt x="75" y="46"/>
                </a:lnTo>
                <a:lnTo>
                  <a:pt x="83" y="46"/>
                </a:lnTo>
                <a:lnTo>
                  <a:pt x="92" y="44"/>
                </a:lnTo>
                <a:lnTo>
                  <a:pt x="99" y="43"/>
                </a:lnTo>
                <a:lnTo>
                  <a:pt x="107" y="41"/>
                </a:lnTo>
                <a:lnTo>
                  <a:pt x="116" y="39"/>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36" name="Freeform 59">
            <a:extLst>
              <a:ext uri="{FF2B5EF4-FFF2-40B4-BE49-F238E27FC236}">
                <a16:creationId xmlns:a16="http://schemas.microsoft.com/office/drawing/2014/main" id="{DDFB315C-94DA-60D5-D332-E2586CF2F2C7}"/>
              </a:ext>
            </a:extLst>
          </p:cNvPr>
          <p:cNvSpPr>
            <a:spLocks/>
          </p:cNvSpPr>
          <p:nvPr/>
        </p:nvSpPr>
        <p:spPr bwMode="auto">
          <a:xfrm>
            <a:off x="6992938" y="3581400"/>
            <a:ext cx="265112" cy="82550"/>
          </a:xfrm>
          <a:custGeom>
            <a:avLst/>
            <a:gdLst>
              <a:gd name="T0" fmla="*/ 106 w 167"/>
              <a:gd name="T1" fmla="*/ 42 h 52"/>
              <a:gd name="T2" fmla="*/ 90 w 167"/>
              <a:gd name="T3" fmla="*/ 45 h 52"/>
              <a:gd name="T4" fmla="*/ 73 w 167"/>
              <a:gd name="T5" fmla="*/ 47 h 52"/>
              <a:gd name="T6" fmla="*/ 58 w 167"/>
              <a:gd name="T7" fmla="*/ 49 h 52"/>
              <a:gd name="T8" fmla="*/ 42 w 167"/>
              <a:gd name="T9" fmla="*/ 51 h 52"/>
              <a:gd name="T10" fmla="*/ 29 w 167"/>
              <a:gd name="T11" fmla="*/ 51 h 52"/>
              <a:gd name="T12" fmla="*/ 17 w 167"/>
              <a:gd name="T13" fmla="*/ 50 h 52"/>
              <a:gd name="T14" fmla="*/ 9 w 167"/>
              <a:gd name="T15" fmla="*/ 48 h 52"/>
              <a:gd name="T16" fmla="*/ 2 w 167"/>
              <a:gd name="T17" fmla="*/ 46 h 52"/>
              <a:gd name="T18" fmla="*/ 0 w 167"/>
              <a:gd name="T19" fmla="*/ 42 h 52"/>
              <a:gd name="T20" fmla="*/ 1 w 167"/>
              <a:gd name="T21" fmla="*/ 38 h 52"/>
              <a:gd name="T22" fmla="*/ 5 w 167"/>
              <a:gd name="T23" fmla="*/ 34 h 52"/>
              <a:gd name="T24" fmla="*/ 12 w 167"/>
              <a:gd name="T25" fmla="*/ 30 h 52"/>
              <a:gd name="T26" fmla="*/ 21 w 167"/>
              <a:gd name="T27" fmla="*/ 24 h 52"/>
              <a:gd name="T28" fmla="*/ 33 w 167"/>
              <a:gd name="T29" fmla="*/ 20 h 52"/>
              <a:gd name="T30" fmla="*/ 46 w 167"/>
              <a:gd name="T31" fmla="*/ 14 h 52"/>
              <a:gd name="T32" fmla="*/ 62 w 167"/>
              <a:gd name="T33" fmla="*/ 9 h 52"/>
              <a:gd name="T34" fmla="*/ 78 w 167"/>
              <a:gd name="T35" fmla="*/ 6 h 52"/>
              <a:gd name="T36" fmla="*/ 95 w 167"/>
              <a:gd name="T37" fmla="*/ 4 h 52"/>
              <a:gd name="T38" fmla="*/ 110 w 167"/>
              <a:gd name="T39" fmla="*/ 2 h 52"/>
              <a:gd name="T40" fmla="*/ 125 w 167"/>
              <a:gd name="T41" fmla="*/ 1 h 52"/>
              <a:gd name="T42" fmla="*/ 137 w 167"/>
              <a:gd name="T43" fmla="*/ 0 h 52"/>
              <a:gd name="T44" fmla="*/ 148 w 167"/>
              <a:gd name="T45" fmla="*/ 1 h 52"/>
              <a:gd name="T46" fmla="*/ 156 w 167"/>
              <a:gd name="T47" fmla="*/ 3 h 52"/>
              <a:gd name="T48" fmla="*/ 162 w 167"/>
              <a:gd name="T49" fmla="*/ 5 h 52"/>
              <a:gd name="T50" fmla="*/ 165 w 167"/>
              <a:gd name="T51" fmla="*/ 9 h 52"/>
              <a:gd name="T52" fmla="*/ 165 w 167"/>
              <a:gd name="T53" fmla="*/ 13 h 52"/>
              <a:gd name="T54" fmla="*/ 162 w 167"/>
              <a:gd name="T55" fmla="*/ 17 h 52"/>
              <a:gd name="T56" fmla="*/ 155 w 167"/>
              <a:gd name="T57" fmla="*/ 21 h 52"/>
              <a:gd name="T58" fmla="*/ 147 w 167"/>
              <a:gd name="T59" fmla="*/ 27 h 52"/>
              <a:gd name="T60" fmla="*/ 135 w 167"/>
              <a:gd name="T61" fmla="*/ 32 h 52"/>
              <a:gd name="T62" fmla="*/ 122 w 167"/>
              <a:gd name="T63" fmla="*/ 38 h 5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7"/>
              <a:gd name="T97" fmla="*/ 0 h 52"/>
              <a:gd name="T98" fmla="*/ 167 w 167"/>
              <a:gd name="T99" fmla="*/ 52 h 5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7" h="52">
                <a:moveTo>
                  <a:pt x="114" y="40"/>
                </a:moveTo>
                <a:lnTo>
                  <a:pt x="106" y="42"/>
                </a:lnTo>
                <a:lnTo>
                  <a:pt x="97" y="44"/>
                </a:lnTo>
                <a:lnTo>
                  <a:pt x="90" y="45"/>
                </a:lnTo>
                <a:lnTo>
                  <a:pt x="81" y="47"/>
                </a:lnTo>
                <a:lnTo>
                  <a:pt x="73" y="47"/>
                </a:lnTo>
                <a:lnTo>
                  <a:pt x="66" y="49"/>
                </a:lnTo>
                <a:lnTo>
                  <a:pt x="58" y="49"/>
                </a:lnTo>
                <a:lnTo>
                  <a:pt x="50" y="50"/>
                </a:lnTo>
                <a:lnTo>
                  <a:pt x="42" y="51"/>
                </a:lnTo>
                <a:lnTo>
                  <a:pt x="36" y="51"/>
                </a:lnTo>
                <a:lnTo>
                  <a:pt x="29" y="51"/>
                </a:lnTo>
                <a:lnTo>
                  <a:pt x="23" y="50"/>
                </a:lnTo>
                <a:lnTo>
                  <a:pt x="17" y="50"/>
                </a:lnTo>
                <a:lnTo>
                  <a:pt x="13" y="49"/>
                </a:lnTo>
                <a:lnTo>
                  <a:pt x="9" y="48"/>
                </a:lnTo>
                <a:lnTo>
                  <a:pt x="5" y="47"/>
                </a:lnTo>
                <a:lnTo>
                  <a:pt x="2" y="46"/>
                </a:lnTo>
                <a:lnTo>
                  <a:pt x="1" y="44"/>
                </a:lnTo>
                <a:lnTo>
                  <a:pt x="0" y="42"/>
                </a:lnTo>
                <a:lnTo>
                  <a:pt x="0" y="40"/>
                </a:lnTo>
                <a:lnTo>
                  <a:pt x="1" y="38"/>
                </a:lnTo>
                <a:lnTo>
                  <a:pt x="3" y="37"/>
                </a:lnTo>
                <a:lnTo>
                  <a:pt x="5" y="34"/>
                </a:lnTo>
                <a:lnTo>
                  <a:pt x="8" y="32"/>
                </a:lnTo>
                <a:lnTo>
                  <a:pt x="12" y="30"/>
                </a:lnTo>
                <a:lnTo>
                  <a:pt x="16" y="27"/>
                </a:lnTo>
                <a:lnTo>
                  <a:pt x="21" y="24"/>
                </a:lnTo>
                <a:lnTo>
                  <a:pt x="26" y="22"/>
                </a:lnTo>
                <a:lnTo>
                  <a:pt x="33" y="20"/>
                </a:lnTo>
                <a:lnTo>
                  <a:pt x="39" y="17"/>
                </a:lnTo>
                <a:lnTo>
                  <a:pt x="46" y="14"/>
                </a:lnTo>
                <a:lnTo>
                  <a:pt x="54" y="12"/>
                </a:lnTo>
                <a:lnTo>
                  <a:pt x="62" y="9"/>
                </a:lnTo>
                <a:lnTo>
                  <a:pt x="69" y="8"/>
                </a:lnTo>
                <a:lnTo>
                  <a:pt x="78" y="6"/>
                </a:lnTo>
                <a:lnTo>
                  <a:pt x="86" y="4"/>
                </a:lnTo>
                <a:lnTo>
                  <a:pt x="95" y="4"/>
                </a:lnTo>
                <a:lnTo>
                  <a:pt x="102" y="3"/>
                </a:lnTo>
                <a:lnTo>
                  <a:pt x="110" y="2"/>
                </a:lnTo>
                <a:lnTo>
                  <a:pt x="117" y="1"/>
                </a:lnTo>
                <a:lnTo>
                  <a:pt x="125" y="1"/>
                </a:lnTo>
                <a:lnTo>
                  <a:pt x="131" y="0"/>
                </a:lnTo>
                <a:lnTo>
                  <a:pt x="137" y="0"/>
                </a:lnTo>
                <a:lnTo>
                  <a:pt x="143" y="1"/>
                </a:lnTo>
                <a:lnTo>
                  <a:pt x="148" y="1"/>
                </a:lnTo>
                <a:lnTo>
                  <a:pt x="152" y="2"/>
                </a:lnTo>
                <a:lnTo>
                  <a:pt x="156" y="3"/>
                </a:lnTo>
                <a:lnTo>
                  <a:pt x="159" y="4"/>
                </a:lnTo>
                <a:lnTo>
                  <a:pt x="162" y="5"/>
                </a:lnTo>
                <a:lnTo>
                  <a:pt x="164" y="7"/>
                </a:lnTo>
                <a:lnTo>
                  <a:pt x="165" y="9"/>
                </a:lnTo>
                <a:lnTo>
                  <a:pt x="166" y="11"/>
                </a:lnTo>
                <a:lnTo>
                  <a:pt x="165" y="13"/>
                </a:lnTo>
                <a:lnTo>
                  <a:pt x="164" y="15"/>
                </a:lnTo>
                <a:lnTo>
                  <a:pt x="162" y="17"/>
                </a:lnTo>
                <a:lnTo>
                  <a:pt x="159" y="20"/>
                </a:lnTo>
                <a:lnTo>
                  <a:pt x="155" y="21"/>
                </a:lnTo>
                <a:lnTo>
                  <a:pt x="152" y="24"/>
                </a:lnTo>
                <a:lnTo>
                  <a:pt x="147" y="27"/>
                </a:lnTo>
                <a:lnTo>
                  <a:pt x="141" y="30"/>
                </a:lnTo>
                <a:lnTo>
                  <a:pt x="135" y="32"/>
                </a:lnTo>
                <a:lnTo>
                  <a:pt x="128" y="35"/>
                </a:lnTo>
                <a:lnTo>
                  <a:pt x="122" y="38"/>
                </a:lnTo>
                <a:lnTo>
                  <a:pt x="114" y="40"/>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37" name="Freeform 60">
            <a:extLst>
              <a:ext uri="{FF2B5EF4-FFF2-40B4-BE49-F238E27FC236}">
                <a16:creationId xmlns:a16="http://schemas.microsoft.com/office/drawing/2014/main" id="{351618EB-B4B2-1D4A-7BC0-B392E1BF494B}"/>
              </a:ext>
            </a:extLst>
          </p:cNvPr>
          <p:cNvSpPr>
            <a:spLocks/>
          </p:cNvSpPr>
          <p:nvPr/>
        </p:nvSpPr>
        <p:spPr bwMode="auto">
          <a:xfrm>
            <a:off x="5946775" y="3714750"/>
            <a:ext cx="263525" cy="82550"/>
          </a:xfrm>
          <a:custGeom>
            <a:avLst/>
            <a:gdLst>
              <a:gd name="T0" fmla="*/ 61 w 166"/>
              <a:gd name="T1" fmla="*/ 9 h 52"/>
              <a:gd name="T2" fmla="*/ 77 w 166"/>
              <a:gd name="T3" fmla="*/ 6 h 52"/>
              <a:gd name="T4" fmla="*/ 93 w 166"/>
              <a:gd name="T5" fmla="*/ 4 h 52"/>
              <a:gd name="T6" fmla="*/ 108 w 166"/>
              <a:gd name="T7" fmla="*/ 2 h 52"/>
              <a:gd name="T8" fmla="*/ 122 w 166"/>
              <a:gd name="T9" fmla="*/ 1 h 52"/>
              <a:gd name="T10" fmla="*/ 135 w 166"/>
              <a:gd name="T11" fmla="*/ 1 h 52"/>
              <a:gd name="T12" fmla="*/ 146 w 166"/>
              <a:gd name="T13" fmla="*/ 1 h 52"/>
              <a:gd name="T14" fmla="*/ 155 w 166"/>
              <a:gd name="T15" fmla="*/ 3 h 52"/>
              <a:gd name="T16" fmla="*/ 161 w 166"/>
              <a:gd name="T17" fmla="*/ 5 h 52"/>
              <a:gd name="T18" fmla="*/ 165 w 166"/>
              <a:gd name="T19" fmla="*/ 9 h 52"/>
              <a:gd name="T20" fmla="*/ 164 w 166"/>
              <a:gd name="T21" fmla="*/ 13 h 52"/>
              <a:gd name="T22" fmla="*/ 161 w 166"/>
              <a:gd name="T23" fmla="*/ 17 h 52"/>
              <a:gd name="T24" fmla="*/ 154 w 166"/>
              <a:gd name="T25" fmla="*/ 21 h 52"/>
              <a:gd name="T26" fmla="*/ 146 w 166"/>
              <a:gd name="T27" fmla="*/ 26 h 52"/>
              <a:gd name="T28" fmla="*/ 134 w 166"/>
              <a:gd name="T29" fmla="*/ 30 h 52"/>
              <a:gd name="T30" fmla="*/ 121 w 166"/>
              <a:gd name="T31" fmla="*/ 34 h 52"/>
              <a:gd name="T32" fmla="*/ 105 w 166"/>
              <a:gd name="T33" fmla="*/ 38 h 52"/>
              <a:gd name="T34" fmla="*/ 89 w 166"/>
              <a:gd name="T35" fmla="*/ 43 h 52"/>
              <a:gd name="T36" fmla="*/ 72 w 166"/>
              <a:gd name="T37" fmla="*/ 47 h 52"/>
              <a:gd name="T38" fmla="*/ 57 w 166"/>
              <a:gd name="T39" fmla="*/ 49 h 52"/>
              <a:gd name="T40" fmla="*/ 41 w 166"/>
              <a:gd name="T41" fmla="*/ 50 h 52"/>
              <a:gd name="T42" fmla="*/ 28 w 166"/>
              <a:gd name="T43" fmla="*/ 51 h 52"/>
              <a:gd name="T44" fmla="*/ 16 w 166"/>
              <a:gd name="T45" fmla="*/ 50 h 52"/>
              <a:gd name="T46" fmla="*/ 8 w 166"/>
              <a:gd name="T47" fmla="*/ 48 h 52"/>
              <a:gd name="T48" fmla="*/ 2 w 166"/>
              <a:gd name="T49" fmla="*/ 46 h 52"/>
              <a:gd name="T50" fmla="*/ 0 w 166"/>
              <a:gd name="T51" fmla="*/ 42 h 52"/>
              <a:gd name="T52" fmla="*/ 1 w 166"/>
              <a:gd name="T53" fmla="*/ 38 h 52"/>
              <a:gd name="T54" fmla="*/ 5 w 166"/>
              <a:gd name="T55" fmla="*/ 34 h 52"/>
              <a:gd name="T56" fmla="*/ 11 w 166"/>
              <a:gd name="T57" fmla="*/ 30 h 52"/>
              <a:gd name="T58" fmla="*/ 20 w 166"/>
              <a:gd name="T59" fmla="*/ 24 h 52"/>
              <a:gd name="T60" fmla="*/ 32 w 166"/>
              <a:gd name="T61" fmla="*/ 20 h 52"/>
              <a:gd name="T62" fmla="*/ 45 w 166"/>
              <a:gd name="T63" fmla="*/ 14 h 5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6"/>
              <a:gd name="T97" fmla="*/ 0 h 52"/>
              <a:gd name="T98" fmla="*/ 166 w 166"/>
              <a:gd name="T99" fmla="*/ 52 h 5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6" h="52">
                <a:moveTo>
                  <a:pt x="53" y="12"/>
                </a:moveTo>
                <a:lnTo>
                  <a:pt x="61" y="9"/>
                </a:lnTo>
                <a:lnTo>
                  <a:pt x="69" y="8"/>
                </a:lnTo>
                <a:lnTo>
                  <a:pt x="77" y="6"/>
                </a:lnTo>
                <a:lnTo>
                  <a:pt x="85" y="4"/>
                </a:lnTo>
                <a:lnTo>
                  <a:pt x="93" y="4"/>
                </a:lnTo>
                <a:lnTo>
                  <a:pt x="100" y="3"/>
                </a:lnTo>
                <a:lnTo>
                  <a:pt x="108" y="2"/>
                </a:lnTo>
                <a:lnTo>
                  <a:pt x="115" y="1"/>
                </a:lnTo>
                <a:lnTo>
                  <a:pt x="122" y="1"/>
                </a:lnTo>
                <a:lnTo>
                  <a:pt x="128" y="0"/>
                </a:lnTo>
                <a:lnTo>
                  <a:pt x="135" y="1"/>
                </a:lnTo>
                <a:lnTo>
                  <a:pt x="141" y="1"/>
                </a:lnTo>
                <a:lnTo>
                  <a:pt x="146" y="1"/>
                </a:lnTo>
                <a:lnTo>
                  <a:pt x="151" y="2"/>
                </a:lnTo>
                <a:lnTo>
                  <a:pt x="155" y="3"/>
                </a:lnTo>
                <a:lnTo>
                  <a:pt x="158" y="4"/>
                </a:lnTo>
                <a:lnTo>
                  <a:pt x="161" y="5"/>
                </a:lnTo>
                <a:lnTo>
                  <a:pt x="163" y="7"/>
                </a:lnTo>
                <a:lnTo>
                  <a:pt x="165" y="9"/>
                </a:lnTo>
                <a:lnTo>
                  <a:pt x="165" y="11"/>
                </a:lnTo>
                <a:lnTo>
                  <a:pt x="164" y="13"/>
                </a:lnTo>
                <a:lnTo>
                  <a:pt x="163" y="14"/>
                </a:lnTo>
                <a:lnTo>
                  <a:pt x="161" y="17"/>
                </a:lnTo>
                <a:lnTo>
                  <a:pt x="158" y="19"/>
                </a:lnTo>
                <a:lnTo>
                  <a:pt x="154" y="21"/>
                </a:lnTo>
                <a:lnTo>
                  <a:pt x="151" y="23"/>
                </a:lnTo>
                <a:lnTo>
                  <a:pt x="146" y="26"/>
                </a:lnTo>
                <a:lnTo>
                  <a:pt x="140" y="28"/>
                </a:lnTo>
                <a:lnTo>
                  <a:pt x="134" y="30"/>
                </a:lnTo>
                <a:lnTo>
                  <a:pt x="127" y="32"/>
                </a:lnTo>
                <a:lnTo>
                  <a:pt x="121" y="34"/>
                </a:lnTo>
                <a:lnTo>
                  <a:pt x="113" y="37"/>
                </a:lnTo>
                <a:lnTo>
                  <a:pt x="105" y="38"/>
                </a:lnTo>
                <a:lnTo>
                  <a:pt x="96" y="41"/>
                </a:lnTo>
                <a:lnTo>
                  <a:pt x="89" y="43"/>
                </a:lnTo>
                <a:lnTo>
                  <a:pt x="80" y="45"/>
                </a:lnTo>
                <a:lnTo>
                  <a:pt x="72" y="47"/>
                </a:lnTo>
                <a:lnTo>
                  <a:pt x="65" y="48"/>
                </a:lnTo>
                <a:lnTo>
                  <a:pt x="57" y="49"/>
                </a:lnTo>
                <a:lnTo>
                  <a:pt x="49" y="50"/>
                </a:lnTo>
                <a:lnTo>
                  <a:pt x="41" y="50"/>
                </a:lnTo>
                <a:lnTo>
                  <a:pt x="35" y="51"/>
                </a:lnTo>
                <a:lnTo>
                  <a:pt x="28" y="51"/>
                </a:lnTo>
                <a:lnTo>
                  <a:pt x="22" y="50"/>
                </a:lnTo>
                <a:lnTo>
                  <a:pt x="16" y="50"/>
                </a:lnTo>
                <a:lnTo>
                  <a:pt x="12" y="49"/>
                </a:lnTo>
                <a:lnTo>
                  <a:pt x="8" y="48"/>
                </a:lnTo>
                <a:lnTo>
                  <a:pt x="4" y="47"/>
                </a:lnTo>
                <a:lnTo>
                  <a:pt x="2" y="46"/>
                </a:lnTo>
                <a:lnTo>
                  <a:pt x="0" y="44"/>
                </a:lnTo>
                <a:lnTo>
                  <a:pt x="0" y="42"/>
                </a:lnTo>
                <a:lnTo>
                  <a:pt x="0" y="40"/>
                </a:lnTo>
                <a:lnTo>
                  <a:pt x="1" y="38"/>
                </a:lnTo>
                <a:lnTo>
                  <a:pt x="2" y="37"/>
                </a:lnTo>
                <a:lnTo>
                  <a:pt x="5" y="34"/>
                </a:lnTo>
                <a:lnTo>
                  <a:pt x="8" y="32"/>
                </a:lnTo>
                <a:lnTo>
                  <a:pt x="11" y="30"/>
                </a:lnTo>
                <a:lnTo>
                  <a:pt x="15" y="27"/>
                </a:lnTo>
                <a:lnTo>
                  <a:pt x="20" y="24"/>
                </a:lnTo>
                <a:lnTo>
                  <a:pt x="26" y="22"/>
                </a:lnTo>
                <a:lnTo>
                  <a:pt x="32" y="20"/>
                </a:lnTo>
                <a:lnTo>
                  <a:pt x="39" y="17"/>
                </a:lnTo>
                <a:lnTo>
                  <a:pt x="45" y="14"/>
                </a:lnTo>
                <a:lnTo>
                  <a:pt x="53" y="12"/>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38" name="Freeform 61">
            <a:extLst>
              <a:ext uri="{FF2B5EF4-FFF2-40B4-BE49-F238E27FC236}">
                <a16:creationId xmlns:a16="http://schemas.microsoft.com/office/drawing/2014/main" id="{528F4F90-E453-C232-5B9A-4DECEBB867C4}"/>
              </a:ext>
            </a:extLst>
          </p:cNvPr>
          <p:cNvSpPr>
            <a:spLocks/>
          </p:cNvSpPr>
          <p:nvPr/>
        </p:nvSpPr>
        <p:spPr bwMode="auto">
          <a:xfrm>
            <a:off x="6724650" y="3462338"/>
            <a:ext cx="266700" cy="87312"/>
          </a:xfrm>
          <a:custGeom>
            <a:avLst/>
            <a:gdLst>
              <a:gd name="T0" fmla="*/ 44 w 168"/>
              <a:gd name="T1" fmla="*/ 16 h 55"/>
              <a:gd name="T2" fmla="*/ 30 w 168"/>
              <a:gd name="T3" fmla="*/ 21 h 55"/>
              <a:gd name="T4" fmla="*/ 18 w 168"/>
              <a:gd name="T5" fmla="*/ 26 h 55"/>
              <a:gd name="T6" fmla="*/ 10 w 168"/>
              <a:gd name="T7" fmla="*/ 31 h 55"/>
              <a:gd name="T8" fmla="*/ 4 w 168"/>
              <a:gd name="T9" fmla="*/ 36 h 55"/>
              <a:gd name="T10" fmla="*/ 0 w 168"/>
              <a:gd name="T11" fmla="*/ 41 h 55"/>
              <a:gd name="T12" fmla="*/ 0 w 168"/>
              <a:gd name="T13" fmla="*/ 45 h 55"/>
              <a:gd name="T14" fmla="*/ 3 w 168"/>
              <a:gd name="T15" fmla="*/ 49 h 55"/>
              <a:gd name="T16" fmla="*/ 10 w 168"/>
              <a:gd name="T17" fmla="*/ 51 h 55"/>
              <a:gd name="T18" fmla="*/ 18 w 168"/>
              <a:gd name="T19" fmla="*/ 53 h 55"/>
              <a:gd name="T20" fmla="*/ 30 w 168"/>
              <a:gd name="T21" fmla="*/ 54 h 55"/>
              <a:gd name="T22" fmla="*/ 42 w 168"/>
              <a:gd name="T23" fmla="*/ 53 h 55"/>
              <a:gd name="T24" fmla="*/ 57 w 168"/>
              <a:gd name="T25" fmla="*/ 52 h 55"/>
              <a:gd name="T26" fmla="*/ 71 w 168"/>
              <a:gd name="T27" fmla="*/ 50 h 55"/>
              <a:gd name="T28" fmla="*/ 88 w 168"/>
              <a:gd name="T29" fmla="*/ 46 h 55"/>
              <a:gd name="T30" fmla="*/ 103 w 168"/>
              <a:gd name="T31" fmla="*/ 41 h 55"/>
              <a:gd name="T32" fmla="*/ 120 w 168"/>
              <a:gd name="T33" fmla="*/ 37 h 55"/>
              <a:gd name="T34" fmla="*/ 134 w 168"/>
              <a:gd name="T35" fmla="*/ 32 h 55"/>
              <a:gd name="T36" fmla="*/ 147 w 168"/>
              <a:gd name="T37" fmla="*/ 28 h 55"/>
              <a:gd name="T38" fmla="*/ 156 w 168"/>
              <a:gd name="T39" fmla="*/ 23 h 55"/>
              <a:gd name="T40" fmla="*/ 163 w 168"/>
              <a:gd name="T41" fmla="*/ 17 h 55"/>
              <a:gd name="T42" fmla="*/ 166 w 168"/>
              <a:gd name="T43" fmla="*/ 13 h 55"/>
              <a:gd name="T44" fmla="*/ 167 w 168"/>
              <a:gd name="T45" fmla="*/ 8 h 55"/>
              <a:gd name="T46" fmla="*/ 163 w 168"/>
              <a:gd name="T47" fmla="*/ 5 h 55"/>
              <a:gd name="T48" fmla="*/ 157 w 168"/>
              <a:gd name="T49" fmla="*/ 2 h 55"/>
              <a:gd name="T50" fmla="*/ 148 w 168"/>
              <a:gd name="T51" fmla="*/ 0 h 55"/>
              <a:gd name="T52" fmla="*/ 136 w 168"/>
              <a:gd name="T53" fmla="*/ 0 h 55"/>
              <a:gd name="T54" fmla="*/ 123 w 168"/>
              <a:gd name="T55" fmla="*/ 0 h 55"/>
              <a:gd name="T56" fmla="*/ 108 w 168"/>
              <a:gd name="T57" fmla="*/ 2 h 55"/>
              <a:gd name="T58" fmla="*/ 92 w 168"/>
              <a:gd name="T59" fmla="*/ 4 h 55"/>
              <a:gd name="T60" fmla="*/ 76 w 168"/>
              <a:gd name="T61" fmla="*/ 7 h 55"/>
              <a:gd name="T62" fmla="*/ 60 w 168"/>
              <a:gd name="T63" fmla="*/ 12 h 5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8"/>
              <a:gd name="T97" fmla="*/ 0 h 55"/>
              <a:gd name="T98" fmla="*/ 168 w 168"/>
              <a:gd name="T99" fmla="*/ 55 h 5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8" h="55">
                <a:moveTo>
                  <a:pt x="52" y="14"/>
                </a:moveTo>
                <a:lnTo>
                  <a:pt x="44" y="16"/>
                </a:lnTo>
                <a:lnTo>
                  <a:pt x="37" y="18"/>
                </a:lnTo>
                <a:lnTo>
                  <a:pt x="30" y="21"/>
                </a:lnTo>
                <a:lnTo>
                  <a:pt x="24" y="23"/>
                </a:lnTo>
                <a:lnTo>
                  <a:pt x="18" y="26"/>
                </a:lnTo>
                <a:lnTo>
                  <a:pt x="14" y="28"/>
                </a:lnTo>
                <a:lnTo>
                  <a:pt x="10" y="31"/>
                </a:lnTo>
                <a:lnTo>
                  <a:pt x="7" y="33"/>
                </a:lnTo>
                <a:lnTo>
                  <a:pt x="4" y="36"/>
                </a:lnTo>
                <a:lnTo>
                  <a:pt x="2" y="39"/>
                </a:lnTo>
                <a:lnTo>
                  <a:pt x="0" y="41"/>
                </a:lnTo>
                <a:lnTo>
                  <a:pt x="0" y="43"/>
                </a:lnTo>
                <a:lnTo>
                  <a:pt x="0" y="45"/>
                </a:lnTo>
                <a:lnTo>
                  <a:pt x="1" y="47"/>
                </a:lnTo>
                <a:lnTo>
                  <a:pt x="3" y="49"/>
                </a:lnTo>
                <a:lnTo>
                  <a:pt x="6" y="50"/>
                </a:lnTo>
                <a:lnTo>
                  <a:pt x="10" y="51"/>
                </a:lnTo>
                <a:lnTo>
                  <a:pt x="14" y="52"/>
                </a:lnTo>
                <a:lnTo>
                  <a:pt x="18" y="53"/>
                </a:lnTo>
                <a:lnTo>
                  <a:pt x="24" y="53"/>
                </a:lnTo>
                <a:lnTo>
                  <a:pt x="30" y="54"/>
                </a:lnTo>
                <a:lnTo>
                  <a:pt x="36" y="54"/>
                </a:lnTo>
                <a:lnTo>
                  <a:pt x="42" y="53"/>
                </a:lnTo>
                <a:lnTo>
                  <a:pt x="49" y="53"/>
                </a:lnTo>
                <a:lnTo>
                  <a:pt x="57" y="52"/>
                </a:lnTo>
                <a:lnTo>
                  <a:pt x="64" y="51"/>
                </a:lnTo>
                <a:lnTo>
                  <a:pt x="71" y="50"/>
                </a:lnTo>
                <a:lnTo>
                  <a:pt x="79" y="48"/>
                </a:lnTo>
                <a:lnTo>
                  <a:pt x="88" y="46"/>
                </a:lnTo>
                <a:lnTo>
                  <a:pt x="96" y="44"/>
                </a:lnTo>
                <a:lnTo>
                  <a:pt x="103" y="41"/>
                </a:lnTo>
                <a:lnTo>
                  <a:pt x="111" y="40"/>
                </a:lnTo>
                <a:lnTo>
                  <a:pt x="120" y="37"/>
                </a:lnTo>
                <a:lnTo>
                  <a:pt x="127" y="35"/>
                </a:lnTo>
                <a:lnTo>
                  <a:pt x="134" y="32"/>
                </a:lnTo>
                <a:lnTo>
                  <a:pt x="141" y="30"/>
                </a:lnTo>
                <a:lnTo>
                  <a:pt x="147" y="28"/>
                </a:lnTo>
                <a:lnTo>
                  <a:pt x="152" y="25"/>
                </a:lnTo>
                <a:lnTo>
                  <a:pt x="156" y="23"/>
                </a:lnTo>
                <a:lnTo>
                  <a:pt x="160" y="20"/>
                </a:lnTo>
                <a:lnTo>
                  <a:pt x="163" y="17"/>
                </a:lnTo>
                <a:lnTo>
                  <a:pt x="165" y="15"/>
                </a:lnTo>
                <a:lnTo>
                  <a:pt x="166" y="13"/>
                </a:lnTo>
                <a:lnTo>
                  <a:pt x="167" y="11"/>
                </a:lnTo>
                <a:lnTo>
                  <a:pt x="167" y="8"/>
                </a:lnTo>
                <a:lnTo>
                  <a:pt x="165" y="6"/>
                </a:lnTo>
                <a:lnTo>
                  <a:pt x="163" y="5"/>
                </a:lnTo>
                <a:lnTo>
                  <a:pt x="161" y="4"/>
                </a:lnTo>
                <a:lnTo>
                  <a:pt x="157" y="2"/>
                </a:lnTo>
                <a:lnTo>
                  <a:pt x="153" y="1"/>
                </a:lnTo>
                <a:lnTo>
                  <a:pt x="148" y="0"/>
                </a:lnTo>
                <a:lnTo>
                  <a:pt x="142" y="0"/>
                </a:lnTo>
                <a:lnTo>
                  <a:pt x="136" y="0"/>
                </a:lnTo>
                <a:lnTo>
                  <a:pt x="129" y="0"/>
                </a:lnTo>
                <a:lnTo>
                  <a:pt x="123" y="0"/>
                </a:lnTo>
                <a:lnTo>
                  <a:pt x="115" y="1"/>
                </a:lnTo>
                <a:lnTo>
                  <a:pt x="108" y="2"/>
                </a:lnTo>
                <a:lnTo>
                  <a:pt x="100" y="3"/>
                </a:lnTo>
                <a:lnTo>
                  <a:pt x="92" y="4"/>
                </a:lnTo>
                <a:lnTo>
                  <a:pt x="84" y="5"/>
                </a:lnTo>
                <a:lnTo>
                  <a:pt x="76" y="7"/>
                </a:lnTo>
                <a:lnTo>
                  <a:pt x="68" y="9"/>
                </a:lnTo>
                <a:lnTo>
                  <a:pt x="60" y="12"/>
                </a:lnTo>
                <a:lnTo>
                  <a:pt x="52" y="14"/>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39" name="Freeform 62">
            <a:extLst>
              <a:ext uri="{FF2B5EF4-FFF2-40B4-BE49-F238E27FC236}">
                <a16:creationId xmlns:a16="http://schemas.microsoft.com/office/drawing/2014/main" id="{CDC59395-65AC-CC76-B89E-17DFEC3CE601}"/>
              </a:ext>
            </a:extLst>
          </p:cNvPr>
          <p:cNvSpPr>
            <a:spLocks/>
          </p:cNvSpPr>
          <p:nvPr/>
        </p:nvSpPr>
        <p:spPr bwMode="auto">
          <a:xfrm>
            <a:off x="6256338" y="5010150"/>
            <a:ext cx="107950" cy="280988"/>
          </a:xfrm>
          <a:custGeom>
            <a:avLst/>
            <a:gdLst>
              <a:gd name="T0" fmla="*/ 49 w 68"/>
              <a:gd name="T1" fmla="*/ 172 h 177"/>
              <a:gd name="T2" fmla="*/ 42 w 68"/>
              <a:gd name="T3" fmla="*/ 165 h 177"/>
              <a:gd name="T4" fmla="*/ 36 w 68"/>
              <a:gd name="T5" fmla="*/ 156 h 177"/>
              <a:gd name="T6" fmla="*/ 29 w 68"/>
              <a:gd name="T7" fmla="*/ 144 h 177"/>
              <a:gd name="T8" fmla="*/ 23 w 68"/>
              <a:gd name="T9" fmla="*/ 131 h 177"/>
              <a:gd name="T10" fmla="*/ 17 w 68"/>
              <a:gd name="T11" fmla="*/ 116 h 177"/>
              <a:gd name="T12" fmla="*/ 12 w 68"/>
              <a:gd name="T13" fmla="*/ 100 h 177"/>
              <a:gd name="T14" fmla="*/ 7 w 68"/>
              <a:gd name="T15" fmla="*/ 83 h 177"/>
              <a:gd name="T16" fmla="*/ 4 w 68"/>
              <a:gd name="T17" fmla="*/ 65 h 177"/>
              <a:gd name="T18" fmla="*/ 1 w 68"/>
              <a:gd name="T19" fmla="*/ 48 h 177"/>
              <a:gd name="T20" fmla="*/ 0 w 68"/>
              <a:gd name="T21" fmla="*/ 33 h 177"/>
              <a:gd name="T22" fmla="*/ 0 w 68"/>
              <a:gd name="T23" fmla="*/ 21 h 177"/>
              <a:gd name="T24" fmla="*/ 1 w 68"/>
              <a:gd name="T25" fmla="*/ 12 h 177"/>
              <a:gd name="T26" fmla="*/ 4 w 68"/>
              <a:gd name="T27" fmla="*/ 4 h 177"/>
              <a:gd name="T28" fmla="*/ 7 w 68"/>
              <a:gd name="T29" fmla="*/ 0 h 177"/>
              <a:gd name="T30" fmla="*/ 13 w 68"/>
              <a:gd name="T31" fmla="*/ 0 h 177"/>
              <a:gd name="T32" fmla="*/ 18 w 68"/>
              <a:gd name="T33" fmla="*/ 3 h 177"/>
              <a:gd name="T34" fmla="*/ 25 w 68"/>
              <a:gd name="T35" fmla="*/ 11 h 177"/>
              <a:gd name="T36" fmla="*/ 31 w 68"/>
              <a:gd name="T37" fmla="*/ 20 h 177"/>
              <a:gd name="T38" fmla="*/ 39 w 68"/>
              <a:gd name="T39" fmla="*/ 32 h 177"/>
              <a:gd name="T40" fmla="*/ 44 w 68"/>
              <a:gd name="T41" fmla="*/ 45 h 177"/>
              <a:gd name="T42" fmla="*/ 50 w 68"/>
              <a:gd name="T43" fmla="*/ 61 h 177"/>
              <a:gd name="T44" fmla="*/ 56 w 68"/>
              <a:gd name="T45" fmla="*/ 77 h 177"/>
              <a:gd name="T46" fmla="*/ 61 w 68"/>
              <a:gd name="T47" fmla="*/ 96 h 177"/>
              <a:gd name="T48" fmla="*/ 64 w 68"/>
              <a:gd name="T49" fmla="*/ 114 h 177"/>
              <a:gd name="T50" fmla="*/ 66 w 68"/>
              <a:gd name="T51" fmla="*/ 130 h 177"/>
              <a:gd name="T52" fmla="*/ 67 w 68"/>
              <a:gd name="T53" fmla="*/ 143 h 177"/>
              <a:gd name="T54" fmla="*/ 67 w 68"/>
              <a:gd name="T55" fmla="*/ 156 h 177"/>
              <a:gd name="T56" fmla="*/ 65 w 68"/>
              <a:gd name="T57" fmla="*/ 164 h 177"/>
              <a:gd name="T58" fmla="*/ 62 w 68"/>
              <a:gd name="T59" fmla="*/ 171 h 177"/>
              <a:gd name="T60" fmla="*/ 59 w 68"/>
              <a:gd name="T61" fmla="*/ 175 h 177"/>
              <a:gd name="T62" fmla="*/ 55 w 68"/>
              <a:gd name="T63" fmla="*/ 176 h 17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8"/>
              <a:gd name="T97" fmla="*/ 0 h 177"/>
              <a:gd name="T98" fmla="*/ 68 w 68"/>
              <a:gd name="T99" fmla="*/ 177 h 17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8" h="177">
                <a:moveTo>
                  <a:pt x="52" y="175"/>
                </a:moveTo>
                <a:lnTo>
                  <a:pt x="49" y="172"/>
                </a:lnTo>
                <a:lnTo>
                  <a:pt x="46" y="169"/>
                </a:lnTo>
                <a:lnTo>
                  <a:pt x="42" y="165"/>
                </a:lnTo>
                <a:lnTo>
                  <a:pt x="39" y="161"/>
                </a:lnTo>
                <a:lnTo>
                  <a:pt x="36" y="156"/>
                </a:lnTo>
                <a:lnTo>
                  <a:pt x="33" y="150"/>
                </a:lnTo>
                <a:lnTo>
                  <a:pt x="29" y="144"/>
                </a:lnTo>
                <a:lnTo>
                  <a:pt x="27" y="137"/>
                </a:lnTo>
                <a:lnTo>
                  <a:pt x="23" y="131"/>
                </a:lnTo>
                <a:lnTo>
                  <a:pt x="20" y="124"/>
                </a:lnTo>
                <a:lnTo>
                  <a:pt x="17" y="116"/>
                </a:lnTo>
                <a:lnTo>
                  <a:pt x="15" y="108"/>
                </a:lnTo>
                <a:lnTo>
                  <a:pt x="12" y="100"/>
                </a:lnTo>
                <a:lnTo>
                  <a:pt x="9" y="92"/>
                </a:lnTo>
                <a:lnTo>
                  <a:pt x="7" y="83"/>
                </a:lnTo>
                <a:lnTo>
                  <a:pt x="6" y="74"/>
                </a:lnTo>
                <a:lnTo>
                  <a:pt x="4" y="65"/>
                </a:lnTo>
                <a:lnTo>
                  <a:pt x="2" y="56"/>
                </a:lnTo>
                <a:lnTo>
                  <a:pt x="1" y="48"/>
                </a:lnTo>
                <a:lnTo>
                  <a:pt x="0" y="41"/>
                </a:lnTo>
                <a:lnTo>
                  <a:pt x="0" y="33"/>
                </a:lnTo>
                <a:lnTo>
                  <a:pt x="0" y="27"/>
                </a:lnTo>
                <a:lnTo>
                  <a:pt x="0" y="21"/>
                </a:lnTo>
                <a:lnTo>
                  <a:pt x="0" y="15"/>
                </a:lnTo>
                <a:lnTo>
                  <a:pt x="1" y="12"/>
                </a:lnTo>
                <a:lnTo>
                  <a:pt x="2" y="8"/>
                </a:lnTo>
                <a:lnTo>
                  <a:pt x="4" y="4"/>
                </a:lnTo>
                <a:lnTo>
                  <a:pt x="6" y="2"/>
                </a:lnTo>
                <a:lnTo>
                  <a:pt x="7" y="0"/>
                </a:lnTo>
                <a:lnTo>
                  <a:pt x="10" y="0"/>
                </a:lnTo>
                <a:lnTo>
                  <a:pt x="13" y="0"/>
                </a:lnTo>
                <a:lnTo>
                  <a:pt x="16" y="1"/>
                </a:lnTo>
                <a:lnTo>
                  <a:pt x="18" y="3"/>
                </a:lnTo>
                <a:lnTo>
                  <a:pt x="22" y="7"/>
                </a:lnTo>
                <a:lnTo>
                  <a:pt x="25" y="11"/>
                </a:lnTo>
                <a:lnTo>
                  <a:pt x="28" y="15"/>
                </a:lnTo>
                <a:lnTo>
                  <a:pt x="31" y="20"/>
                </a:lnTo>
                <a:lnTo>
                  <a:pt x="35" y="25"/>
                </a:lnTo>
                <a:lnTo>
                  <a:pt x="39" y="32"/>
                </a:lnTo>
                <a:lnTo>
                  <a:pt x="41" y="39"/>
                </a:lnTo>
                <a:lnTo>
                  <a:pt x="44" y="45"/>
                </a:lnTo>
                <a:lnTo>
                  <a:pt x="48" y="53"/>
                </a:lnTo>
                <a:lnTo>
                  <a:pt x="50" y="61"/>
                </a:lnTo>
                <a:lnTo>
                  <a:pt x="53" y="70"/>
                </a:lnTo>
                <a:lnTo>
                  <a:pt x="56" y="77"/>
                </a:lnTo>
                <a:lnTo>
                  <a:pt x="58" y="87"/>
                </a:lnTo>
                <a:lnTo>
                  <a:pt x="61" y="96"/>
                </a:lnTo>
                <a:lnTo>
                  <a:pt x="62" y="105"/>
                </a:lnTo>
                <a:lnTo>
                  <a:pt x="64" y="114"/>
                </a:lnTo>
                <a:lnTo>
                  <a:pt x="65" y="122"/>
                </a:lnTo>
                <a:lnTo>
                  <a:pt x="66" y="130"/>
                </a:lnTo>
                <a:lnTo>
                  <a:pt x="67" y="136"/>
                </a:lnTo>
                <a:lnTo>
                  <a:pt x="67" y="143"/>
                </a:lnTo>
                <a:lnTo>
                  <a:pt x="67" y="150"/>
                </a:lnTo>
                <a:lnTo>
                  <a:pt x="67" y="156"/>
                </a:lnTo>
                <a:lnTo>
                  <a:pt x="66" y="161"/>
                </a:lnTo>
                <a:lnTo>
                  <a:pt x="65" y="164"/>
                </a:lnTo>
                <a:lnTo>
                  <a:pt x="64" y="168"/>
                </a:lnTo>
                <a:lnTo>
                  <a:pt x="62" y="171"/>
                </a:lnTo>
                <a:lnTo>
                  <a:pt x="61" y="174"/>
                </a:lnTo>
                <a:lnTo>
                  <a:pt x="59" y="175"/>
                </a:lnTo>
                <a:lnTo>
                  <a:pt x="57" y="176"/>
                </a:lnTo>
                <a:lnTo>
                  <a:pt x="55" y="176"/>
                </a:lnTo>
                <a:lnTo>
                  <a:pt x="52" y="175"/>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40" name="Freeform 63">
            <a:extLst>
              <a:ext uri="{FF2B5EF4-FFF2-40B4-BE49-F238E27FC236}">
                <a16:creationId xmlns:a16="http://schemas.microsoft.com/office/drawing/2014/main" id="{F1A88D82-6A40-6539-8FA5-782C66E9DC86}"/>
              </a:ext>
            </a:extLst>
          </p:cNvPr>
          <p:cNvSpPr>
            <a:spLocks/>
          </p:cNvSpPr>
          <p:nvPr/>
        </p:nvSpPr>
        <p:spPr bwMode="auto">
          <a:xfrm>
            <a:off x="5835650" y="4138613"/>
            <a:ext cx="106363" cy="277812"/>
          </a:xfrm>
          <a:custGeom>
            <a:avLst/>
            <a:gdLst>
              <a:gd name="T0" fmla="*/ 17 w 67"/>
              <a:gd name="T1" fmla="*/ 4 h 175"/>
              <a:gd name="T2" fmla="*/ 24 w 67"/>
              <a:gd name="T3" fmla="*/ 10 h 175"/>
              <a:gd name="T4" fmla="*/ 30 w 67"/>
              <a:gd name="T5" fmla="*/ 19 h 175"/>
              <a:gd name="T6" fmla="*/ 37 w 67"/>
              <a:gd name="T7" fmla="*/ 31 h 175"/>
              <a:gd name="T8" fmla="*/ 43 w 67"/>
              <a:gd name="T9" fmla="*/ 44 h 175"/>
              <a:gd name="T10" fmla="*/ 50 w 67"/>
              <a:gd name="T11" fmla="*/ 60 h 175"/>
              <a:gd name="T12" fmla="*/ 54 w 67"/>
              <a:gd name="T13" fmla="*/ 76 h 175"/>
              <a:gd name="T14" fmla="*/ 60 w 67"/>
              <a:gd name="T15" fmla="*/ 94 h 175"/>
              <a:gd name="T16" fmla="*/ 63 w 67"/>
              <a:gd name="T17" fmla="*/ 110 h 175"/>
              <a:gd name="T18" fmla="*/ 65 w 67"/>
              <a:gd name="T19" fmla="*/ 127 h 175"/>
              <a:gd name="T20" fmla="*/ 66 w 67"/>
              <a:gd name="T21" fmla="*/ 141 h 175"/>
              <a:gd name="T22" fmla="*/ 66 w 67"/>
              <a:gd name="T23" fmla="*/ 154 h 175"/>
              <a:gd name="T24" fmla="*/ 64 w 67"/>
              <a:gd name="T25" fmla="*/ 163 h 175"/>
              <a:gd name="T26" fmla="*/ 61 w 67"/>
              <a:gd name="T27" fmla="*/ 170 h 175"/>
              <a:gd name="T28" fmla="*/ 58 w 67"/>
              <a:gd name="T29" fmla="*/ 174 h 175"/>
              <a:gd name="T30" fmla="*/ 53 w 67"/>
              <a:gd name="T31" fmla="*/ 173 h 175"/>
              <a:gd name="T32" fmla="*/ 48 w 67"/>
              <a:gd name="T33" fmla="*/ 170 h 175"/>
              <a:gd name="T34" fmla="*/ 41 w 67"/>
              <a:gd name="T35" fmla="*/ 163 h 175"/>
              <a:gd name="T36" fmla="*/ 35 w 67"/>
              <a:gd name="T37" fmla="*/ 155 h 175"/>
              <a:gd name="T38" fmla="*/ 28 w 67"/>
              <a:gd name="T39" fmla="*/ 143 h 175"/>
              <a:gd name="T40" fmla="*/ 22 w 67"/>
              <a:gd name="T41" fmla="*/ 129 h 175"/>
              <a:gd name="T42" fmla="*/ 17 w 67"/>
              <a:gd name="T43" fmla="*/ 113 h 175"/>
              <a:gd name="T44" fmla="*/ 11 w 67"/>
              <a:gd name="T45" fmla="*/ 97 h 175"/>
              <a:gd name="T46" fmla="*/ 6 w 67"/>
              <a:gd name="T47" fmla="*/ 80 h 175"/>
              <a:gd name="T48" fmla="*/ 3 w 67"/>
              <a:gd name="T49" fmla="*/ 63 h 175"/>
              <a:gd name="T50" fmla="*/ 0 w 67"/>
              <a:gd name="T51" fmla="*/ 46 h 175"/>
              <a:gd name="T52" fmla="*/ 0 w 67"/>
              <a:gd name="T53" fmla="*/ 33 h 175"/>
              <a:gd name="T54" fmla="*/ 0 w 67"/>
              <a:gd name="T55" fmla="*/ 21 h 175"/>
              <a:gd name="T56" fmla="*/ 2 w 67"/>
              <a:gd name="T57" fmla="*/ 12 h 175"/>
              <a:gd name="T58" fmla="*/ 4 w 67"/>
              <a:gd name="T59" fmla="*/ 5 h 175"/>
              <a:gd name="T60" fmla="*/ 7 w 67"/>
              <a:gd name="T61" fmla="*/ 1 h 175"/>
              <a:gd name="T62" fmla="*/ 12 w 67"/>
              <a:gd name="T63" fmla="*/ 1 h 17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175"/>
              <a:gd name="T98" fmla="*/ 67 w 67"/>
              <a:gd name="T99" fmla="*/ 175 h 17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175">
                <a:moveTo>
                  <a:pt x="15" y="2"/>
                </a:moveTo>
                <a:lnTo>
                  <a:pt x="17" y="4"/>
                </a:lnTo>
                <a:lnTo>
                  <a:pt x="21" y="6"/>
                </a:lnTo>
                <a:lnTo>
                  <a:pt x="24" y="10"/>
                </a:lnTo>
                <a:lnTo>
                  <a:pt x="28" y="14"/>
                </a:lnTo>
                <a:lnTo>
                  <a:pt x="30" y="19"/>
                </a:lnTo>
                <a:lnTo>
                  <a:pt x="34" y="24"/>
                </a:lnTo>
                <a:lnTo>
                  <a:pt x="37" y="31"/>
                </a:lnTo>
                <a:lnTo>
                  <a:pt x="40" y="38"/>
                </a:lnTo>
                <a:lnTo>
                  <a:pt x="43" y="44"/>
                </a:lnTo>
                <a:lnTo>
                  <a:pt x="47" y="52"/>
                </a:lnTo>
                <a:lnTo>
                  <a:pt x="50" y="60"/>
                </a:lnTo>
                <a:lnTo>
                  <a:pt x="52" y="68"/>
                </a:lnTo>
                <a:lnTo>
                  <a:pt x="54" y="76"/>
                </a:lnTo>
                <a:lnTo>
                  <a:pt x="57" y="85"/>
                </a:lnTo>
                <a:lnTo>
                  <a:pt x="60" y="94"/>
                </a:lnTo>
                <a:lnTo>
                  <a:pt x="61" y="102"/>
                </a:lnTo>
                <a:lnTo>
                  <a:pt x="63" y="110"/>
                </a:lnTo>
                <a:lnTo>
                  <a:pt x="64" y="119"/>
                </a:lnTo>
                <a:lnTo>
                  <a:pt x="65" y="127"/>
                </a:lnTo>
                <a:lnTo>
                  <a:pt x="66" y="134"/>
                </a:lnTo>
                <a:lnTo>
                  <a:pt x="66" y="141"/>
                </a:lnTo>
                <a:lnTo>
                  <a:pt x="66" y="148"/>
                </a:lnTo>
                <a:lnTo>
                  <a:pt x="66" y="154"/>
                </a:lnTo>
                <a:lnTo>
                  <a:pt x="65" y="159"/>
                </a:lnTo>
                <a:lnTo>
                  <a:pt x="64" y="163"/>
                </a:lnTo>
                <a:lnTo>
                  <a:pt x="63" y="167"/>
                </a:lnTo>
                <a:lnTo>
                  <a:pt x="61" y="170"/>
                </a:lnTo>
                <a:lnTo>
                  <a:pt x="60" y="172"/>
                </a:lnTo>
                <a:lnTo>
                  <a:pt x="58" y="174"/>
                </a:lnTo>
                <a:lnTo>
                  <a:pt x="56" y="174"/>
                </a:lnTo>
                <a:lnTo>
                  <a:pt x="53" y="173"/>
                </a:lnTo>
                <a:lnTo>
                  <a:pt x="51" y="172"/>
                </a:lnTo>
                <a:lnTo>
                  <a:pt x="48" y="170"/>
                </a:lnTo>
                <a:lnTo>
                  <a:pt x="45" y="167"/>
                </a:lnTo>
                <a:lnTo>
                  <a:pt x="41" y="163"/>
                </a:lnTo>
                <a:lnTo>
                  <a:pt x="39" y="160"/>
                </a:lnTo>
                <a:lnTo>
                  <a:pt x="35" y="155"/>
                </a:lnTo>
                <a:lnTo>
                  <a:pt x="31" y="149"/>
                </a:lnTo>
                <a:lnTo>
                  <a:pt x="28" y="143"/>
                </a:lnTo>
                <a:lnTo>
                  <a:pt x="26" y="136"/>
                </a:lnTo>
                <a:lnTo>
                  <a:pt x="22" y="129"/>
                </a:lnTo>
                <a:lnTo>
                  <a:pt x="19" y="122"/>
                </a:lnTo>
                <a:lnTo>
                  <a:pt x="17" y="113"/>
                </a:lnTo>
                <a:lnTo>
                  <a:pt x="14" y="105"/>
                </a:lnTo>
                <a:lnTo>
                  <a:pt x="11" y="97"/>
                </a:lnTo>
                <a:lnTo>
                  <a:pt x="8" y="89"/>
                </a:lnTo>
                <a:lnTo>
                  <a:pt x="6" y="80"/>
                </a:lnTo>
                <a:lnTo>
                  <a:pt x="5" y="72"/>
                </a:lnTo>
                <a:lnTo>
                  <a:pt x="3" y="63"/>
                </a:lnTo>
                <a:lnTo>
                  <a:pt x="1" y="54"/>
                </a:lnTo>
                <a:lnTo>
                  <a:pt x="0" y="46"/>
                </a:lnTo>
                <a:lnTo>
                  <a:pt x="0" y="40"/>
                </a:lnTo>
                <a:lnTo>
                  <a:pt x="0" y="33"/>
                </a:lnTo>
                <a:lnTo>
                  <a:pt x="0" y="27"/>
                </a:lnTo>
                <a:lnTo>
                  <a:pt x="0" y="21"/>
                </a:lnTo>
                <a:lnTo>
                  <a:pt x="1" y="16"/>
                </a:lnTo>
                <a:lnTo>
                  <a:pt x="2" y="12"/>
                </a:lnTo>
                <a:lnTo>
                  <a:pt x="3" y="8"/>
                </a:lnTo>
                <a:lnTo>
                  <a:pt x="4" y="5"/>
                </a:lnTo>
                <a:lnTo>
                  <a:pt x="6" y="3"/>
                </a:lnTo>
                <a:lnTo>
                  <a:pt x="7" y="1"/>
                </a:lnTo>
                <a:lnTo>
                  <a:pt x="10" y="0"/>
                </a:lnTo>
                <a:lnTo>
                  <a:pt x="12" y="1"/>
                </a:lnTo>
                <a:lnTo>
                  <a:pt x="15" y="2"/>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41" name="Freeform 64">
            <a:extLst>
              <a:ext uri="{FF2B5EF4-FFF2-40B4-BE49-F238E27FC236}">
                <a16:creationId xmlns:a16="http://schemas.microsoft.com/office/drawing/2014/main" id="{C6962058-4D8B-A090-801B-036668729B52}"/>
              </a:ext>
            </a:extLst>
          </p:cNvPr>
          <p:cNvSpPr>
            <a:spLocks/>
          </p:cNvSpPr>
          <p:nvPr/>
        </p:nvSpPr>
        <p:spPr bwMode="auto">
          <a:xfrm>
            <a:off x="6469063" y="3646488"/>
            <a:ext cx="265112" cy="85725"/>
          </a:xfrm>
          <a:custGeom>
            <a:avLst/>
            <a:gdLst>
              <a:gd name="T0" fmla="*/ 44 w 167"/>
              <a:gd name="T1" fmla="*/ 16 h 54"/>
              <a:gd name="T2" fmla="*/ 31 w 167"/>
              <a:gd name="T3" fmla="*/ 21 h 54"/>
              <a:gd name="T4" fmla="*/ 19 w 167"/>
              <a:gd name="T5" fmla="*/ 26 h 54"/>
              <a:gd name="T6" fmla="*/ 11 w 167"/>
              <a:gd name="T7" fmla="*/ 31 h 54"/>
              <a:gd name="T8" fmla="*/ 4 w 167"/>
              <a:gd name="T9" fmla="*/ 36 h 54"/>
              <a:gd name="T10" fmla="*/ 1 w 167"/>
              <a:gd name="T11" fmla="*/ 40 h 54"/>
              <a:gd name="T12" fmla="*/ 1 w 167"/>
              <a:gd name="T13" fmla="*/ 45 h 54"/>
              <a:gd name="T14" fmla="*/ 4 w 167"/>
              <a:gd name="T15" fmla="*/ 49 h 54"/>
              <a:gd name="T16" fmla="*/ 10 w 167"/>
              <a:gd name="T17" fmla="*/ 51 h 54"/>
              <a:gd name="T18" fmla="*/ 19 w 167"/>
              <a:gd name="T19" fmla="*/ 53 h 54"/>
              <a:gd name="T20" fmla="*/ 30 w 167"/>
              <a:gd name="T21" fmla="*/ 53 h 54"/>
              <a:gd name="T22" fmla="*/ 43 w 167"/>
              <a:gd name="T23" fmla="*/ 52 h 54"/>
              <a:gd name="T24" fmla="*/ 57 w 167"/>
              <a:gd name="T25" fmla="*/ 50 h 54"/>
              <a:gd name="T26" fmla="*/ 72 w 167"/>
              <a:gd name="T27" fmla="*/ 48 h 54"/>
              <a:gd name="T28" fmla="*/ 88 w 167"/>
              <a:gd name="T29" fmla="*/ 45 h 54"/>
              <a:gd name="T30" fmla="*/ 104 w 167"/>
              <a:gd name="T31" fmla="*/ 41 h 54"/>
              <a:gd name="T32" fmla="*/ 120 w 167"/>
              <a:gd name="T33" fmla="*/ 37 h 54"/>
              <a:gd name="T34" fmla="*/ 133 w 167"/>
              <a:gd name="T35" fmla="*/ 32 h 54"/>
              <a:gd name="T36" fmla="*/ 145 w 167"/>
              <a:gd name="T37" fmla="*/ 28 h 54"/>
              <a:gd name="T38" fmla="*/ 154 w 167"/>
              <a:gd name="T39" fmla="*/ 22 h 54"/>
              <a:gd name="T40" fmla="*/ 160 w 167"/>
              <a:gd name="T41" fmla="*/ 17 h 54"/>
              <a:gd name="T42" fmla="*/ 164 w 167"/>
              <a:gd name="T43" fmla="*/ 13 h 54"/>
              <a:gd name="T44" fmla="*/ 166 w 167"/>
              <a:gd name="T45" fmla="*/ 8 h 54"/>
              <a:gd name="T46" fmla="*/ 163 w 167"/>
              <a:gd name="T47" fmla="*/ 4 h 54"/>
              <a:gd name="T48" fmla="*/ 157 w 167"/>
              <a:gd name="T49" fmla="*/ 2 h 54"/>
              <a:gd name="T50" fmla="*/ 149 w 167"/>
              <a:gd name="T51" fmla="*/ 0 h 54"/>
              <a:gd name="T52" fmla="*/ 137 w 167"/>
              <a:gd name="T53" fmla="*/ 0 h 54"/>
              <a:gd name="T54" fmla="*/ 124 w 167"/>
              <a:gd name="T55" fmla="*/ 0 h 54"/>
              <a:gd name="T56" fmla="*/ 108 w 167"/>
              <a:gd name="T57" fmla="*/ 2 h 54"/>
              <a:gd name="T58" fmla="*/ 93 w 167"/>
              <a:gd name="T59" fmla="*/ 4 h 54"/>
              <a:gd name="T60" fmla="*/ 76 w 167"/>
              <a:gd name="T61" fmla="*/ 7 h 54"/>
              <a:gd name="T62" fmla="*/ 60 w 167"/>
              <a:gd name="T63" fmla="*/ 12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7"/>
              <a:gd name="T97" fmla="*/ 0 h 54"/>
              <a:gd name="T98" fmla="*/ 167 w 167"/>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7" h="54">
                <a:moveTo>
                  <a:pt x="52" y="14"/>
                </a:moveTo>
                <a:lnTo>
                  <a:pt x="44" y="16"/>
                </a:lnTo>
                <a:lnTo>
                  <a:pt x="38" y="18"/>
                </a:lnTo>
                <a:lnTo>
                  <a:pt x="31" y="21"/>
                </a:lnTo>
                <a:lnTo>
                  <a:pt x="25" y="23"/>
                </a:lnTo>
                <a:lnTo>
                  <a:pt x="19" y="26"/>
                </a:lnTo>
                <a:lnTo>
                  <a:pt x="14" y="28"/>
                </a:lnTo>
                <a:lnTo>
                  <a:pt x="11" y="31"/>
                </a:lnTo>
                <a:lnTo>
                  <a:pt x="7" y="33"/>
                </a:lnTo>
                <a:lnTo>
                  <a:pt x="4" y="36"/>
                </a:lnTo>
                <a:lnTo>
                  <a:pt x="2" y="39"/>
                </a:lnTo>
                <a:lnTo>
                  <a:pt x="1" y="40"/>
                </a:lnTo>
                <a:lnTo>
                  <a:pt x="0" y="43"/>
                </a:lnTo>
                <a:lnTo>
                  <a:pt x="1" y="45"/>
                </a:lnTo>
                <a:lnTo>
                  <a:pt x="2" y="47"/>
                </a:lnTo>
                <a:lnTo>
                  <a:pt x="4" y="49"/>
                </a:lnTo>
                <a:lnTo>
                  <a:pt x="7" y="50"/>
                </a:lnTo>
                <a:lnTo>
                  <a:pt x="10" y="51"/>
                </a:lnTo>
                <a:lnTo>
                  <a:pt x="14" y="52"/>
                </a:lnTo>
                <a:lnTo>
                  <a:pt x="19" y="53"/>
                </a:lnTo>
                <a:lnTo>
                  <a:pt x="24" y="53"/>
                </a:lnTo>
                <a:lnTo>
                  <a:pt x="30" y="53"/>
                </a:lnTo>
                <a:lnTo>
                  <a:pt x="37" y="53"/>
                </a:lnTo>
                <a:lnTo>
                  <a:pt x="43" y="52"/>
                </a:lnTo>
                <a:lnTo>
                  <a:pt x="50" y="51"/>
                </a:lnTo>
                <a:lnTo>
                  <a:pt x="57" y="50"/>
                </a:lnTo>
                <a:lnTo>
                  <a:pt x="65" y="49"/>
                </a:lnTo>
                <a:lnTo>
                  <a:pt x="72" y="48"/>
                </a:lnTo>
                <a:lnTo>
                  <a:pt x="80" y="47"/>
                </a:lnTo>
                <a:lnTo>
                  <a:pt x="88" y="45"/>
                </a:lnTo>
                <a:lnTo>
                  <a:pt x="96" y="43"/>
                </a:lnTo>
                <a:lnTo>
                  <a:pt x="104" y="41"/>
                </a:lnTo>
                <a:lnTo>
                  <a:pt x="112" y="40"/>
                </a:lnTo>
                <a:lnTo>
                  <a:pt x="120" y="37"/>
                </a:lnTo>
                <a:lnTo>
                  <a:pt x="126" y="35"/>
                </a:lnTo>
                <a:lnTo>
                  <a:pt x="133" y="32"/>
                </a:lnTo>
                <a:lnTo>
                  <a:pt x="140" y="30"/>
                </a:lnTo>
                <a:lnTo>
                  <a:pt x="145" y="28"/>
                </a:lnTo>
                <a:lnTo>
                  <a:pt x="150" y="25"/>
                </a:lnTo>
                <a:lnTo>
                  <a:pt x="154" y="22"/>
                </a:lnTo>
                <a:lnTo>
                  <a:pt x="157" y="20"/>
                </a:lnTo>
                <a:lnTo>
                  <a:pt x="160" y="17"/>
                </a:lnTo>
                <a:lnTo>
                  <a:pt x="163" y="15"/>
                </a:lnTo>
                <a:lnTo>
                  <a:pt x="164" y="13"/>
                </a:lnTo>
                <a:lnTo>
                  <a:pt x="165" y="11"/>
                </a:lnTo>
                <a:lnTo>
                  <a:pt x="166" y="8"/>
                </a:lnTo>
                <a:lnTo>
                  <a:pt x="165" y="6"/>
                </a:lnTo>
                <a:lnTo>
                  <a:pt x="163" y="4"/>
                </a:lnTo>
                <a:lnTo>
                  <a:pt x="161" y="4"/>
                </a:lnTo>
                <a:lnTo>
                  <a:pt x="157" y="2"/>
                </a:lnTo>
                <a:lnTo>
                  <a:pt x="153" y="1"/>
                </a:lnTo>
                <a:lnTo>
                  <a:pt x="149" y="0"/>
                </a:lnTo>
                <a:lnTo>
                  <a:pt x="143" y="0"/>
                </a:lnTo>
                <a:lnTo>
                  <a:pt x="137" y="0"/>
                </a:lnTo>
                <a:lnTo>
                  <a:pt x="130" y="0"/>
                </a:lnTo>
                <a:lnTo>
                  <a:pt x="124" y="0"/>
                </a:lnTo>
                <a:lnTo>
                  <a:pt x="116" y="1"/>
                </a:lnTo>
                <a:lnTo>
                  <a:pt x="108" y="2"/>
                </a:lnTo>
                <a:lnTo>
                  <a:pt x="100" y="3"/>
                </a:lnTo>
                <a:lnTo>
                  <a:pt x="93" y="4"/>
                </a:lnTo>
                <a:lnTo>
                  <a:pt x="85" y="5"/>
                </a:lnTo>
                <a:lnTo>
                  <a:pt x="76" y="7"/>
                </a:lnTo>
                <a:lnTo>
                  <a:pt x="69" y="9"/>
                </a:lnTo>
                <a:lnTo>
                  <a:pt x="60" y="12"/>
                </a:lnTo>
                <a:lnTo>
                  <a:pt x="52" y="14"/>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42" name="Freeform 65">
            <a:extLst>
              <a:ext uri="{FF2B5EF4-FFF2-40B4-BE49-F238E27FC236}">
                <a16:creationId xmlns:a16="http://schemas.microsoft.com/office/drawing/2014/main" id="{27CFFA18-E338-620C-029E-77D8F8432587}"/>
              </a:ext>
            </a:extLst>
          </p:cNvPr>
          <p:cNvSpPr>
            <a:spLocks/>
          </p:cNvSpPr>
          <p:nvPr/>
        </p:nvSpPr>
        <p:spPr bwMode="auto">
          <a:xfrm>
            <a:off x="6029325" y="4581525"/>
            <a:ext cx="104775" cy="277813"/>
          </a:xfrm>
          <a:custGeom>
            <a:avLst/>
            <a:gdLst>
              <a:gd name="T0" fmla="*/ 13 w 66"/>
              <a:gd name="T1" fmla="*/ 1 h 175"/>
              <a:gd name="T2" fmla="*/ 8 w 66"/>
              <a:gd name="T3" fmla="*/ 0 h 175"/>
              <a:gd name="T4" fmla="*/ 5 w 66"/>
              <a:gd name="T5" fmla="*/ 4 h 175"/>
              <a:gd name="T6" fmla="*/ 2 w 66"/>
              <a:gd name="T7" fmla="*/ 10 h 175"/>
              <a:gd name="T8" fmla="*/ 1 w 66"/>
              <a:gd name="T9" fmla="*/ 19 h 175"/>
              <a:gd name="T10" fmla="*/ 1 w 66"/>
              <a:gd name="T11" fmla="*/ 31 h 175"/>
              <a:gd name="T12" fmla="*/ 2 w 66"/>
              <a:gd name="T13" fmla="*/ 46 h 175"/>
              <a:gd name="T14" fmla="*/ 5 w 66"/>
              <a:gd name="T15" fmla="*/ 63 h 175"/>
              <a:gd name="T16" fmla="*/ 8 w 66"/>
              <a:gd name="T17" fmla="*/ 81 h 175"/>
              <a:gd name="T18" fmla="*/ 13 w 66"/>
              <a:gd name="T19" fmla="*/ 98 h 175"/>
              <a:gd name="T20" fmla="*/ 18 w 66"/>
              <a:gd name="T21" fmla="*/ 115 h 175"/>
              <a:gd name="T22" fmla="*/ 24 w 66"/>
              <a:gd name="T23" fmla="*/ 130 h 175"/>
              <a:gd name="T24" fmla="*/ 29 w 66"/>
              <a:gd name="T25" fmla="*/ 144 h 175"/>
              <a:gd name="T26" fmla="*/ 36 w 66"/>
              <a:gd name="T27" fmla="*/ 156 h 175"/>
              <a:gd name="T28" fmla="*/ 41 w 66"/>
              <a:gd name="T29" fmla="*/ 164 h 175"/>
              <a:gd name="T30" fmla="*/ 47 w 66"/>
              <a:gd name="T31" fmla="*/ 171 h 175"/>
              <a:gd name="T32" fmla="*/ 52 w 66"/>
              <a:gd name="T33" fmla="*/ 174 h 175"/>
              <a:gd name="T34" fmla="*/ 58 w 66"/>
              <a:gd name="T35" fmla="*/ 173 h 175"/>
              <a:gd name="T36" fmla="*/ 61 w 66"/>
              <a:gd name="T37" fmla="*/ 169 h 175"/>
              <a:gd name="T38" fmla="*/ 64 w 66"/>
              <a:gd name="T39" fmla="*/ 162 h 175"/>
              <a:gd name="T40" fmla="*/ 65 w 66"/>
              <a:gd name="T41" fmla="*/ 154 h 175"/>
              <a:gd name="T42" fmla="*/ 65 w 66"/>
              <a:gd name="T43" fmla="*/ 141 h 175"/>
              <a:gd name="T44" fmla="*/ 64 w 66"/>
              <a:gd name="T45" fmla="*/ 128 h 175"/>
              <a:gd name="T46" fmla="*/ 61 w 66"/>
              <a:gd name="T47" fmla="*/ 112 h 175"/>
              <a:gd name="T48" fmla="*/ 58 w 66"/>
              <a:gd name="T49" fmla="*/ 94 h 175"/>
              <a:gd name="T50" fmla="*/ 53 w 66"/>
              <a:gd name="T51" fmla="*/ 75 h 175"/>
              <a:gd name="T52" fmla="*/ 48 w 66"/>
              <a:gd name="T53" fmla="*/ 59 h 175"/>
              <a:gd name="T54" fmla="*/ 42 w 66"/>
              <a:gd name="T55" fmla="*/ 44 h 175"/>
              <a:gd name="T56" fmla="*/ 36 w 66"/>
              <a:gd name="T57" fmla="*/ 30 h 175"/>
              <a:gd name="T58" fmla="*/ 30 w 66"/>
              <a:gd name="T59" fmla="*/ 19 h 175"/>
              <a:gd name="T60" fmla="*/ 24 w 66"/>
              <a:gd name="T61" fmla="*/ 11 h 175"/>
              <a:gd name="T62" fmla="*/ 18 w 66"/>
              <a:gd name="T63" fmla="*/ 5 h 17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6"/>
              <a:gd name="T97" fmla="*/ 0 h 175"/>
              <a:gd name="T98" fmla="*/ 66 w 66"/>
              <a:gd name="T99" fmla="*/ 175 h 17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6" h="175">
                <a:moveTo>
                  <a:pt x="16" y="3"/>
                </a:moveTo>
                <a:lnTo>
                  <a:pt x="13" y="1"/>
                </a:lnTo>
                <a:lnTo>
                  <a:pt x="10" y="0"/>
                </a:lnTo>
                <a:lnTo>
                  <a:pt x="8" y="0"/>
                </a:lnTo>
                <a:lnTo>
                  <a:pt x="6" y="2"/>
                </a:lnTo>
                <a:lnTo>
                  <a:pt x="5" y="4"/>
                </a:lnTo>
                <a:lnTo>
                  <a:pt x="3" y="6"/>
                </a:lnTo>
                <a:lnTo>
                  <a:pt x="2" y="10"/>
                </a:lnTo>
                <a:lnTo>
                  <a:pt x="1" y="15"/>
                </a:lnTo>
                <a:lnTo>
                  <a:pt x="1" y="19"/>
                </a:lnTo>
                <a:lnTo>
                  <a:pt x="0" y="25"/>
                </a:lnTo>
                <a:lnTo>
                  <a:pt x="1" y="31"/>
                </a:lnTo>
                <a:lnTo>
                  <a:pt x="1" y="39"/>
                </a:lnTo>
                <a:lnTo>
                  <a:pt x="2" y="46"/>
                </a:lnTo>
                <a:lnTo>
                  <a:pt x="3" y="54"/>
                </a:lnTo>
                <a:lnTo>
                  <a:pt x="5" y="63"/>
                </a:lnTo>
                <a:lnTo>
                  <a:pt x="6" y="73"/>
                </a:lnTo>
                <a:lnTo>
                  <a:pt x="8" y="81"/>
                </a:lnTo>
                <a:lnTo>
                  <a:pt x="10" y="90"/>
                </a:lnTo>
                <a:lnTo>
                  <a:pt x="13" y="98"/>
                </a:lnTo>
                <a:lnTo>
                  <a:pt x="16" y="106"/>
                </a:lnTo>
                <a:lnTo>
                  <a:pt x="18" y="115"/>
                </a:lnTo>
                <a:lnTo>
                  <a:pt x="21" y="123"/>
                </a:lnTo>
                <a:lnTo>
                  <a:pt x="24" y="130"/>
                </a:lnTo>
                <a:lnTo>
                  <a:pt x="27" y="137"/>
                </a:lnTo>
                <a:lnTo>
                  <a:pt x="29" y="144"/>
                </a:lnTo>
                <a:lnTo>
                  <a:pt x="33" y="150"/>
                </a:lnTo>
                <a:lnTo>
                  <a:pt x="36" y="156"/>
                </a:lnTo>
                <a:lnTo>
                  <a:pt x="38" y="160"/>
                </a:lnTo>
                <a:lnTo>
                  <a:pt x="41" y="164"/>
                </a:lnTo>
                <a:lnTo>
                  <a:pt x="44" y="168"/>
                </a:lnTo>
                <a:lnTo>
                  <a:pt x="47" y="171"/>
                </a:lnTo>
                <a:lnTo>
                  <a:pt x="49" y="173"/>
                </a:lnTo>
                <a:lnTo>
                  <a:pt x="52" y="174"/>
                </a:lnTo>
                <a:lnTo>
                  <a:pt x="55" y="174"/>
                </a:lnTo>
                <a:lnTo>
                  <a:pt x="58" y="173"/>
                </a:lnTo>
                <a:lnTo>
                  <a:pt x="60" y="172"/>
                </a:lnTo>
                <a:lnTo>
                  <a:pt x="61" y="169"/>
                </a:lnTo>
                <a:lnTo>
                  <a:pt x="62" y="166"/>
                </a:lnTo>
                <a:lnTo>
                  <a:pt x="64" y="162"/>
                </a:lnTo>
                <a:lnTo>
                  <a:pt x="64" y="159"/>
                </a:lnTo>
                <a:lnTo>
                  <a:pt x="65" y="154"/>
                </a:lnTo>
                <a:lnTo>
                  <a:pt x="65" y="148"/>
                </a:lnTo>
                <a:lnTo>
                  <a:pt x="65" y="141"/>
                </a:lnTo>
                <a:lnTo>
                  <a:pt x="64" y="134"/>
                </a:lnTo>
                <a:lnTo>
                  <a:pt x="64" y="128"/>
                </a:lnTo>
                <a:lnTo>
                  <a:pt x="62" y="120"/>
                </a:lnTo>
                <a:lnTo>
                  <a:pt x="61" y="112"/>
                </a:lnTo>
                <a:lnTo>
                  <a:pt x="60" y="103"/>
                </a:lnTo>
                <a:lnTo>
                  <a:pt x="58" y="94"/>
                </a:lnTo>
                <a:lnTo>
                  <a:pt x="55" y="85"/>
                </a:lnTo>
                <a:lnTo>
                  <a:pt x="53" y="75"/>
                </a:lnTo>
                <a:lnTo>
                  <a:pt x="50" y="68"/>
                </a:lnTo>
                <a:lnTo>
                  <a:pt x="48" y="59"/>
                </a:lnTo>
                <a:lnTo>
                  <a:pt x="45" y="51"/>
                </a:lnTo>
                <a:lnTo>
                  <a:pt x="42" y="44"/>
                </a:lnTo>
                <a:lnTo>
                  <a:pt x="39" y="37"/>
                </a:lnTo>
                <a:lnTo>
                  <a:pt x="36" y="30"/>
                </a:lnTo>
                <a:lnTo>
                  <a:pt x="33" y="24"/>
                </a:lnTo>
                <a:lnTo>
                  <a:pt x="30" y="19"/>
                </a:lnTo>
                <a:lnTo>
                  <a:pt x="27" y="15"/>
                </a:lnTo>
                <a:lnTo>
                  <a:pt x="24" y="11"/>
                </a:lnTo>
                <a:lnTo>
                  <a:pt x="21" y="7"/>
                </a:lnTo>
                <a:lnTo>
                  <a:pt x="18" y="5"/>
                </a:lnTo>
                <a:lnTo>
                  <a:pt x="16" y="3"/>
                </a:lnTo>
              </a:path>
            </a:pathLst>
          </a:custGeom>
          <a:solidFill>
            <a:srgbClr val="00000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a:p>
        </p:txBody>
      </p:sp>
      <p:sp>
        <p:nvSpPr>
          <p:cNvPr id="50243" name="Text Box 66">
            <a:extLst>
              <a:ext uri="{FF2B5EF4-FFF2-40B4-BE49-F238E27FC236}">
                <a16:creationId xmlns:a16="http://schemas.microsoft.com/office/drawing/2014/main" id="{12C82049-288D-E516-1E6D-DA7664387B23}"/>
              </a:ext>
            </a:extLst>
          </p:cNvPr>
          <p:cNvSpPr txBox="1">
            <a:spLocks noChangeArrowheads="1"/>
          </p:cNvSpPr>
          <p:nvPr/>
        </p:nvSpPr>
        <p:spPr bwMode="auto">
          <a:xfrm>
            <a:off x="1905000" y="838200"/>
            <a:ext cx="54102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endParaRPr lang="tr-TR" altLang="tr-TR" sz="1900" i="0">
              <a:solidFill>
                <a:srgbClr val="000000"/>
              </a:solidFill>
            </a:endParaRPr>
          </a:p>
        </p:txBody>
      </p:sp>
      <p:sp>
        <p:nvSpPr>
          <p:cNvPr id="50244" name="Rectangle 67">
            <a:extLst>
              <a:ext uri="{FF2B5EF4-FFF2-40B4-BE49-F238E27FC236}">
                <a16:creationId xmlns:a16="http://schemas.microsoft.com/office/drawing/2014/main" id="{7FB0D1C5-902F-34BF-FD74-F3C01BA47BB8}"/>
              </a:ext>
            </a:extLst>
          </p:cNvPr>
          <p:cNvSpPr>
            <a:spLocks noGrp="1" noChangeArrowheads="1"/>
          </p:cNvSpPr>
          <p:nvPr>
            <p:ph type="ctrTitle"/>
          </p:nvPr>
        </p:nvSpPr>
        <p:spPr>
          <a:xfrm>
            <a:off x="609600" y="381000"/>
            <a:ext cx="7772400" cy="1143000"/>
          </a:xfrm>
        </p:spPr>
        <p:txBody>
          <a:bodyPr/>
          <a:lstStyle/>
          <a:p>
            <a:pPr eaLnBrk="1" hangingPunct="1"/>
            <a:r>
              <a:rPr lang="tr-TR" altLang="tr-TR" dirty="0">
                <a:solidFill>
                  <a:srgbClr val="C00000"/>
                </a:solidFill>
              </a:rPr>
              <a:t>Basit Şans Örneklemesi</a:t>
            </a:r>
          </a:p>
        </p:txBody>
      </p:sp>
      <p:sp>
        <p:nvSpPr>
          <p:cNvPr id="50245"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5 Slayt Numarası Yer Tutucusu">
            <a:extLst>
              <a:ext uri="{FF2B5EF4-FFF2-40B4-BE49-F238E27FC236}">
                <a16:creationId xmlns:a16="http://schemas.microsoft.com/office/drawing/2014/main" id="{D3139BF9-2A3E-C83D-9C1C-B2A284DF0DF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0AFA475-3293-4A95-8FA0-7C2C7D59A3EB}" type="slidenum">
              <a:rPr lang="tr-TR" altLang="tr-TR" b="0" i="0"/>
              <a:pPr eaLnBrk="1" hangingPunct="1"/>
              <a:t>25</a:t>
            </a:fld>
            <a:endParaRPr lang="tr-TR" altLang="tr-TR" b="0" i="0"/>
          </a:p>
        </p:txBody>
      </p:sp>
      <p:sp>
        <p:nvSpPr>
          <p:cNvPr id="4098" name="Rectangle 2">
            <a:extLst>
              <a:ext uri="{FF2B5EF4-FFF2-40B4-BE49-F238E27FC236}">
                <a16:creationId xmlns:a16="http://schemas.microsoft.com/office/drawing/2014/main" id="{F0139987-DAAB-9343-CAB5-9A3BA0F3C192}"/>
              </a:ext>
            </a:extLst>
          </p:cNvPr>
          <p:cNvSpPr>
            <a:spLocks noGrp="1" noChangeArrowheads="1"/>
          </p:cNvSpPr>
          <p:nvPr>
            <p:ph type="ctrTitle"/>
          </p:nvPr>
        </p:nvSpPr>
        <p:spPr>
          <a:xfrm>
            <a:off x="533400" y="1752600"/>
            <a:ext cx="7772400" cy="1470025"/>
          </a:xfrm>
        </p:spPr>
        <p:txBody>
          <a:bodyPr/>
          <a:lstStyle/>
          <a:p>
            <a:pPr eaLnBrk="1" hangingPunct="1">
              <a:defRPr/>
            </a:pPr>
            <a:r>
              <a:rPr lang="tr-TR" sz="6000" b="1" u="sng">
                <a:effectLst>
                  <a:outerShdw blurRad="38100" dist="38100" dir="2700000" algn="tl">
                    <a:srgbClr val="C0C0C0"/>
                  </a:outerShdw>
                </a:effectLst>
              </a:rPr>
              <a:t>3. Değişken ve Ölçme</a:t>
            </a:r>
          </a:p>
        </p:txBody>
      </p:sp>
      <p:sp>
        <p:nvSpPr>
          <p:cNvPr id="1126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5 Slayt Numarası Yer Tutucusu">
            <a:extLst>
              <a:ext uri="{FF2B5EF4-FFF2-40B4-BE49-F238E27FC236}">
                <a16:creationId xmlns:a16="http://schemas.microsoft.com/office/drawing/2014/main" id="{FF677360-D218-61F7-6A4D-60D14532DD0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80553D8D-1478-423E-A708-516863775A2F}" type="slidenum">
              <a:rPr lang="tr-TR" altLang="tr-TR" b="0" i="0"/>
              <a:pPr eaLnBrk="1" hangingPunct="1"/>
              <a:t>26</a:t>
            </a:fld>
            <a:endParaRPr lang="tr-TR" altLang="tr-TR" b="0" i="0"/>
          </a:p>
        </p:txBody>
      </p:sp>
      <p:sp>
        <p:nvSpPr>
          <p:cNvPr id="24579" name="Rectangle 2">
            <a:extLst>
              <a:ext uri="{FF2B5EF4-FFF2-40B4-BE49-F238E27FC236}">
                <a16:creationId xmlns:a16="http://schemas.microsoft.com/office/drawing/2014/main" id="{3862AC37-B87F-BED0-0250-B58FA6176FE4}"/>
              </a:ext>
            </a:extLst>
          </p:cNvPr>
          <p:cNvSpPr>
            <a:spLocks noGrp="1" noChangeArrowheads="1"/>
          </p:cNvSpPr>
          <p:nvPr>
            <p:ph type="title"/>
          </p:nvPr>
        </p:nvSpPr>
        <p:spPr>
          <a:xfrm>
            <a:off x="457200" y="152400"/>
            <a:ext cx="8229600" cy="838200"/>
          </a:xfrm>
        </p:spPr>
        <p:txBody>
          <a:bodyPr/>
          <a:lstStyle/>
          <a:p>
            <a:pPr eaLnBrk="1" hangingPunct="1"/>
            <a:r>
              <a:rPr lang="tr-TR" altLang="tr-TR" dirty="0">
                <a:solidFill>
                  <a:srgbClr val="C00000"/>
                </a:solidFill>
              </a:rPr>
              <a:t>Değişken</a:t>
            </a:r>
          </a:p>
        </p:txBody>
      </p:sp>
      <p:sp>
        <p:nvSpPr>
          <p:cNvPr id="24580" name="Rectangle 3">
            <a:extLst>
              <a:ext uri="{FF2B5EF4-FFF2-40B4-BE49-F238E27FC236}">
                <a16:creationId xmlns:a16="http://schemas.microsoft.com/office/drawing/2014/main" id="{90BF16D0-013C-A378-C845-00ADA6B59D51}"/>
              </a:ext>
            </a:extLst>
          </p:cNvPr>
          <p:cNvSpPr>
            <a:spLocks noGrp="1" noChangeArrowheads="1"/>
          </p:cNvSpPr>
          <p:nvPr>
            <p:ph type="body" idx="1"/>
          </p:nvPr>
        </p:nvSpPr>
        <p:spPr>
          <a:xfrm>
            <a:off x="0" y="1066800"/>
            <a:ext cx="8991600" cy="5486400"/>
          </a:xfrm>
        </p:spPr>
        <p:txBody>
          <a:bodyPr/>
          <a:lstStyle/>
          <a:p>
            <a:pPr algn="just" eaLnBrk="1" hangingPunct="1">
              <a:lnSpc>
                <a:spcPct val="90000"/>
              </a:lnSpc>
            </a:pPr>
            <a:r>
              <a:rPr lang="tr-TR" altLang="tr-TR" sz="2400" dirty="0"/>
              <a:t>Her gözleme göre farklı değerler alabilen objelere, özelliklere ya da durumlara denir.</a:t>
            </a:r>
          </a:p>
          <a:p>
            <a:pPr algn="just" eaLnBrk="1" hangingPunct="1">
              <a:lnSpc>
                <a:spcPct val="90000"/>
              </a:lnSpc>
              <a:buFontTx/>
              <a:buNone/>
            </a:pPr>
            <a:r>
              <a:rPr lang="tr-TR" altLang="tr-TR" sz="2000" b="1" dirty="0"/>
              <a:t>   </a:t>
            </a:r>
          </a:p>
          <a:p>
            <a:pPr algn="just" eaLnBrk="1" hangingPunct="1">
              <a:lnSpc>
                <a:spcPct val="90000"/>
              </a:lnSpc>
              <a:buFontTx/>
              <a:buNone/>
            </a:pPr>
            <a:r>
              <a:rPr lang="tr-TR" altLang="tr-TR" sz="2000" b="1" dirty="0"/>
              <a:t>    </a:t>
            </a:r>
          </a:p>
          <a:p>
            <a:pPr algn="just" eaLnBrk="1" hangingPunct="1">
              <a:lnSpc>
                <a:spcPct val="90000"/>
              </a:lnSpc>
              <a:buFontTx/>
              <a:buNone/>
            </a:pPr>
            <a:r>
              <a:rPr lang="tr-TR" altLang="tr-TR" sz="2000" b="1" dirty="0"/>
              <a:t>     </a:t>
            </a:r>
            <a:r>
              <a:rPr lang="tr-TR" altLang="tr-TR" sz="2400" b="1" dirty="0"/>
              <a:t>Örnekler:</a:t>
            </a:r>
          </a:p>
          <a:p>
            <a:pPr algn="just" eaLnBrk="1" hangingPunct="1">
              <a:lnSpc>
                <a:spcPct val="90000"/>
              </a:lnSpc>
              <a:buFontTx/>
              <a:buNone/>
            </a:pPr>
            <a:endParaRPr lang="tr-TR" altLang="tr-TR" sz="2400" b="1" dirty="0"/>
          </a:p>
          <a:p>
            <a:pPr marL="808038" lvl="1" indent="-271463" algn="just" eaLnBrk="1" hangingPunct="1">
              <a:lnSpc>
                <a:spcPct val="90000"/>
              </a:lnSpc>
            </a:pPr>
            <a:r>
              <a:rPr lang="tr-TR" altLang="tr-TR" sz="2400" b="1" dirty="0"/>
              <a:t>   </a:t>
            </a:r>
            <a:r>
              <a:rPr lang="tr-TR" altLang="tr-TR" sz="2400" dirty="0"/>
              <a:t>Öğrencilerin kardeş sayısı</a:t>
            </a:r>
          </a:p>
          <a:p>
            <a:pPr marL="808038" lvl="1" indent="-271463" algn="just" eaLnBrk="1" hangingPunct="1">
              <a:lnSpc>
                <a:spcPct val="90000"/>
              </a:lnSpc>
              <a:buFontTx/>
              <a:buNone/>
            </a:pPr>
            <a:endParaRPr lang="tr-TR" altLang="tr-TR" sz="2400" dirty="0"/>
          </a:p>
          <a:p>
            <a:pPr marL="808038" lvl="1" indent="-271463" algn="just" eaLnBrk="1" hangingPunct="1">
              <a:lnSpc>
                <a:spcPct val="90000"/>
              </a:lnSpc>
            </a:pPr>
            <a:r>
              <a:rPr lang="tr-TR" altLang="tr-TR" sz="2400" b="1" dirty="0"/>
              <a:t>   </a:t>
            </a:r>
            <a:r>
              <a:rPr lang="tr-TR" altLang="tr-TR" sz="2400" dirty="0"/>
              <a:t>Haftalık Kur'an okuma süresi</a:t>
            </a:r>
          </a:p>
          <a:p>
            <a:pPr marL="808038" lvl="1" indent="-271463" algn="just" eaLnBrk="1" hangingPunct="1">
              <a:lnSpc>
                <a:spcPct val="90000"/>
              </a:lnSpc>
            </a:pPr>
            <a:endParaRPr lang="tr-TR" altLang="tr-TR" sz="2400" dirty="0"/>
          </a:p>
          <a:p>
            <a:pPr marL="808038" lvl="1" indent="-271463" algn="just" eaLnBrk="1" hangingPunct="1">
              <a:lnSpc>
                <a:spcPct val="90000"/>
              </a:lnSpc>
            </a:pPr>
            <a:r>
              <a:rPr lang="tr-TR" altLang="tr-TR" sz="2400" dirty="0"/>
              <a:t>   Namaz kılma sıklığı</a:t>
            </a:r>
          </a:p>
          <a:p>
            <a:pPr marL="808038" lvl="1" indent="-271463" algn="just" eaLnBrk="1" hangingPunct="1">
              <a:lnSpc>
                <a:spcPct val="90000"/>
              </a:lnSpc>
            </a:pPr>
            <a:endParaRPr lang="tr-TR" altLang="tr-TR" sz="2400" dirty="0"/>
          </a:p>
          <a:p>
            <a:pPr marL="808038" lvl="1" indent="-271463" algn="just" eaLnBrk="1" hangingPunct="1">
              <a:lnSpc>
                <a:spcPct val="90000"/>
              </a:lnSpc>
            </a:pPr>
            <a:r>
              <a:rPr lang="tr-TR" altLang="tr-TR" sz="2400" dirty="0"/>
              <a:t>   Mensup olunan mezhep.</a:t>
            </a:r>
          </a:p>
          <a:p>
            <a:pPr marL="808038" lvl="1" indent="-271463" algn="just" eaLnBrk="1" hangingPunct="1">
              <a:lnSpc>
                <a:spcPct val="90000"/>
              </a:lnSpc>
              <a:buFontTx/>
              <a:buNone/>
            </a:pPr>
            <a:endParaRPr lang="tr-TR" altLang="tr-TR" sz="1800" b="1" dirty="0"/>
          </a:p>
        </p:txBody>
      </p:sp>
      <p:sp>
        <p:nvSpPr>
          <p:cNvPr id="24581"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5 Slayt Numarası Yer Tutucusu">
            <a:extLst>
              <a:ext uri="{FF2B5EF4-FFF2-40B4-BE49-F238E27FC236}">
                <a16:creationId xmlns:a16="http://schemas.microsoft.com/office/drawing/2014/main" id="{D4E4FF1E-4D1C-8421-F811-95205CF2778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C1AC3A8B-D467-4AF9-9E17-44F93873B312}" type="slidenum">
              <a:rPr lang="tr-TR" altLang="tr-TR" b="0" i="0"/>
              <a:pPr eaLnBrk="1" hangingPunct="1"/>
              <a:t>27</a:t>
            </a:fld>
            <a:endParaRPr lang="tr-TR" altLang="tr-TR" b="0" i="0"/>
          </a:p>
        </p:txBody>
      </p:sp>
      <p:sp>
        <p:nvSpPr>
          <p:cNvPr id="25603" name="Rectangle 2">
            <a:extLst>
              <a:ext uri="{FF2B5EF4-FFF2-40B4-BE49-F238E27FC236}">
                <a16:creationId xmlns:a16="http://schemas.microsoft.com/office/drawing/2014/main" id="{8C64F11A-62E7-4B41-0A09-07A49D4267C8}"/>
              </a:ext>
            </a:extLst>
          </p:cNvPr>
          <p:cNvSpPr>
            <a:spLocks noGrp="1" noChangeArrowheads="1"/>
          </p:cNvSpPr>
          <p:nvPr>
            <p:ph type="title"/>
          </p:nvPr>
        </p:nvSpPr>
        <p:spPr>
          <a:xfrm>
            <a:off x="457200" y="0"/>
            <a:ext cx="8229600" cy="1143000"/>
          </a:xfrm>
        </p:spPr>
        <p:txBody>
          <a:bodyPr/>
          <a:lstStyle/>
          <a:p>
            <a:pPr eaLnBrk="1" hangingPunct="1"/>
            <a:r>
              <a:rPr lang="tr-TR" altLang="tr-TR" dirty="0">
                <a:solidFill>
                  <a:srgbClr val="C00000"/>
                </a:solidFill>
              </a:rPr>
              <a:t>Şans Değişkeni</a:t>
            </a:r>
            <a:endParaRPr lang="en-US" altLang="tr-TR" dirty="0">
              <a:solidFill>
                <a:srgbClr val="C00000"/>
              </a:solidFill>
            </a:endParaRPr>
          </a:p>
        </p:txBody>
      </p:sp>
      <p:sp>
        <p:nvSpPr>
          <p:cNvPr id="25604" name="Rectangle 3">
            <a:extLst>
              <a:ext uri="{FF2B5EF4-FFF2-40B4-BE49-F238E27FC236}">
                <a16:creationId xmlns:a16="http://schemas.microsoft.com/office/drawing/2014/main" id="{4D969163-E72F-569A-1323-4B1FE0BC5F1C}"/>
              </a:ext>
            </a:extLst>
          </p:cNvPr>
          <p:cNvSpPr>
            <a:spLocks noGrp="1" noChangeArrowheads="1"/>
          </p:cNvSpPr>
          <p:nvPr>
            <p:ph type="body" idx="1"/>
          </p:nvPr>
        </p:nvSpPr>
        <p:spPr>
          <a:xfrm>
            <a:off x="533400" y="1066800"/>
            <a:ext cx="8229600" cy="5105400"/>
          </a:xfrm>
        </p:spPr>
        <p:txBody>
          <a:bodyPr/>
          <a:lstStyle/>
          <a:p>
            <a:pPr marL="357188" indent="-357188" algn="just" eaLnBrk="1" hangingPunct="1"/>
            <a:r>
              <a:rPr lang="tr-TR" altLang="tr-TR" sz="2400" dirty="0"/>
              <a:t>Değeri önceden bilinemeyen, şansa bağlı olarak ortaya çıkan değişkendir. Örneğe hangi öğrencinin gireceğini önceden bilemeyiz; dolayısıyla onun dindarlık puanını da önceden bilemeyiz.</a:t>
            </a:r>
          </a:p>
          <a:p>
            <a:pPr marL="357188" indent="-357188" algn="just" eaLnBrk="1" hangingPunct="1">
              <a:buFontTx/>
              <a:buNone/>
            </a:pPr>
            <a:endParaRPr lang="tr-TR" altLang="tr-TR" sz="2400" dirty="0"/>
          </a:p>
          <a:p>
            <a:pPr marL="357188" indent="-357188" eaLnBrk="1" hangingPunct="1">
              <a:buFontTx/>
              <a:buNone/>
            </a:pPr>
            <a:r>
              <a:rPr lang="tr-TR" altLang="tr-TR" sz="2400" dirty="0"/>
              <a:t>    </a:t>
            </a:r>
            <a:r>
              <a:rPr lang="tr-TR" altLang="tr-TR" sz="2400" b="1" dirty="0"/>
              <a:t>Örnekler: </a:t>
            </a:r>
          </a:p>
          <a:p>
            <a:pPr marL="357188" indent="-357188" eaLnBrk="1" hangingPunct="1">
              <a:buFontTx/>
              <a:buNone/>
            </a:pPr>
            <a:endParaRPr lang="tr-TR" altLang="tr-TR" sz="2400" b="1" dirty="0"/>
          </a:p>
          <a:p>
            <a:pPr marL="901700" lvl="1" indent="-365125" eaLnBrk="1" hangingPunct="1"/>
            <a:r>
              <a:rPr lang="tr-TR" altLang="tr-TR" sz="2400" dirty="0"/>
              <a:t>Bir madeni para belirli sayıda havaya atıldığında üst yüzüne gelen yazı ya da tura sayısı</a:t>
            </a:r>
          </a:p>
          <a:p>
            <a:pPr marL="901700" lvl="1" indent="-365125" eaLnBrk="1" hangingPunct="1"/>
            <a:endParaRPr lang="tr-TR" altLang="tr-TR" sz="2400" dirty="0"/>
          </a:p>
          <a:p>
            <a:pPr marL="901700" lvl="1" indent="-365125" eaLnBrk="1" hangingPunct="1"/>
            <a:r>
              <a:rPr lang="tr-TR" altLang="tr-TR" sz="2400" dirty="0"/>
              <a:t> Bir zar ile 6 gelinceye kadar yapılan atış sayısı</a:t>
            </a:r>
          </a:p>
        </p:txBody>
      </p:sp>
      <p:sp>
        <p:nvSpPr>
          <p:cNvPr id="25605"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28</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Soyut Kavramdan Ölçüme</a:t>
            </a:r>
            <a:endParaRPr lang="tr-TR" altLang="tr-TR" sz="3600" dirty="0">
              <a:solidFill>
                <a:srgbClr val="92D050"/>
              </a:solidFill>
            </a:endParaRPr>
          </a:p>
        </p:txBody>
      </p:sp>
      <p:sp>
        <p:nvSpPr>
          <p:cNvPr id="43012" name="Rounded Rectangle 43011"/>
          <p:cNvSpPr/>
          <p:nvPr/>
        </p:nvSpPr>
        <p:spPr>
          <a:xfrm>
            <a:off x="250000" y="1500000"/>
            <a:ext cx="1900000" cy="520000"/>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FFFFFF"/>
                </a:solidFill>
              </a:rPr>
              <a:t>Kavram</a:t>
            </a:r>
          </a:p>
        </p:txBody>
      </p:sp>
      <p:sp>
        <p:nvSpPr>
          <p:cNvPr id="43013" name="Rounded Rectangle 43012"/>
          <p:cNvSpPr/>
          <p:nvPr/>
        </p:nvSpPr>
        <p:spPr>
          <a:xfrm>
            <a:off x="250000" y="2080000"/>
            <a:ext cx="1900000" cy="110000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i="0">
                <a:solidFill>
                  <a:srgbClr val="262626"/>
                </a:solidFill>
              </a:rPr>
              <a:t>Dindarlık</a:t>
            </a:r>
          </a:p>
        </p:txBody>
      </p:sp>
      <p:sp>
        <p:nvSpPr>
          <p:cNvPr id="43014" name="Right Arrow 43013"/>
          <p:cNvSpPr/>
          <p:nvPr/>
        </p:nvSpPr>
        <p:spPr>
          <a:xfrm>
            <a:off x="2180000" y="2450000"/>
            <a:ext cx="280000" cy="36000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015" name="Rounded Rectangle 43014"/>
          <p:cNvSpPr/>
          <p:nvPr/>
        </p:nvSpPr>
        <p:spPr>
          <a:xfrm>
            <a:off x="2480000" y="1500000"/>
            <a:ext cx="1900000" cy="520000"/>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FFFFFF"/>
                </a:solidFill>
              </a:rPr>
              <a:t>Boyutlar</a:t>
            </a:r>
          </a:p>
        </p:txBody>
      </p:sp>
      <p:sp>
        <p:nvSpPr>
          <p:cNvPr id="43016" name="Rounded Rectangle 43015"/>
          <p:cNvSpPr/>
          <p:nvPr/>
        </p:nvSpPr>
        <p:spPr>
          <a:xfrm>
            <a:off x="2480000" y="2080000"/>
            <a:ext cx="1900000" cy="110000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i="0">
                <a:solidFill>
                  <a:srgbClr val="262626"/>
                </a:solidFill>
              </a:rPr>
              <a:t>İnanç, ibadet,</a:t>
            </a:r>
          </a:p>
          <a:p>
            <a:pPr algn="ctr"/>
            <a:r>
              <a:rPr sz="1600" b="0" i="0">
                <a:solidFill>
                  <a:srgbClr val="262626"/>
                </a:solidFill>
              </a:rPr>
              <a:t>duygu, bilgi</a:t>
            </a:r>
          </a:p>
        </p:txBody>
      </p:sp>
      <p:sp>
        <p:nvSpPr>
          <p:cNvPr id="43017" name="Right Arrow 43016"/>
          <p:cNvSpPr/>
          <p:nvPr/>
        </p:nvSpPr>
        <p:spPr>
          <a:xfrm>
            <a:off x="4410000" y="2450000"/>
            <a:ext cx="280000" cy="36000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018" name="Rounded Rectangle 43017"/>
          <p:cNvSpPr/>
          <p:nvPr/>
        </p:nvSpPr>
        <p:spPr>
          <a:xfrm>
            <a:off x="4710000" y="1500000"/>
            <a:ext cx="1900000" cy="520000"/>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FFFFFF"/>
                </a:solidFill>
              </a:rPr>
              <a:t>Maddeler</a:t>
            </a:r>
          </a:p>
        </p:txBody>
      </p:sp>
      <p:sp>
        <p:nvSpPr>
          <p:cNvPr id="43019" name="Rounded Rectangle 43018"/>
          <p:cNvSpPr/>
          <p:nvPr/>
        </p:nvSpPr>
        <p:spPr>
          <a:xfrm>
            <a:off x="4710000" y="2080000"/>
            <a:ext cx="1900000" cy="110000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i="0">
                <a:solidFill>
                  <a:srgbClr val="262626"/>
                </a:solidFill>
              </a:rPr>
              <a:t>“Dua etmek bana</a:t>
            </a:r>
          </a:p>
          <a:p>
            <a:pPr algn="ctr"/>
            <a:r>
              <a:rPr sz="1600" b="0" i="0">
                <a:solidFill>
                  <a:srgbClr val="262626"/>
                </a:solidFill>
              </a:rPr>
              <a:t>huzur verir.” (1-5)</a:t>
            </a:r>
          </a:p>
        </p:txBody>
      </p:sp>
      <p:sp>
        <p:nvSpPr>
          <p:cNvPr id="43020" name="Right Arrow 43019"/>
          <p:cNvSpPr/>
          <p:nvPr/>
        </p:nvSpPr>
        <p:spPr>
          <a:xfrm>
            <a:off x="6640000" y="2450000"/>
            <a:ext cx="280000" cy="360000"/>
          </a:xfrm>
          <a:prstGeom prst="rightArrow">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021" name="Rounded Rectangle 43020"/>
          <p:cNvSpPr/>
          <p:nvPr/>
        </p:nvSpPr>
        <p:spPr>
          <a:xfrm>
            <a:off x="6940000" y="1500000"/>
            <a:ext cx="1900000" cy="520000"/>
          </a:xfrm>
          <a:prstGeom prst="round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FFFFFF"/>
                </a:solidFill>
              </a:rPr>
              <a:t>Puan</a:t>
            </a:r>
          </a:p>
        </p:txBody>
      </p:sp>
      <p:sp>
        <p:nvSpPr>
          <p:cNvPr id="43022" name="Rounded Rectangle 43021"/>
          <p:cNvSpPr/>
          <p:nvPr/>
        </p:nvSpPr>
        <p:spPr>
          <a:xfrm>
            <a:off x="6940000" y="2080000"/>
            <a:ext cx="1900000" cy="110000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i="0">
                <a:solidFill>
                  <a:srgbClr val="262626"/>
                </a:solidFill>
              </a:rPr>
              <a:t>10 maddenin</a:t>
            </a:r>
          </a:p>
          <a:p>
            <a:pPr algn="ctr"/>
            <a:r>
              <a:rPr sz="1600" b="0" i="0">
                <a:solidFill>
                  <a:srgbClr val="262626"/>
                </a:solidFill>
              </a:rPr>
              <a:t>toplamı: 10-50</a:t>
            </a:r>
          </a:p>
        </p:txBody>
      </p:sp>
      <p:sp>
        <p:nvSpPr>
          <p:cNvPr id="43023" name="TextBox 43022"/>
          <p:cNvSpPr txBox="1"/>
          <p:nvPr/>
        </p:nvSpPr>
        <p:spPr>
          <a:xfrm>
            <a:off x="457200" y="3600000"/>
            <a:ext cx="8229600" cy="1500000"/>
          </a:xfrm>
          <a:prstGeom prst="rect">
            <a:avLst/>
          </a:prstGeom>
          <a:noFill/>
        </p:spPr>
        <p:txBody>
          <a:bodyPr wrap="square">
            <a:spAutoFit/>
          </a:bodyPr>
          <a:lstStyle/>
          <a:p>
            <a:r>
              <a:rPr sz="2000" b="0" i="0"/>
              <a:t>Ölçtüğümüz şey dindarlığın kendisi değil, ölçeğin verdiği puandır.</a:t>
            </a:r>
          </a:p>
          <a:p>
            <a:r>
              <a:rPr sz="2000" b="0" i="0"/>
              <a:t>Ölçek iyi seçilmezse istatistik ne kadar doğru yapılırsa yapılsın sonuç yanlış olur.</a:t>
            </a:r>
          </a:p>
        </p:txBody>
      </p:sp>
      <p:sp>
        <p:nvSpPr>
          <p:cNvPr id="43024"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5 Slayt Numarası Yer Tutucusu">
            <a:extLst>
              <a:ext uri="{FF2B5EF4-FFF2-40B4-BE49-F238E27FC236}">
                <a16:creationId xmlns:a16="http://schemas.microsoft.com/office/drawing/2014/main" id="{61165ACC-B58B-DBFF-3ABE-B6080C8B8C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3901C04F-9C7D-4C86-A79E-316E9A99B7BA}" type="slidenum">
              <a:rPr lang="tr-TR" altLang="tr-TR" b="0" i="0"/>
              <a:pPr eaLnBrk="1" hangingPunct="1"/>
              <a:t>29</a:t>
            </a:fld>
            <a:endParaRPr lang="tr-TR" altLang="tr-TR" b="0" i="0"/>
          </a:p>
        </p:txBody>
      </p:sp>
      <p:sp>
        <p:nvSpPr>
          <p:cNvPr id="27651" name="Rectangle 2">
            <a:extLst>
              <a:ext uri="{FF2B5EF4-FFF2-40B4-BE49-F238E27FC236}">
                <a16:creationId xmlns:a16="http://schemas.microsoft.com/office/drawing/2014/main" id="{B596B799-9AB7-41BB-33D7-D83920CA5800}"/>
              </a:ext>
            </a:extLst>
          </p:cNvPr>
          <p:cNvSpPr>
            <a:spLocks noGrp="1" noChangeArrowheads="1"/>
          </p:cNvSpPr>
          <p:nvPr>
            <p:ph type="title"/>
          </p:nvPr>
        </p:nvSpPr>
        <p:spPr>
          <a:xfrm>
            <a:off x="438839" y="304800"/>
            <a:ext cx="8229600" cy="914400"/>
          </a:xfrm>
        </p:spPr>
        <p:txBody>
          <a:bodyPr/>
          <a:lstStyle/>
          <a:p>
            <a:pPr eaLnBrk="1" hangingPunct="1"/>
            <a:r>
              <a:rPr lang="tr-TR" altLang="tr-TR" dirty="0">
                <a:solidFill>
                  <a:srgbClr val="C00000"/>
                </a:solidFill>
              </a:rPr>
              <a:t>ÖLÇEKLER</a:t>
            </a:r>
          </a:p>
        </p:txBody>
      </p:sp>
      <p:sp>
        <p:nvSpPr>
          <p:cNvPr id="27652" name="Rectangle 3">
            <a:extLst>
              <a:ext uri="{FF2B5EF4-FFF2-40B4-BE49-F238E27FC236}">
                <a16:creationId xmlns:a16="http://schemas.microsoft.com/office/drawing/2014/main" id="{A30CB269-A739-E24B-22F0-C12638835245}"/>
              </a:ext>
            </a:extLst>
          </p:cNvPr>
          <p:cNvSpPr>
            <a:spLocks noGrp="1" noChangeArrowheads="1"/>
          </p:cNvSpPr>
          <p:nvPr>
            <p:ph type="body" idx="1"/>
          </p:nvPr>
        </p:nvSpPr>
        <p:spPr>
          <a:xfrm>
            <a:off x="457200" y="1219200"/>
            <a:ext cx="8229600" cy="5181600"/>
          </a:xfrm>
        </p:spPr>
        <p:txBody>
          <a:bodyPr/>
          <a:lstStyle/>
          <a:p>
            <a:pPr algn="just" eaLnBrk="1" hangingPunct="1">
              <a:lnSpc>
                <a:spcPct val="125000"/>
              </a:lnSpc>
            </a:pPr>
            <a:r>
              <a:rPr lang="tr-TR" altLang="tr-TR" sz="2600" dirty="0"/>
              <a:t> </a:t>
            </a:r>
            <a:r>
              <a:rPr lang="tr-TR" altLang="tr-TR" sz="2800" b="1" dirty="0"/>
              <a:t>VERİ</a:t>
            </a:r>
            <a:r>
              <a:rPr lang="tr-TR" altLang="tr-TR" sz="2800" dirty="0"/>
              <a:t> kavramı gerçek (</a:t>
            </a:r>
            <a:r>
              <a:rPr lang="tr-TR" altLang="tr-TR" sz="2800" dirty="0" err="1"/>
              <a:t>facts</a:t>
            </a:r>
            <a:r>
              <a:rPr lang="tr-TR" altLang="tr-TR" sz="2800" dirty="0"/>
              <a:t>) değerlerin, gözlem ve ölçümlerin toplanması olarak ifade edilebilir. </a:t>
            </a:r>
          </a:p>
          <a:p>
            <a:pPr algn="just" eaLnBrk="1" hangingPunct="1">
              <a:lnSpc>
                <a:spcPct val="125000"/>
              </a:lnSpc>
            </a:pPr>
            <a:r>
              <a:rPr lang="tr-TR" altLang="tr-TR" sz="2800" dirty="0"/>
              <a:t> Verilerin hangi formda bulunduğu konusu veya ölçümlerin hangi seviyede ele alındığı konusu öncelikle incelenmelidir. </a:t>
            </a:r>
          </a:p>
          <a:p>
            <a:pPr algn="just" eaLnBrk="1" hangingPunct="1">
              <a:lnSpc>
                <a:spcPct val="125000"/>
              </a:lnSpc>
            </a:pPr>
            <a:r>
              <a:rPr lang="tr-TR" altLang="tr-TR" sz="2800" dirty="0"/>
              <a:t>Verileri analiz eden bir araştırmacı ölçümleri yapmadan önce kullanacağı ölçek türünü düşünmek zorundadır. </a:t>
            </a:r>
          </a:p>
        </p:txBody>
      </p:sp>
      <p:sp>
        <p:nvSpPr>
          <p:cNvPr id="2765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5 Slayt Numarası Yer Tutucusu">
            <a:extLst>
              <a:ext uri="{FF2B5EF4-FFF2-40B4-BE49-F238E27FC236}">
                <a16:creationId xmlns:a16="http://schemas.microsoft.com/office/drawing/2014/main" id="{63618592-6C3C-CF44-F087-E591F369D5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AFCB01E1-8F8E-4057-84FB-BE9CB4B5600B}" type="slidenum">
              <a:rPr lang="tr-TR" altLang="tr-TR" b="0" i="0"/>
              <a:pPr eaLnBrk="1" hangingPunct="1"/>
              <a:t>30</a:t>
            </a:fld>
            <a:endParaRPr lang="tr-TR" altLang="tr-TR" b="0" i="0"/>
          </a:p>
        </p:txBody>
      </p:sp>
      <p:sp>
        <p:nvSpPr>
          <p:cNvPr id="28675" name="Rectangle 2">
            <a:extLst>
              <a:ext uri="{FF2B5EF4-FFF2-40B4-BE49-F238E27FC236}">
                <a16:creationId xmlns:a16="http://schemas.microsoft.com/office/drawing/2014/main" id="{4F892D48-B294-73E7-E149-500A5D83AD0A}"/>
              </a:ext>
            </a:extLst>
          </p:cNvPr>
          <p:cNvSpPr>
            <a:spLocks noGrp="1" noChangeArrowheads="1"/>
          </p:cNvSpPr>
          <p:nvPr>
            <p:ph type="title"/>
          </p:nvPr>
        </p:nvSpPr>
        <p:spPr/>
        <p:txBody>
          <a:bodyPr/>
          <a:lstStyle/>
          <a:p>
            <a:pPr eaLnBrk="1" hangingPunct="1"/>
            <a:r>
              <a:rPr lang="tr-TR" altLang="tr-TR" dirty="0">
                <a:solidFill>
                  <a:srgbClr val="C00000"/>
                </a:solidFill>
              </a:rPr>
              <a:t>ÖLÇEKLER</a:t>
            </a:r>
          </a:p>
        </p:txBody>
      </p:sp>
      <p:sp>
        <p:nvSpPr>
          <p:cNvPr id="28676" name="Rectangle 3">
            <a:extLst>
              <a:ext uri="{FF2B5EF4-FFF2-40B4-BE49-F238E27FC236}">
                <a16:creationId xmlns:a16="http://schemas.microsoft.com/office/drawing/2014/main" id="{C033CDAD-C591-2DE6-61CC-BF52FBEBDC71}"/>
              </a:ext>
            </a:extLst>
          </p:cNvPr>
          <p:cNvSpPr>
            <a:spLocks noGrp="1" noChangeArrowheads="1"/>
          </p:cNvSpPr>
          <p:nvPr>
            <p:ph type="body" idx="1"/>
          </p:nvPr>
        </p:nvSpPr>
        <p:spPr/>
        <p:txBody>
          <a:bodyPr/>
          <a:lstStyle/>
          <a:p>
            <a:pPr eaLnBrk="1" hangingPunct="1">
              <a:lnSpc>
                <a:spcPct val="125000"/>
              </a:lnSpc>
            </a:pPr>
            <a:r>
              <a:rPr lang="tr-TR" altLang="tr-TR" sz="3000" b="1" dirty="0"/>
              <a:t>Nominal Ölçeği</a:t>
            </a:r>
          </a:p>
          <a:p>
            <a:pPr eaLnBrk="1" hangingPunct="1">
              <a:lnSpc>
                <a:spcPct val="125000"/>
              </a:lnSpc>
            </a:pPr>
            <a:r>
              <a:rPr lang="tr-TR" altLang="tr-TR" sz="3000" b="1" dirty="0"/>
              <a:t>Ordinal(Sıralama) Ölçeği</a:t>
            </a:r>
          </a:p>
          <a:p>
            <a:pPr eaLnBrk="1" hangingPunct="1">
              <a:lnSpc>
                <a:spcPct val="125000"/>
              </a:lnSpc>
            </a:pPr>
            <a:r>
              <a:rPr lang="tr-TR" altLang="tr-TR" sz="3000" b="1" dirty="0"/>
              <a:t>Aralık Ölçeği</a:t>
            </a:r>
          </a:p>
          <a:p>
            <a:pPr eaLnBrk="1" hangingPunct="1">
              <a:lnSpc>
                <a:spcPct val="125000"/>
              </a:lnSpc>
            </a:pPr>
            <a:r>
              <a:rPr lang="tr-TR" altLang="tr-TR" sz="3000" b="1" dirty="0"/>
              <a:t>Oran Ölçeği</a:t>
            </a:r>
          </a:p>
          <a:p>
            <a:pPr eaLnBrk="1" hangingPunct="1">
              <a:lnSpc>
                <a:spcPct val="125000"/>
              </a:lnSpc>
              <a:buFontTx/>
              <a:buNone/>
            </a:pPr>
            <a:endParaRPr lang="tr-TR" altLang="tr-TR" sz="3000" b="1" dirty="0"/>
          </a:p>
          <a:p>
            <a:pPr eaLnBrk="1" hangingPunct="1">
              <a:lnSpc>
                <a:spcPct val="125000"/>
              </a:lnSpc>
              <a:buFontTx/>
              <a:buNone/>
            </a:pPr>
            <a:r>
              <a:rPr lang="tr-TR" altLang="tr-TR" sz="3000" dirty="0"/>
              <a:t>şeklinde dört ölçek mevcuttur. </a:t>
            </a:r>
          </a:p>
        </p:txBody>
      </p:sp>
      <p:sp>
        <p:nvSpPr>
          <p:cNvPr id="2867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5 Slayt Numarası Yer Tutucusu">
            <a:extLst>
              <a:ext uri="{FF2B5EF4-FFF2-40B4-BE49-F238E27FC236}">
                <a16:creationId xmlns:a16="http://schemas.microsoft.com/office/drawing/2014/main" id="{CC20B9A3-23E8-931F-E76C-8C46AB25C5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3A0BA49F-6AC2-4764-A8EE-0EDA6B57A5D7}" type="slidenum">
              <a:rPr lang="tr-TR" altLang="tr-TR" b="0" i="0"/>
              <a:pPr eaLnBrk="1" hangingPunct="1"/>
              <a:t>31</a:t>
            </a:fld>
            <a:endParaRPr lang="tr-TR" altLang="tr-TR" b="0" i="0"/>
          </a:p>
        </p:txBody>
      </p:sp>
      <p:sp>
        <p:nvSpPr>
          <p:cNvPr id="29699" name="Rectangle 2">
            <a:extLst>
              <a:ext uri="{FF2B5EF4-FFF2-40B4-BE49-F238E27FC236}">
                <a16:creationId xmlns:a16="http://schemas.microsoft.com/office/drawing/2014/main" id="{381E0224-B246-515B-CD5F-F599923335B6}"/>
              </a:ext>
            </a:extLst>
          </p:cNvPr>
          <p:cNvSpPr>
            <a:spLocks noGrp="1" noChangeArrowheads="1"/>
          </p:cNvSpPr>
          <p:nvPr>
            <p:ph type="title"/>
          </p:nvPr>
        </p:nvSpPr>
        <p:spPr>
          <a:xfrm>
            <a:off x="533400" y="381000"/>
            <a:ext cx="8229600" cy="563562"/>
          </a:xfrm>
        </p:spPr>
        <p:txBody>
          <a:bodyPr/>
          <a:lstStyle/>
          <a:p>
            <a:pPr eaLnBrk="1" hangingPunct="1"/>
            <a:r>
              <a:rPr lang="tr-TR" altLang="tr-TR" sz="4000" dirty="0">
                <a:solidFill>
                  <a:srgbClr val="00B050"/>
                </a:solidFill>
              </a:rPr>
              <a:t>ÖLÇEKLER</a:t>
            </a:r>
          </a:p>
        </p:txBody>
      </p:sp>
      <p:sp>
        <p:nvSpPr>
          <p:cNvPr id="29700" name="Rectangle 3">
            <a:extLst>
              <a:ext uri="{FF2B5EF4-FFF2-40B4-BE49-F238E27FC236}">
                <a16:creationId xmlns:a16="http://schemas.microsoft.com/office/drawing/2014/main" id="{B16E9E38-87A4-B1CC-F64B-DCB521D1B071}"/>
              </a:ext>
            </a:extLst>
          </p:cNvPr>
          <p:cNvSpPr>
            <a:spLocks noGrp="1" noChangeArrowheads="1"/>
          </p:cNvSpPr>
          <p:nvPr>
            <p:ph type="body" idx="1"/>
          </p:nvPr>
        </p:nvSpPr>
        <p:spPr>
          <a:xfrm>
            <a:off x="457200" y="1143000"/>
            <a:ext cx="8229600" cy="5486400"/>
          </a:xfrm>
        </p:spPr>
        <p:txBody>
          <a:bodyPr/>
          <a:lstStyle/>
          <a:p>
            <a:pPr eaLnBrk="1" hangingPunct="1">
              <a:lnSpc>
                <a:spcPct val="125000"/>
              </a:lnSpc>
            </a:pPr>
            <a:r>
              <a:rPr lang="tr-TR" altLang="tr-TR" sz="2600" b="1" dirty="0">
                <a:solidFill>
                  <a:srgbClr val="C00000"/>
                </a:solidFill>
              </a:rPr>
              <a:t>Nominal Ölçek:</a:t>
            </a:r>
            <a:r>
              <a:rPr lang="tr-TR" altLang="tr-TR" sz="2600" dirty="0">
                <a:solidFill>
                  <a:srgbClr val="C00000"/>
                </a:solidFill>
              </a:rPr>
              <a:t> </a:t>
            </a:r>
          </a:p>
          <a:p>
            <a:pPr eaLnBrk="1" hangingPunct="1">
              <a:lnSpc>
                <a:spcPct val="125000"/>
              </a:lnSpc>
            </a:pPr>
            <a:r>
              <a:rPr lang="tr-TR" altLang="tr-TR" sz="2600" dirty="0"/>
              <a:t>Bu ölçek dört tip ölçeğin en zayıf olanıdır. </a:t>
            </a:r>
          </a:p>
          <a:p>
            <a:pPr eaLnBrk="1" hangingPunct="1">
              <a:lnSpc>
                <a:spcPct val="125000"/>
              </a:lnSpc>
            </a:pPr>
            <a:r>
              <a:rPr lang="tr-TR" altLang="tr-TR" sz="2600" b="1" dirty="0">
                <a:solidFill>
                  <a:schemeClr val="accent2"/>
                </a:solidFill>
              </a:rPr>
              <a:t>Bir cisim veya olayı belirli bir isme göre diğer cisim ve olaydan ayırmaya</a:t>
            </a:r>
            <a:r>
              <a:rPr lang="tr-TR" altLang="tr-TR" sz="2600" dirty="0"/>
              <a:t> yarar. </a:t>
            </a:r>
          </a:p>
          <a:p>
            <a:pPr eaLnBrk="1" hangingPunct="1">
              <a:lnSpc>
                <a:spcPct val="125000"/>
              </a:lnSpc>
              <a:buFontTx/>
              <a:buNone/>
            </a:pPr>
            <a:r>
              <a:rPr lang="tr-TR" altLang="tr-TR" sz="2600" b="1" dirty="0"/>
              <a:t>    Örnekler:</a:t>
            </a:r>
          </a:p>
          <a:p>
            <a:pPr eaLnBrk="1" hangingPunct="1">
              <a:lnSpc>
                <a:spcPct val="125000"/>
              </a:lnSpc>
              <a:buFontTx/>
              <a:buNone/>
            </a:pPr>
            <a:r>
              <a:rPr lang="tr-TR" altLang="tr-TR" sz="2600" dirty="0"/>
              <a:t>        </a:t>
            </a:r>
            <a:r>
              <a:rPr lang="tr-TR" altLang="tr-TR" sz="2600" dirty="0">
                <a:cs typeface="Arial" panose="020B0604020202020204" pitchFamily="34" charset="0"/>
              </a:rPr>
              <a:t>○  </a:t>
            </a:r>
            <a:r>
              <a:rPr lang="tr-TR" altLang="tr-TR" sz="2600" dirty="0"/>
              <a:t>katılımcıların kadın ya da erkek olarak sınıflandırılması.</a:t>
            </a:r>
          </a:p>
          <a:p>
            <a:pPr eaLnBrk="1" hangingPunct="1">
              <a:lnSpc>
                <a:spcPct val="125000"/>
              </a:lnSpc>
              <a:buFontTx/>
              <a:buNone/>
            </a:pPr>
            <a:r>
              <a:rPr lang="tr-TR" altLang="tr-TR" sz="2600" dirty="0"/>
              <a:t>        </a:t>
            </a:r>
            <a:r>
              <a:rPr lang="tr-TR" altLang="tr-TR" sz="2600" dirty="0">
                <a:cs typeface="Arial" panose="020B0604020202020204" pitchFamily="34" charset="0"/>
              </a:rPr>
              <a:t>○</a:t>
            </a:r>
            <a:r>
              <a:rPr lang="tr-TR" altLang="tr-TR" sz="2600" dirty="0"/>
              <a:t>  katılımcıların Cuma namazına düzenli katılan ya da katılmayan olarak sınıflandırılması.</a:t>
            </a:r>
          </a:p>
        </p:txBody>
      </p:sp>
      <p:sp>
        <p:nvSpPr>
          <p:cNvPr id="29701"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5 Slayt Numarası Yer Tutucusu">
            <a:extLst>
              <a:ext uri="{FF2B5EF4-FFF2-40B4-BE49-F238E27FC236}">
                <a16:creationId xmlns:a16="http://schemas.microsoft.com/office/drawing/2014/main" id="{EEF98169-FB81-425F-B6A3-92ADA4BED18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099C6A74-0651-48D3-8B0B-7510C093CCEE}" type="slidenum">
              <a:rPr lang="tr-TR" altLang="tr-TR" b="0" i="0"/>
              <a:pPr eaLnBrk="1" hangingPunct="1"/>
              <a:t>32</a:t>
            </a:fld>
            <a:endParaRPr lang="tr-TR" altLang="tr-TR" b="0" i="0"/>
          </a:p>
        </p:txBody>
      </p:sp>
      <p:sp>
        <p:nvSpPr>
          <p:cNvPr id="30723" name="Rectangle 2">
            <a:extLst>
              <a:ext uri="{FF2B5EF4-FFF2-40B4-BE49-F238E27FC236}">
                <a16:creationId xmlns:a16="http://schemas.microsoft.com/office/drawing/2014/main" id="{D5BDD984-3AFC-F13E-8ACF-6A237BFA2DB8}"/>
              </a:ext>
            </a:extLst>
          </p:cNvPr>
          <p:cNvSpPr>
            <a:spLocks noGrp="1" noChangeArrowheads="1"/>
          </p:cNvSpPr>
          <p:nvPr>
            <p:ph type="title"/>
          </p:nvPr>
        </p:nvSpPr>
        <p:spPr/>
        <p:txBody>
          <a:bodyPr/>
          <a:lstStyle/>
          <a:p>
            <a:pPr eaLnBrk="1" hangingPunct="1"/>
            <a:r>
              <a:rPr kumimoji="0" lang="tr-TR" altLang="tr-TR" sz="3600" b="0" i="0" u="none" strike="noStrike" kern="0" cap="none" spc="0" normalizeH="0" baseline="0" noProof="0" dirty="0">
                <a:ln>
                  <a:noFill/>
                </a:ln>
                <a:solidFill>
                  <a:srgbClr val="00B050"/>
                </a:solidFill>
                <a:effectLst/>
                <a:uLnTx/>
                <a:uFillTx/>
                <a:latin typeface="Arial"/>
                <a:ea typeface="+mj-ea"/>
                <a:cs typeface="+mj-cs"/>
              </a:rPr>
              <a:t>Nominal Ölçek</a:t>
            </a:r>
            <a:endParaRPr lang="tr-TR" altLang="tr-TR" dirty="0"/>
          </a:p>
        </p:txBody>
      </p:sp>
      <p:sp>
        <p:nvSpPr>
          <p:cNvPr id="30724" name="Rectangle 3">
            <a:extLst>
              <a:ext uri="{FF2B5EF4-FFF2-40B4-BE49-F238E27FC236}">
                <a16:creationId xmlns:a16="http://schemas.microsoft.com/office/drawing/2014/main" id="{1229811B-E2DE-8341-CD1E-E875AE4660A6}"/>
              </a:ext>
            </a:extLst>
          </p:cNvPr>
          <p:cNvSpPr>
            <a:spLocks noGrp="1" noChangeArrowheads="1"/>
          </p:cNvSpPr>
          <p:nvPr>
            <p:ph type="body" idx="1"/>
          </p:nvPr>
        </p:nvSpPr>
        <p:spPr>
          <a:xfrm>
            <a:off x="304800" y="1844675"/>
            <a:ext cx="8229600" cy="4281488"/>
          </a:xfrm>
        </p:spPr>
        <p:txBody>
          <a:bodyPr/>
          <a:lstStyle/>
          <a:p>
            <a:pPr algn="just" eaLnBrk="1" hangingPunct="1">
              <a:lnSpc>
                <a:spcPct val="130000"/>
              </a:lnSpc>
              <a:buFontTx/>
              <a:buNone/>
            </a:pPr>
            <a:r>
              <a:rPr lang="tr-TR" altLang="tr-TR" sz="3000"/>
              <a:t>   Bazı karakteristiklerine bağlı olarak eşya ve olaylar arasındaki farkı belirtmede çoğu kez normal yolla isimlendirmek yerine şahsi kanaatlara bağlı olarak numaralandırma yolu tercih edilir.</a:t>
            </a:r>
          </a:p>
        </p:txBody>
      </p:sp>
      <p:sp>
        <p:nvSpPr>
          <p:cNvPr id="30725"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5 Slayt Numarası Yer Tutucusu">
            <a:extLst>
              <a:ext uri="{FF2B5EF4-FFF2-40B4-BE49-F238E27FC236}">
                <a16:creationId xmlns:a16="http://schemas.microsoft.com/office/drawing/2014/main" id="{7122AB99-1570-7A98-26DF-0A1FA90B97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E16D6A8D-3995-4841-8399-B555342F55C3}" type="slidenum">
              <a:rPr lang="tr-TR" altLang="tr-TR" b="0" i="0"/>
              <a:pPr eaLnBrk="1" hangingPunct="1"/>
              <a:t>33</a:t>
            </a:fld>
            <a:endParaRPr lang="tr-TR" altLang="tr-TR" b="0" i="0"/>
          </a:p>
        </p:txBody>
      </p:sp>
      <p:sp>
        <p:nvSpPr>
          <p:cNvPr id="31747" name="Rectangle 2">
            <a:extLst>
              <a:ext uri="{FF2B5EF4-FFF2-40B4-BE49-F238E27FC236}">
                <a16:creationId xmlns:a16="http://schemas.microsoft.com/office/drawing/2014/main" id="{696E3929-9E52-8BFE-0033-BD4DF95B76A7}"/>
              </a:ext>
            </a:extLst>
          </p:cNvPr>
          <p:cNvSpPr>
            <a:spLocks noGrp="1" noChangeArrowheads="1"/>
          </p:cNvSpPr>
          <p:nvPr>
            <p:ph type="title"/>
          </p:nvPr>
        </p:nvSpPr>
        <p:spPr/>
        <p:txBody>
          <a:bodyPr/>
          <a:lstStyle/>
          <a:p>
            <a:pPr eaLnBrk="1" hangingPunct="1"/>
            <a:r>
              <a:rPr lang="tr-TR" altLang="tr-TR" sz="3600" dirty="0">
                <a:solidFill>
                  <a:srgbClr val="00B050"/>
                </a:solidFill>
              </a:rPr>
              <a:t>Nominal Ölçek</a:t>
            </a:r>
          </a:p>
        </p:txBody>
      </p:sp>
      <p:sp>
        <p:nvSpPr>
          <p:cNvPr id="31748" name="Rectangle 3">
            <a:extLst>
              <a:ext uri="{FF2B5EF4-FFF2-40B4-BE49-F238E27FC236}">
                <a16:creationId xmlns:a16="http://schemas.microsoft.com/office/drawing/2014/main" id="{691B574C-6604-8DB9-7960-12FB112B72E7}"/>
              </a:ext>
            </a:extLst>
          </p:cNvPr>
          <p:cNvSpPr>
            <a:spLocks noGrp="1" noChangeArrowheads="1"/>
          </p:cNvSpPr>
          <p:nvPr>
            <p:ph type="body" idx="1"/>
          </p:nvPr>
        </p:nvSpPr>
        <p:spPr>
          <a:xfrm>
            <a:off x="468313" y="1844675"/>
            <a:ext cx="8229600" cy="4479925"/>
          </a:xfrm>
        </p:spPr>
        <p:txBody>
          <a:bodyPr/>
          <a:lstStyle/>
          <a:p>
            <a:pPr algn="just" eaLnBrk="1" hangingPunct="1">
              <a:lnSpc>
                <a:spcPct val="125000"/>
              </a:lnSpc>
            </a:pPr>
            <a:r>
              <a:rPr lang="tr-TR" altLang="tr-TR" sz="3500"/>
              <a:t> </a:t>
            </a:r>
            <a:r>
              <a:rPr lang="tr-TR" altLang="tr-TR" sz="2800"/>
              <a:t>Mesela Cuma namazına düzenli katılanları 1, katılmayanları 0 ile gösterebiliriz. Buradaki 1 ve 0 yalnızca etikettir; 1'in 0'dan büyük olduğu anlamına gelmez.</a:t>
            </a:r>
          </a:p>
          <a:p>
            <a:pPr algn="just" eaLnBrk="1" hangingPunct="1">
              <a:lnSpc>
                <a:spcPct val="125000"/>
              </a:lnSpc>
              <a:buFontTx/>
              <a:buNone/>
            </a:pPr>
            <a:endParaRPr lang="tr-TR" altLang="tr-TR" sz="2800"/>
          </a:p>
          <a:p>
            <a:pPr algn="just" eaLnBrk="1" hangingPunct="1">
              <a:lnSpc>
                <a:spcPct val="125000"/>
              </a:lnSpc>
            </a:pPr>
            <a:r>
              <a:rPr lang="tr-TR" altLang="tr-TR" sz="2800"/>
              <a:t> </a:t>
            </a:r>
            <a:r>
              <a:rPr lang="tr-TR" altLang="tr-TR" sz="2800" b="1">
                <a:solidFill>
                  <a:schemeClr val="accent2"/>
                </a:solidFill>
              </a:rPr>
              <a:t>Her bir kategoriye düşen kişi ya da olay sayısını bulmak için genellikle nominal ölçeği kullanırız.</a:t>
            </a:r>
          </a:p>
        </p:txBody>
      </p:sp>
      <p:sp>
        <p:nvSpPr>
          <p:cNvPr id="31749"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5 Slayt Numarası Yer Tutucusu">
            <a:extLst>
              <a:ext uri="{FF2B5EF4-FFF2-40B4-BE49-F238E27FC236}">
                <a16:creationId xmlns:a16="http://schemas.microsoft.com/office/drawing/2014/main" id="{FA0E80D5-2D28-9136-75FA-2D8F5FE533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FED0AFF9-AAC1-422E-817B-AC1A852D38C4}" type="slidenum">
              <a:rPr lang="tr-TR" altLang="tr-TR" b="0" i="0"/>
              <a:pPr eaLnBrk="1" hangingPunct="1"/>
              <a:t>34</a:t>
            </a:fld>
            <a:endParaRPr lang="tr-TR" altLang="tr-TR" b="0" i="0"/>
          </a:p>
        </p:txBody>
      </p:sp>
      <p:sp>
        <p:nvSpPr>
          <p:cNvPr id="32771" name="Rectangle 2">
            <a:extLst>
              <a:ext uri="{FF2B5EF4-FFF2-40B4-BE49-F238E27FC236}">
                <a16:creationId xmlns:a16="http://schemas.microsoft.com/office/drawing/2014/main" id="{61DD940A-FE5D-E594-055A-E65490A504F6}"/>
              </a:ext>
            </a:extLst>
          </p:cNvPr>
          <p:cNvSpPr>
            <a:spLocks noGrp="1" noChangeArrowheads="1"/>
          </p:cNvSpPr>
          <p:nvPr>
            <p:ph type="title"/>
          </p:nvPr>
        </p:nvSpPr>
        <p:spPr/>
        <p:txBody>
          <a:bodyPr/>
          <a:lstStyle/>
          <a:p>
            <a:pPr eaLnBrk="1" hangingPunct="1"/>
            <a:r>
              <a:rPr kumimoji="0" lang="tr-TR" altLang="tr-TR" sz="3600" b="0" i="0" u="none" strike="noStrike" kern="0" cap="none" spc="0" normalizeH="0" baseline="0" noProof="0" dirty="0">
                <a:ln>
                  <a:noFill/>
                </a:ln>
                <a:solidFill>
                  <a:srgbClr val="00B050"/>
                </a:solidFill>
                <a:effectLst/>
                <a:uLnTx/>
                <a:uFillTx/>
                <a:latin typeface="Arial"/>
                <a:ea typeface="+mj-ea"/>
                <a:cs typeface="+mj-cs"/>
              </a:rPr>
              <a:t>Nominal Ölçek</a:t>
            </a:r>
            <a:endParaRPr lang="tr-TR" altLang="tr-TR" dirty="0"/>
          </a:p>
        </p:txBody>
      </p:sp>
      <p:sp>
        <p:nvSpPr>
          <p:cNvPr id="32772" name="Rectangle 3">
            <a:extLst>
              <a:ext uri="{FF2B5EF4-FFF2-40B4-BE49-F238E27FC236}">
                <a16:creationId xmlns:a16="http://schemas.microsoft.com/office/drawing/2014/main" id="{C9D21C06-E9CD-A67E-03D2-9143D140F45A}"/>
              </a:ext>
            </a:extLst>
          </p:cNvPr>
          <p:cNvSpPr>
            <a:spLocks noGrp="1" noChangeArrowheads="1"/>
          </p:cNvSpPr>
          <p:nvPr>
            <p:ph type="body" idx="1"/>
          </p:nvPr>
        </p:nvSpPr>
        <p:spPr>
          <a:xfrm>
            <a:off x="468313" y="1447800"/>
            <a:ext cx="8229600" cy="4953000"/>
          </a:xfrm>
        </p:spPr>
        <p:txBody>
          <a:bodyPr/>
          <a:lstStyle/>
          <a:p>
            <a:pPr eaLnBrk="1" hangingPunct="1">
              <a:lnSpc>
                <a:spcPct val="125000"/>
              </a:lnSpc>
            </a:pPr>
            <a:r>
              <a:rPr lang="tr-TR" altLang="tr-TR" sz="3000" dirty="0"/>
              <a:t>Örneğin, bir araştırmada katılımcılardan kaçının mezhep sorusuna </a:t>
            </a:r>
          </a:p>
          <a:p>
            <a:pPr eaLnBrk="1" hangingPunct="1">
              <a:lnSpc>
                <a:spcPct val="125000"/>
              </a:lnSpc>
              <a:buFontTx/>
              <a:buNone/>
            </a:pPr>
            <a:r>
              <a:rPr lang="tr-TR" altLang="tr-TR" sz="3000" dirty="0"/>
              <a:t>   Hanefî, </a:t>
            </a:r>
          </a:p>
          <a:p>
            <a:pPr eaLnBrk="1" hangingPunct="1">
              <a:lnSpc>
                <a:spcPct val="125000"/>
              </a:lnSpc>
              <a:buFontTx/>
              <a:buNone/>
            </a:pPr>
            <a:r>
              <a:rPr lang="tr-TR" altLang="tr-TR" sz="3000" dirty="0"/>
              <a:t>   Şâfiî ya da diğer </a:t>
            </a:r>
          </a:p>
          <a:p>
            <a:pPr eaLnBrk="1" hangingPunct="1">
              <a:lnSpc>
                <a:spcPct val="125000"/>
              </a:lnSpc>
              <a:buFontTx/>
              <a:buNone/>
            </a:pPr>
            <a:r>
              <a:rPr lang="tr-TR" altLang="tr-TR" sz="3000" dirty="0"/>
              <a:t>   cevabını verdiğini bilmek isteyebiliriz. </a:t>
            </a:r>
          </a:p>
          <a:p>
            <a:pPr eaLnBrk="1" hangingPunct="1">
              <a:lnSpc>
                <a:spcPct val="125000"/>
              </a:lnSpc>
            </a:pPr>
            <a:r>
              <a:rPr lang="tr-TR" altLang="tr-TR" sz="3000" dirty="0"/>
              <a:t> Bu tip veriler çoğu kez sayılan veriler, sıklık verileri, kategorik veriler olarak da adlandırılır.</a:t>
            </a:r>
          </a:p>
        </p:txBody>
      </p:sp>
      <p:sp>
        <p:nvSpPr>
          <p:cNvPr id="3277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5 Slayt Numarası Yer Tutucusu">
            <a:extLst>
              <a:ext uri="{FF2B5EF4-FFF2-40B4-BE49-F238E27FC236}">
                <a16:creationId xmlns:a16="http://schemas.microsoft.com/office/drawing/2014/main" id="{167DE4F5-CCE0-9004-FFD3-4D9421A11B5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EA1F87F0-B41F-4C2A-A499-619D4B14E622}" type="slidenum">
              <a:rPr lang="tr-TR" altLang="tr-TR" b="0" i="0"/>
              <a:pPr eaLnBrk="1" hangingPunct="1"/>
              <a:t>35</a:t>
            </a:fld>
            <a:endParaRPr lang="tr-TR" altLang="tr-TR" b="0" i="0"/>
          </a:p>
        </p:txBody>
      </p:sp>
      <p:sp>
        <p:nvSpPr>
          <p:cNvPr id="33795" name="Rectangle 2">
            <a:extLst>
              <a:ext uri="{FF2B5EF4-FFF2-40B4-BE49-F238E27FC236}">
                <a16:creationId xmlns:a16="http://schemas.microsoft.com/office/drawing/2014/main" id="{FBD01E4D-1E56-E219-95E0-AEB564F5375D}"/>
              </a:ext>
            </a:extLst>
          </p:cNvPr>
          <p:cNvSpPr>
            <a:spLocks noGrp="1" noChangeArrowheads="1"/>
          </p:cNvSpPr>
          <p:nvPr>
            <p:ph type="title"/>
          </p:nvPr>
        </p:nvSpPr>
        <p:spPr>
          <a:xfrm>
            <a:off x="457200" y="274639"/>
            <a:ext cx="8229600" cy="706136"/>
          </a:xfrm>
        </p:spPr>
        <p:txBody>
          <a:bodyPr/>
          <a:lstStyle/>
          <a:p>
            <a:pPr eaLnBrk="1" hangingPunct="1"/>
            <a:r>
              <a:rPr kumimoji="0" lang="tr-TR" altLang="tr-TR" sz="4400" b="1" i="0" u="none" strike="noStrike" kern="0" cap="none" spc="0" normalizeH="0" baseline="0" noProof="0">
                <a:ln>
                  <a:noFill/>
                </a:ln>
                <a:solidFill>
                  <a:srgbClr val="00B050"/>
                </a:solidFill>
                <a:effectLst/>
                <a:uLnTx/>
                <a:uFillTx/>
                <a:latin typeface="Arial"/>
                <a:ea typeface="+mj-ea"/>
                <a:cs typeface="+mj-cs"/>
              </a:rPr>
              <a:t>Ordinal (Sıralama) Ölçeği</a:t>
            </a:r>
            <a:endParaRPr lang="tr-TR" altLang="tr-TR" dirty="0"/>
          </a:p>
        </p:txBody>
      </p:sp>
      <p:sp>
        <p:nvSpPr>
          <p:cNvPr id="3" name="İçerik Yer Tutucusu 2">
            <a:extLst>
              <a:ext uri="{FF2B5EF4-FFF2-40B4-BE49-F238E27FC236}">
                <a16:creationId xmlns:a16="http://schemas.microsoft.com/office/drawing/2014/main" id="{5F55F5CC-97D3-9628-2736-B1367D3D86FE}"/>
              </a:ext>
            </a:extLst>
          </p:cNvPr>
          <p:cNvSpPr>
            <a:spLocks noGrp="1"/>
          </p:cNvSpPr>
          <p:nvPr>
            <p:ph idx="1"/>
          </p:nvPr>
        </p:nvSpPr>
        <p:spPr>
          <a:xfrm>
            <a:off x="271799" y="1177299"/>
            <a:ext cx="8229600" cy="5237592"/>
          </a:xfrm>
          <a:custGeom>
            <a:avLst/>
            <a:gdLst>
              <a:gd name="connsiteX0" fmla="*/ 0 w 8229600"/>
              <a:gd name="connsiteY0" fmla="*/ 0 h 5237592"/>
              <a:gd name="connsiteX1" fmla="*/ 603504 w 8229600"/>
              <a:gd name="connsiteY1" fmla="*/ 0 h 5237592"/>
              <a:gd name="connsiteX2" fmla="*/ 1042416 w 8229600"/>
              <a:gd name="connsiteY2" fmla="*/ 0 h 5237592"/>
              <a:gd name="connsiteX3" fmla="*/ 1892808 w 8229600"/>
              <a:gd name="connsiteY3" fmla="*/ 0 h 5237592"/>
              <a:gd name="connsiteX4" fmla="*/ 2496312 w 8229600"/>
              <a:gd name="connsiteY4" fmla="*/ 0 h 5237592"/>
              <a:gd name="connsiteX5" fmla="*/ 3099816 w 8229600"/>
              <a:gd name="connsiteY5" fmla="*/ 0 h 5237592"/>
              <a:gd name="connsiteX6" fmla="*/ 3950208 w 8229600"/>
              <a:gd name="connsiteY6" fmla="*/ 0 h 5237592"/>
              <a:gd name="connsiteX7" fmla="*/ 4471416 w 8229600"/>
              <a:gd name="connsiteY7" fmla="*/ 0 h 5237592"/>
              <a:gd name="connsiteX8" fmla="*/ 5321808 w 8229600"/>
              <a:gd name="connsiteY8" fmla="*/ 0 h 5237592"/>
              <a:gd name="connsiteX9" fmla="*/ 6172200 w 8229600"/>
              <a:gd name="connsiteY9" fmla="*/ 0 h 5237592"/>
              <a:gd name="connsiteX10" fmla="*/ 6858000 w 8229600"/>
              <a:gd name="connsiteY10" fmla="*/ 0 h 5237592"/>
              <a:gd name="connsiteX11" fmla="*/ 8229600 w 8229600"/>
              <a:gd name="connsiteY11" fmla="*/ 0 h 5237592"/>
              <a:gd name="connsiteX12" fmla="*/ 8229600 w 8229600"/>
              <a:gd name="connsiteY12" fmla="*/ 602323 h 5237592"/>
              <a:gd name="connsiteX13" fmla="*/ 8229600 w 8229600"/>
              <a:gd name="connsiteY13" fmla="*/ 1099894 h 5237592"/>
              <a:gd name="connsiteX14" fmla="*/ 8229600 w 8229600"/>
              <a:gd name="connsiteY14" fmla="*/ 1754593 h 5237592"/>
              <a:gd name="connsiteX15" fmla="*/ 8229600 w 8229600"/>
              <a:gd name="connsiteY15" fmla="*/ 2409292 h 5237592"/>
              <a:gd name="connsiteX16" fmla="*/ 8229600 w 8229600"/>
              <a:gd name="connsiteY16" fmla="*/ 3063991 h 5237592"/>
              <a:gd name="connsiteX17" fmla="*/ 8229600 w 8229600"/>
              <a:gd name="connsiteY17" fmla="*/ 3771066 h 5237592"/>
              <a:gd name="connsiteX18" fmla="*/ 8229600 w 8229600"/>
              <a:gd name="connsiteY18" fmla="*/ 4478141 h 5237592"/>
              <a:gd name="connsiteX19" fmla="*/ 8229600 w 8229600"/>
              <a:gd name="connsiteY19" fmla="*/ 5237592 h 5237592"/>
              <a:gd name="connsiteX20" fmla="*/ 7790688 w 8229600"/>
              <a:gd name="connsiteY20" fmla="*/ 5237592 h 5237592"/>
              <a:gd name="connsiteX21" fmla="*/ 6940296 w 8229600"/>
              <a:gd name="connsiteY21" fmla="*/ 5237592 h 5237592"/>
              <a:gd name="connsiteX22" fmla="*/ 6254496 w 8229600"/>
              <a:gd name="connsiteY22" fmla="*/ 5237592 h 5237592"/>
              <a:gd name="connsiteX23" fmla="*/ 5733288 w 8229600"/>
              <a:gd name="connsiteY23" fmla="*/ 5237592 h 5237592"/>
              <a:gd name="connsiteX24" fmla="*/ 5047488 w 8229600"/>
              <a:gd name="connsiteY24" fmla="*/ 5237592 h 5237592"/>
              <a:gd name="connsiteX25" fmla="*/ 4608576 w 8229600"/>
              <a:gd name="connsiteY25" fmla="*/ 5237592 h 5237592"/>
              <a:gd name="connsiteX26" fmla="*/ 4169664 w 8229600"/>
              <a:gd name="connsiteY26" fmla="*/ 5237592 h 5237592"/>
              <a:gd name="connsiteX27" fmla="*/ 3483864 w 8229600"/>
              <a:gd name="connsiteY27" fmla="*/ 5237592 h 5237592"/>
              <a:gd name="connsiteX28" fmla="*/ 2962656 w 8229600"/>
              <a:gd name="connsiteY28" fmla="*/ 5237592 h 5237592"/>
              <a:gd name="connsiteX29" fmla="*/ 2194560 w 8229600"/>
              <a:gd name="connsiteY29" fmla="*/ 5237592 h 5237592"/>
              <a:gd name="connsiteX30" fmla="*/ 1673352 w 8229600"/>
              <a:gd name="connsiteY30" fmla="*/ 5237592 h 5237592"/>
              <a:gd name="connsiteX31" fmla="*/ 905256 w 8229600"/>
              <a:gd name="connsiteY31" fmla="*/ 5237592 h 5237592"/>
              <a:gd name="connsiteX32" fmla="*/ 0 w 8229600"/>
              <a:gd name="connsiteY32" fmla="*/ 5237592 h 5237592"/>
              <a:gd name="connsiteX33" fmla="*/ 0 w 8229600"/>
              <a:gd name="connsiteY33" fmla="*/ 4530517 h 5237592"/>
              <a:gd name="connsiteX34" fmla="*/ 0 w 8229600"/>
              <a:gd name="connsiteY34" fmla="*/ 3823442 h 5237592"/>
              <a:gd name="connsiteX35" fmla="*/ 0 w 8229600"/>
              <a:gd name="connsiteY35" fmla="*/ 3063991 h 5237592"/>
              <a:gd name="connsiteX36" fmla="*/ 0 w 8229600"/>
              <a:gd name="connsiteY36" fmla="*/ 2461668 h 5237592"/>
              <a:gd name="connsiteX37" fmla="*/ 0 w 8229600"/>
              <a:gd name="connsiteY37" fmla="*/ 1702217 h 5237592"/>
              <a:gd name="connsiteX38" fmla="*/ 0 w 8229600"/>
              <a:gd name="connsiteY38" fmla="*/ 1152270 h 5237592"/>
              <a:gd name="connsiteX39" fmla="*/ 0 w 8229600"/>
              <a:gd name="connsiteY39" fmla="*/ 654699 h 5237592"/>
              <a:gd name="connsiteX40" fmla="*/ 0 w 8229600"/>
              <a:gd name="connsiteY40" fmla="*/ 0 h 5237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8229600" h="5237592" extrusionOk="0">
                <a:moveTo>
                  <a:pt x="0" y="0"/>
                </a:moveTo>
                <a:cubicBezTo>
                  <a:pt x="238636" y="12810"/>
                  <a:pt x="403200" y="19506"/>
                  <a:pt x="603504" y="0"/>
                </a:cubicBezTo>
                <a:cubicBezTo>
                  <a:pt x="803808" y="-19506"/>
                  <a:pt x="940326" y="6751"/>
                  <a:pt x="1042416" y="0"/>
                </a:cubicBezTo>
                <a:cubicBezTo>
                  <a:pt x="1144506" y="-6751"/>
                  <a:pt x="1471412" y="-17041"/>
                  <a:pt x="1892808" y="0"/>
                </a:cubicBezTo>
                <a:cubicBezTo>
                  <a:pt x="2314204" y="17041"/>
                  <a:pt x="2314667" y="-22383"/>
                  <a:pt x="2496312" y="0"/>
                </a:cubicBezTo>
                <a:cubicBezTo>
                  <a:pt x="2677957" y="22383"/>
                  <a:pt x="2860124" y="19703"/>
                  <a:pt x="3099816" y="0"/>
                </a:cubicBezTo>
                <a:cubicBezTo>
                  <a:pt x="3339508" y="-19703"/>
                  <a:pt x="3691028" y="38211"/>
                  <a:pt x="3950208" y="0"/>
                </a:cubicBezTo>
                <a:cubicBezTo>
                  <a:pt x="4209388" y="-38211"/>
                  <a:pt x="4331939" y="-4131"/>
                  <a:pt x="4471416" y="0"/>
                </a:cubicBezTo>
                <a:cubicBezTo>
                  <a:pt x="4610893" y="4131"/>
                  <a:pt x="4904535" y="-11458"/>
                  <a:pt x="5321808" y="0"/>
                </a:cubicBezTo>
                <a:cubicBezTo>
                  <a:pt x="5739081" y="11458"/>
                  <a:pt x="5901047" y="11198"/>
                  <a:pt x="6172200" y="0"/>
                </a:cubicBezTo>
                <a:cubicBezTo>
                  <a:pt x="6443353" y="-11198"/>
                  <a:pt x="6640797" y="-28229"/>
                  <a:pt x="6858000" y="0"/>
                </a:cubicBezTo>
                <a:cubicBezTo>
                  <a:pt x="7075203" y="28229"/>
                  <a:pt x="7858682" y="7689"/>
                  <a:pt x="8229600" y="0"/>
                </a:cubicBezTo>
                <a:cubicBezTo>
                  <a:pt x="8232626" y="137022"/>
                  <a:pt x="8223761" y="373893"/>
                  <a:pt x="8229600" y="602323"/>
                </a:cubicBezTo>
                <a:cubicBezTo>
                  <a:pt x="8235439" y="830753"/>
                  <a:pt x="8207096" y="875206"/>
                  <a:pt x="8229600" y="1099894"/>
                </a:cubicBezTo>
                <a:cubicBezTo>
                  <a:pt x="8252104" y="1324582"/>
                  <a:pt x="8220504" y="1539435"/>
                  <a:pt x="8229600" y="1754593"/>
                </a:cubicBezTo>
                <a:cubicBezTo>
                  <a:pt x="8238696" y="1969751"/>
                  <a:pt x="8200296" y="2258088"/>
                  <a:pt x="8229600" y="2409292"/>
                </a:cubicBezTo>
                <a:cubicBezTo>
                  <a:pt x="8258904" y="2560496"/>
                  <a:pt x="8224859" y="2864438"/>
                  <a:pt x="8229600" y="3063991"/>
                </a:cubicBezTo>
                <a:cubicBezTo>
                  <a:pt x="8234341" y="3263544"/>
                  <a:pt x="8196915" y="3460625"/>
                  <a:pt x="8229600" y="3771066"/>
                </a:cubicBezTo>
                <a:cubicBezTo>
                  <a:pt x="8262285" y="4081508"/>
                  <a:pt x="8233997" y="4270542"/>
                  <a:pt x="8229600" y="4478141"/>
                </a:cubicBezTo>
                <a:cubicBezTo>
                  <a:pt x="8225203" y="4685740"/>
                  <a:pt x="8201735" y="5009723"/>
                  <a:pt x="8229600" y="5237592"/>
                </a:cubicBezTo>
                <a:cubicBezTo>
                  <a:pt x="8101514" y="5254257"/>
                  <a:pt x="7880165" y="5236265"/>
                  <a:pt x="7790688" y="5237592"/>
                </a:cubicBezTo>
                <a:cubicBezTo>
                  <a:pt x="7701211" y="5238919"/>
                  <a:pt x="7360980" y="5257966"/>
                  <a:pt x="6940296" y="5237592"/>
                </a:cubicBezTo>
                <a:cubicBezTo>
                  <a:pt x="6519612" y="5217218"/>
                  <a:pt x="6591969" y="5259715"/>
                  <a:pt x="6254496" y="5237592"/>
                </a:cubicBezTo>
                <a:cubicBezTo>
                  <a:pt x="5917023" y="5215469"/>
                  <a:pt x="5865423" y="5259189"/>
                  <a:pt x="5733288" y="5237592"/>
                </a:cubicBezTo>
                <a:cubicBezTo>
                  <a:pt x="5601153" y="5215995"/>
                  <a:pt x="5322786" y="5257048"/>
                  <a:pt x="5047488" y="5237592"/>
                </a:cubicBezTo>
                <a:cubicBezTo>
                  <a:pt x="4772190" y="5218136"/>
                  <a:pt x="4725585" y="5242090"/>
                  <a:pt x="4608576" y="5237592"/>
                </a:cubicBezTo>
                <a:cubicBezTo>
                  <a:pt x="4491567" y="5233094"/>
                  <a:pt x="4385249" y="5233000"/>
                  <a:pt x="4169664" y="5237592"/>
                </a:cubicBezTo>
                <a:cubicBezTo>
                  <a:pt x="3954079" y="5242184"/>
                  <a:pt x="3774272" y="5236514"/>
                  <a:pt x="3483864" y="5237592"/>
                </a:cubicBezTo>
                <a:cubicBezTo>
                  <a:pt x="3193456" y="5238670"/>
                  <a:pt x="3199780" y="5224721"/>
                  <a:pt x="2962656" y="5237592"/>
                </a:cubicBezTo>
                <a:cubicBezTo>
                  <a:pt x="2725532" y="5250463"/>
                  <a:pt x="2569607" y="5272159"/>
                  <a:pt x="2194560" y="5237592"/>
                </a:cubicBezTo>
                <a:cubicBezTo>
                  <a:pt x="1819513" y="5203025"/>
                  <a:pt x="1902393" y="5251030"/>
                  <a:pt x="1673352" y="5237592"/>
                </a:cubicBezTo>
                <a:cubicBezTo>
                  <a:pt x="1444311" y="5224154"/>
                  <a:pt x="1080671" y="5222332"/>
                  <a:pt x="905256" y="5237592"/>
                </a:cubicBezTo>
                <a:cubicBezTo>
                  <a:pt x="729841" y="5252852"/>
                  <a:pt x="430054" y="5202858"/>
                  <a:pt x="0" y="5237592"/>
                </a:cubicBezTo>
                <a:cubicBezTo>
                  <a:pt x="-29762" y="4903041"/>
                  <a:pt x="26805" y="4858142"/>
                  <a:pt x="0" y="4530517"/>
                </a:cubicBezTo>
                <a:cubicBezTo>
                  <a:pt x="-26805" y="4202893"/>
                  <a:pt x="-9220" y="4084511"/>
                  <a:pt x="0" y="3823442"/>
                </a:cubicBezTo>
                <a:cubicBezTo>
                  <a:pt x="9220" y="3562373"/>
                  <a:pt x="-11037" y="3362257"/>
                  <a:pt x="0" y="3063991"/>
                </a:cubicBezTo>
                <a:cubicBezTo>
                  <a:pt x="11037" y="2765725"/>
                  <a:pt x="5299" y="2596258"/>
                  <a:pt x="0" y="2461668"/>
                </a:cubicBezTo>
                <a:cubicBezTo>
                  <a:pt x="-5299" y="2327078"/>
                  <a:pt x="-12697" y="2073289"/>
                  <a:pt x="0" y="1702217"/>
                </a:cubicBezTo>
                <a:cubicBezTo>
                  <a:pt x="12697" y="1331145"/>
                  <a:pt x="-10918" y="1372356"/>
                  <a:pt x="0" y="1152270"/>
                </a:cubicBezTo>
                <a:cubicBezTo>
                  <a:pt x="10918" y="932184"/>
                  <a:pt x="4003" y="844613"/>
                  <a:pt x="0" y="654699"/>
                </a:cubicBezTo>
                <a:cubicBezTo>
                  <a:pt x="-4003" y="464785"/>
                  <a:pt x="-22376" y="280502"/>
                  <a:pt x="0" y="0"/>
                </a:cubicBezTo>
                <a:close/>
              </a:path>
            </a:pathLst>
          </a:custGeom>
          <a:ln w="28575">
            <a:extLst>
              <a:ext uri="{C807C97D-BFC1-408E-A445-0C87EB9F89A2}">
                <ask:lineSketchStyleProps xmlns:ask="http://schemas.microsoft.com/office/drawing/2018/sketchyshapes" sd="1219033472">
                  <ask:type>
                    <ask:lineSketchFreehand/>
                  </ask:type>
                </ask:lineSketchStyleProps>
              </a:ext>
            </a:extLst>
          </a:ln>
        </p:spPr>
        <p:txBody>
          <a:bodyPr/>
          <a:lstStyle/>
          <a:p>
            <a:pPr algn="justLow">
              <a:lnSpc>
                <a:spcPct val="150000"/>
              </a:lnSpc>
            </a:pPr>
            <a:r>
              <a:rPr lang="tr-TR" sz="3000" dirty="0" err="1"/>
              <a:t>Ordinal</a:t>
            </a:r>
            <a:r>
              <a:rPr lang="tr-TR" sz="3000" dirty="0"/>
              <a:t> (Sıralama) Ölçeği, verilerin belirli bir sıraya ya da düzene göre sıralandığı ölçektir. Ancak bu sıralamada, iki veri noktası arasındaki farkların büyüklüğü ya da anlamı bilinmez veya önemsenmez. Sadece verilerin birbirine göre sıralaması dikkate alınır. </a:t>
            </a:r>
          </a:p>
        </p:txBody>
      </p:sp>
      <p:sp>
        <p:nvSpPr>
          <p:cNvPr id="33796"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5EEBD05-4DBC-580C-953B-105DD210D995}"/>
              </a:ext>
            </a:extLst>
          </p:cNvPr>
          <p:cNvSpPr>
            <a:spLocks noGrp="1"/>
          </p:cNvSpPr>
          <p:nvPr>
            <p:ph type="title"/>
          </p:nvPr>
        </p:nvSpPr>
        <p:spPr>
          <a:xfrm>
            <a:off x="457200" y="136525"/>
            <a:ext cx="8229600" cy="865581"/>
          </a:xfrm>
        </p:spPr>
        <p:txBody>
          <a:bodyPr/>
          <a:lstStyle/>
          <a:p>
            <a:r>
              <a:rPr kumimoji="0" lang="tr-TR" altLang="tr-TR" sz="3200" b="1" i="0" u="none" strike="noStrike" kern="0" cap="none" spc="0" normalizeH="0" baseline="0" noProof="0" dirty="0" err="1">
                <a:ln>
                  <a:noFill/>
                </a:ln>
                <a:solidFill>
                  <a:srgbClr val="00B050"/>
                </a:solidFill>
                <a:effectLst/>
                <a:uLnTx/>
                <a:uFillTx/>
                <a:latin typeface="Arial"/>
                <a:ea typeface="+mj-ea"/>
                <a:cs typeface="+mj-cs"/>
              </a:rPr>
              <a:t>Ordinal</a:t>
            </a:r>
            <a:r>
              <a:rPr kumimoji="0" lang="tr-TR" altLang="tr-TR" sz="3200" b="1" i="0" u="none" strike="noStrike" kern="0" cap="none" spc="0" normalizeH="0" baseline="0" noProof="0" dirty="0">
                <a:ln>
                  <a:noFill/>
                </a:ln>
                <a:solidFill>
                  <a:srgbClr val="00B050"/>
                </a:solidFill>
                <a:effectLst/>
                <a:uLnTx/>
                <a:uFillTx/>
                <a:latin typeface="Arial"/>
                <a:ea typeface="+mj-ea"/>
                <a:cs typeface="+mj-cs"/>
              </a:rPr>
              <a:t> (Sıralama) Ölçeği</a:t>
            </a:r>
            <a:endParaRPr lang="tr-TR" dirty="0"/>
          </a:p>
        </p:txBody>
      </p:sp>
      <p:sp>
        <p:nvSpPr>
          <p:cNvPr id="3" name="İçerik Yer Tutucusu 2">
            <a:extLst>
              <a:ext uri="{FF2B5EF4-FFF2-40B4-BE49-F238E27FC236}">
                <a16:creationId xmlns:a16="http://schemas.microsoft.com/office/drawing/2014/main" id="{6BD88D95-B9A5-CE1B-E0CF-D31FC0C8F580}"/>
              </a:ext>
            </a:extLst>
          </p:cNvPr>
          <p:cNvSpPr>
            <a:spLocks noGrp="1"/>
          </p:cNvSpPr>
          <p:nvPr>
            <p:ph idx="1"/>
          </p:nvPr>
        </p:nvSpPr>
        <p:spPr>
          <a:xfrm>
            <a:off x="457200" y="871388"/>
            <a:ext cx="8229600" cy="5254776"/>
          </a:xfrm>
        </p:spPr>
        <p:txBody>
          <a:bodyPr/>
          <a:lstStyle/>
          <a:p>
            <a:pPr algn="justLow"/>
            <a:r>
              <a:rPr lang="tr-TR" dirty="0"/>
              <a:t>Eğitim Düzeyi: İlkokul, Ortaokul, Lise, Üniversite </a:t>
            </a:r>
            <a:r>
              <a:rPr lang="tr-TR" sz="2800" dirty="0">
                <a:solidFill>
                  <a:schemeClr val="tx1">
                    <a:lumMod val="75000"/>
                    <a:lumOff val="25000"/>
                  </a:schemeClr>
                </a:solidFill>
              </a:rPr>
              <a:t>(Burada bir sıralama vardır ancak aralarındaki fark net bir ölçüyle ifade edilmez.)</a:t>
            </a:r>
          </a:p>
          <a:p>
            <a:pPr algn="justLow"/>
            <a:r>
              <a:rPr lang="tr-TR" dirty="0"/>
              <a:t>Namaz Kılma Sıklığı: Hiç, Bazen, Düzenli</a:t>
            </a:r>
          </a:p>
          <a:p>
            <a:pPr algn="justLow"/>
            <a:r>
              <a:rPr lang="tr-TR" dirty="0"/>
              <a:t>Yarış Sonuçları: 1., 2., 3.</a:t>
            </a:r>
          </a:p>
          <a:p>
            <a:pPr algn="justLow"/>
            <a:r>
              <a:rPr lang="tr-TR" sz="2800" dirty="0">
                <a:solidFill>
                  <a:schemeClr val="bg1">
                    <a:lumMod val="25000"/>
                  </a:schemeClr>
                </a:solidFill>
              </a:rPr>
              <a:t> (Sıralama vardır ama aralarındaki süre farkları belirtilmemiştir.)Bu tür veriler sıralanabilir ama farkları karşılaştırmak anlamlı değildir.</a:t>
            </a:r>
          </a:p>
        </p:txBody>
      </p:sp>
      <p:sp>
        <p:nvSpPr>
          <p:cNvPr id="4" name="Slayt Numarası Yer Tutucusu 3">
            <a:extLst>
              <a:ext uri="{FF2B5EF4-FFF2-40B4-BE49-F238E27FC236}">
                <a16:creationId xmlns:a16="http://schemas.microsoft.com/office/drawing/2014/main" id="{6E4C571A-27F7-D410-9390-47B8F24735BA}"/>
              </a:ext>
            </a:extLst>
          </p:cNvPr>
          <p:cNvSpPr>
            <a:spLocks noGrp="1"/>
          </p:cNvSpPr>
          <p:nvPr>
            <p:ph type="sldNum" sz="quarter" idx="12"/>
          </p:nvPr>
        </p:nvSpPr>
        <p:spPr/>
        <p:txBody>
          <a:bodyPr/>
          <a:lstStyle/>
          <a:p>
            <a:fld id="{6BC5DA73-736E-4ED6-8DA0-FF88BC6D34C4}" type="slidenum">
              <a:rPr lang="tr-TR" altLang="tr-TR" smtClean="0"/>
              <a:pPr/>
              <a:t>36</a:t>
            </a:fld>
            <a:endParaRPr lang="tr-TR" altLang="tr-TR"/>
          </a:p>
        </p:txBody>
      </p:sp>
      <p:sp>
        <p:nvSpPr>
          <p:cNvPr id="5"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extLst>
      <p:ext uri="{BB962C8B-B14F-4D97-AF65-F5344CB8AC3E}">
        <p14:creationId xmlns:p14="http://schemas.microsoft.com/office/powerpoint/2010/main" val="32136964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5 Slayt Numarası Yer Tutucusu">
            <a:extLst>
              <a:ext uri="{FF2B5EF4-FFF2-40B4-BE49-F238E27FC236}">
                <a16:creationId xmlns:a16="http://schemas.microsoft.com/office/drawing/2014/main" id="{ECF53F9A-E35A-E41E-FE75-B93BC495A0F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5A37BCDE-B6E3-4905-838B-E5E0FDCFA6E9}" type="slidenum">
              <a:rPr lang="tr-TR" altLang="tr-TR" b="0" i="0"/>
              <a:pPr eaLnBrk="1" hangingPunct="1"/>
              <a:t>37</a:t>
            </a:fld>
            <a:endParaRPr lang="tr-TR" altLang="tr-TR" b="0" i="0"/>
          </a:p>
        </p:txBody>
      </p:sp>
      <p:sp>
        <p:nvSpPr>
          <p:cNvPr id="35843" name="Rectangle 2">
            <a:extLst>
              <a:ext uri="{FF2B5EF4-FFF2-40B4-BE49-F238E27FC236}">
                <a16:creationId xmlns:a16="http://schemas.microsoft.com/office/drawing/2014/main" id="{620024FD-D18C-67E7-9E4F-DD7519246193}"/>
              </a:ext>
            </a:extLst>
          </p:cNvPr>
          <p:cNvSpPr>
            <a:spLocks noGrp="1" noChangeArrowheads="1"/>
          </p:cNvSpPr>
          <p:nvPr>
            <p:ph type="title"/>
          </p:nvPr>
        </p:nvSpPr>
        <p:spPr>
          <a:xfrm>
            <a:off x="339687" y="381000"/>
            <a:ext cx="8229600" cy="1004887"/>
          </a:xfrm>
        </p:spPr>
        <p:txBody>
          <a:bodyPr/>
          <a:lstStyle/>
          <a:p>
            <a:pPr eaLnBrk="1" hangingPunct="1"/>
            <a:r>
              <a:rPr lang="tr-TR" altLang="tr-TR" sz="3200" b="1" dirty="0">
                <a:solidFill>
                  <a:srgbClr val="00B050"/>
                </a:solidFill>
              </a:rPr>
              <a:t>Ordinal (Sıralama) Ölçeği</a:t>
            </a:r>
            <a:endParaRPr lang="tr-TR" altLang="tr-TR" sz="3200" dirty="0">
              <a:solidFill>
                <a:srgbClr val="00B050"/>
              </a:solidFill>
            </a:endParaRPr>
          </a:p>
        </p:txBody>
      </p:sp>
      <p:sp>
        <p:nvSpPr>
          <p:cNvPr id="35844" name="Rectangle 3">
            <a:extLst>
              <a:ext uri="{FF2B5EF4-FFF2-40B4-BE49-F238E27FC236}">
                <a16:creationId xmlns:a16="http://schemas.microsoft.com/office/drawing/2014/main" id="{F47848F9-B254-4114-A9BE-029BA62EBC6D}"/>
              </a:ext>
            </a:extLst>
          </p:cNvPr>
          <p:cNvSpPr>
            <a:spLocks noGrp="1" noChangeArrowheads="1"/>
          </p:cNvSpPr>
          <p:nvPr>
            <p:ph type="body" idx="1"/>
          </p:nvPr>
        </p:nvSpPr>
        <p:spPr>
          <a:xfrm>
            <a:off x="304800" y="1524000"/>
            <a:ext cx="8393113" cy="4953000"/>
          </a:xfrm>
        </p:spPr>
        <p:txBody>
          <a:bodyPr/>
          <a:lstStyle/>
          <a:p>
            <a:pPr algn="just" eaLnBrk="1" hangingPunct="1">
              <a:lnSpc>
                <a:spcPct val="125000"/>
              </a:lnSpc>
              <a:buFontTx/>
              <a:buNone/>
            </a:pPr>
            <a:r>
              <a:rPr lang="tr-TR" altLang="tr-TR" sz="3500"/>
              <a:t>   </a:t>
            </a:r>
            <a:r>
              <a:rPr lang="tr-TR" altLang="tr-TR" sz="3000"/>
              <a:t>Eğer n adet eşya ve olayı belirli özelliklerine göre sıraya koysak, </a:t>
            </a:r>
          </a:p>
          <a:p>
            <a:pPr algn="just" eaLnBrk="1" hangingPunct="1">
              <a:lnSpc>
                <a:spcPct val="125000"/>
              </a:lnSpc>
              <a:buFontTx/>
              <a:buNone/>
            </a:pPr>
            <a:r>
              <a:rPr lang="tr-TR" altLang="tr-TR" sz="3000"/>
              <a:t>   1 rakamı üzerinde durulan özelliğin en zayıf olduğu şeyi gösterirken;  </a:t>
            </a:r>
          </a:p>
          <a:p>
            <a:pPr algn="just" eaLnBrk="1" hangingPunct="1">
              <a:lnSpc>
                <a:spcPct val="125000"/>
              </a:lnSpc>
              <a:buFontTx/>
              <a:buNone/>
            </a:pPr>
            <a:r>
              <a:rPr lang="tr-TR" altLang="tr-TR" sz="3000"/>
              <a:t>   2 rakamı, söz konusu özelliğin 1 rakamı ile ifade edilenden biraz daha fazla, fakat 3,4,… numaraları ile ifade edilenden az olduğunu gösterir.</a:t>
            </a:r>
          </a:p>
        </p:txBody>
      </p:sp>
      <p:sp>
        <p:nvSpPr>
          <p:cNvPr id="35845"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5 Slayt Numarası Yer Tutucusu">
            <a:extLst>
              <a:ext uri="{FF2B5EF4-FFF2-40B4-BE49-F238E27FC236}">
                <a16:creationId xmlns:a16="http://schemas.microsoft.com/office/drawing/2014/main" id="{17E5574D-68C3-3220-6951-F0782702ACA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487CC57F-74C2-4852-B048-44BB4156DB1F}" type="slidenum">
              <a:rPr lang="tr-TR" altLang="tr-TR" b="0" i="0"/>
              <a:pPr eaLnBrk="1" hangingPunct="1"/>
              <a:t>38</a:t>
            </a:fld>
            <a:endParaRPr lang="tr-TR" altLang="tr-TR" b="0" i="0"/>
          </a:p>
        </p:txBody>
      </p:sp>
      <p:sp>
        <p:nvSpPr>
          <p:cNvPr id="36867" name="Rectangle 2">
            <a:extLst>
              <a:ext uri="{FF2B5EF4-FFF2-40B4-BE49-F238E27FC236}">
                <a16:creationId xmlns:a16="http://schemas.microsoft.com/office/drawing/2014/main" id="{369E0D47-6AB1-12E8-720C-7F03A41C22F9}"/>
              </a:ext>
            </a:extLst>
          </p:cNvPr>
          <p:cNvSpPr>
            <a:spLocks noGrp="1" noChangeArrowheads="1"/>
          </p:cNvSpPr>
          <p:nvPr>
            <p:ph type="title"/>
          </p:nvPr>
        </p:nvSpPr>
        <p:spPr>
          <a:xfrm>
            <a:off x="457200" y="274638"/>
            <a:ext cx="8229600" cy="944562"/>
          </a:xfrm>
        </p:spPr>
        <p:txBody>
          <a:bodyPr/>
          <a:lstStyle/>
          <a:p>
            <a:pPr eaLnBrk="1" hangingPunct="1"/>
            <a:r>
              <a:rPr lang="tr-TR" altLang="tr-TR" sz="3200" b="1" dirty="0">
                <a:solidFill>
                  <a:srgbClr val="00B050"/>
                </a:solidFill>
              </a:rPr>
              <a:t>Ordinal (Sıralama) Ölçeği</a:t>
            </a:r>
            <a:endParaRPr lang="tr-TR" altLang="tr-TR" sz="3200" dirty="0">
              <a:solidFill>
                <a:srgbClr val="00B050"/>
              </a:solidFill>
            </a:endParaRPr>
          </a:p>
        </p:txBody>
      </p:sp>
      <p:sp>
        <p:nvSpPr>
          <p:cNvPr id="36868" name="Rectangle 3">
            <a:extLst>
              <a:ext uri="{FF2B5EF4-FFF2-40B4-BE49-F238E27FC236}">
                <a16:creationId xmlns:a16="http://schemas.microsoft.com/office/drawing/2014/main" id="{9C3195F8-7CC3-EBFE-21D0-7108D7A96474}"/>
              </a:ext>
            </a:extLst>
          </p:cNvPr>
          <p:cNvSpPr>
            <a:spLocks noGrp="1" noChangeArrowheads="1"/>
          </p:cNvSpPr>
          <p:nvPr>
            <p:ph type="body" idx="1"/>
          </p:nvPr>
        </p:nvSpPr>
        <p:spPr>
          <a:xfrm>
            <a:off x="304800" y="1219200"/>
            <a:ext cx="8458200" cy="5026025"/>
          </a:xfrm>
        </p:spPr>
        <p:txBody>
          <a:bodyPr/>
          <a:lstStyle/>
          <a:p>
            <a:pPr algn="just" eaLnBrk="1" hangingPunct="1">
              <a:lnSpc>
                <a:spcPct val="125000"/>
              </a:lnSpc>
            </a:pPr>
            <a:r>
              <a:rPr lang="tr-TR" altLang="tr-TR" sz="2600" dirty="0"/>
              <a:t>Sıra değerleri arasındaki </a:t>
            </a:r>
            <a:r>
              <a:rPr lang="tr-TR" altLang="tr-TR" sz="2600" b="1" dirty="0">
                <a:solidFill>
                  <a:schemeClr val="accent2"/>
                </a:solidFill>
              </a:rPr>
              <a:t>derece farkının eşit olması</a:t>
            </a:r>
            <a:r>
              <a:rPr lang="tr-TR" altLang="tr-TR" sz="2600" dirty="0"/>
              <a:t> </a:t>
            </a:r>
            <a:r>
              <a:rPr lang="tr-TR" altLang="tr-TR" sz="2600" b="1" dirty="0">
                <a:solidFill>
                  <a:schemeClr val="accent2"/>
                </a:solidFill>
              </a:rPr>
              <a:t>şart değildir.</a:t>
            </a:r>
            <a:r>
              <a:rPr lang="tr-TR" altLang="tr-TR" sz="2600" dirty="0"/>
              <a:t> </a:t>
            </a:r>
          </a:p>
          <a:p>
            <a:pPr algn="just" eaLnBrk="1" hangingPunct="1">
              <a:lnSpc>
                <a:spcPct val="125000"/>
              </a:lnSpc>
            </a:pPr>
            <a:r>
              <a:rPr lang="tr-TR" altLang="tr-TR" sz="2600" dirty="0"/>
              <a:t>Örneğin, belirli bir sınava giren öğrenciler söz konusu sınavı tamamlama zamanlarına göre birinci, ikinci, üçüncü şeklinde sıralanabilir. </a:t>
            </a:r>
          </a:p>
          <a:p>
            <a:pPr algn="just" eaLnBrk="1" hangingPunct="1">
              <a:lnSpc>
                <a:spcPct val="125000"/>
              </a:lnSpc>
            </a:pPr>
            <a:r>
              <a:rPr lang="tr-TR" altLang="tr-TR" sz="2600" dirty="0"/>
              <a:t>Bununla birlikte bu sınavı tamamlama bakımından birinci ve ikinci öğrenci arasında geçen sürenin ikinci ve üçüncü arasında </a:t>
            </a:r>
            <a:r>
              <a:rPr lang="tr-TR" altLang="tr-TR" sz="2600" dirty="0" err="1"/>
              <a:t>arasında</a:t>
            </a:r>
            <a:r>
              <a:rPr lang="tr-TR" altLang="tr-TR" sz="2600" dirty="0"/>
              <a:t> geçen süreye eşit olması beklenemez.</a:t>
            </a:r>
          </a:p>
        </p:txBody>
      </p:sp>
      <p:sp>
        <p:nvSpPr>
          <p:cNvPr id="36869"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5 Slayt Numarası Yer Tutucusu">
            <a:extLst>
              <a:ext uri="{FF2B5EF4-FFF2-40B4-BE49-F238E27FC236}">
                <a16:creationId xmlns:a16="http://schemas.microsoft.com/office/drawing/2014/main" id="{7287C03A-63EA-FE1B-28F1-AAB77F8C145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EF8DF84F-D54A-4091-90E9-74EC7880FFC1}" type="slidenum">
              <a:rPr lang="tr-TR" altLang="tr-TR" b="0" i="0"/>
              <a:pPr eaLnBrk="1" hangingPunct="1"/>
              <a:t>39</a:t>
            </a:fld>
            <a:endParaRPr lang="tr-TR" altLang="tr-TR" b="0" i="0"/>
          </a:p>
        </p:txBody>
      </p:sp>
      <p:sp>
        <p:nvSpPr>
          <p:cNvPr id="37891" name="Rectangle 2">
            <a:extLst>
              <a:ext uri="{FF2B5EF4-FFF2-40B4-BE49-F238E27FC236}">
                <a16:creationId xmlns:a16="http://schemas.microsoft.com/office/drawing/2014/main" id="{3DF08859-35C7-192C-5044-9DEB86ED9A21}"/>
              </a:ext>
            </a:extLst>
          </p:cNvPr>
          <p:cNvSpPr>
            <a:spLocks noGrp="1" noChangeArrowheads="1"/>
          </p:cNvSpPr>
          <p:nvPr>
            <p:ph type="title"/>
          </p:nvPr>
        </p:nvSpPr>
        <p:spPr>
          <a:xfrm>
            <a:off x="457200" y="274638"/>
            <a:ext cx="8229600" cy="944562"/>
          </a:xfrm>
        </p:spPr>
        <p:txBody>
          <a:bodyPr/>
          <a:lstStyle/>
          <a:p>
            <a:pPr eaLnBrk="1" hangingPunct="1"/>
            <a:r>
              <a:rPr lang="tr-TR" altLang="tr-TR" sz="3600" dirty="0">
                <a:solidFill>
                  <a:srgbClr val="00B050"/>
                </a:solidFill>
              </a:rPr>
              <a:t>ÖLÇEKLER</a:t>
            </a:r>
          </a:p>
        </p:txBody>
      </p:sp>
      <p:sp>
        <p:nvSpPr>
          <p:cNvPr id="37892" name="Rectangle 3">
            <a:extLst>
              <a:ext uri="{FF2B5EF4-FFF2-40B4-BE49-F238E27FC236}">
                <a16:creationId xmlns:a16="http://schemas.microsoft.com/office/drawing/2014/main" id="{185C1090-D5B6-92C8-EA3B-B362A5FCE875}"/>
              </a:ext>
            </a:extLst>
          </p:cNvPr>
          <p:cNvSpPr>
            <a:spLocks noGrp="1" noChangeArrowheads="1"/>
          </p:cNvSpPr>
          <p:nvPr>
            <p:ph type="body" idx="1"/>
          </p:nvPr>
        </p:nvSpPr>
        <p:spPr>
          <a:xfrm>
            <a:off x="304800" y="1371600"/>
            <a:ext cx="8469313" cy="4632325"/>
          </a:xfrm>
        </p:spPr>
        <p:txBody>
          <a:bodyPr/>
          <a:lstStyle/>
          <a:p>
            <a:pPr eaLnBrk="1" hangingPunct="1">
              <a:lnSpc>
                <a:spcPct val="125000"/>
              </a:lnSpc>
            </a:pPr>
            <a:r>
              <a:rPr lang="tr-TR" altLang="tr-TR" dirty="0">
                <a:solidFill>
                  <a:srgbClr val="C00000"/>
                </a:solidFill>
              </a:rPr>
              <a:t>   </a:t>
            </a:r>
            <a:r>
              <a:rPr lang="tr-TR" altLang="tr-TR" sz="2800" b="1" dirty="0">
                <a:solidFill>
                  <a:srgbClr val="C00000"/>
                </a:solidFill>
              </a:rPr>
              <a:t>Aralık </a:t>
            </a:r>
            <a:r>
              <a:rPr lang="tr-TR" altLang="tr-TR" sz="2800" dirty="0"/>
              <a:t> </a:t>
            </a:r>
            <a:r>
              <a:rPr lang="tr-TR" altLang="tr-TR" sz="2800" b="1" dirty="0">
                <a:solidFill>
                  <a:srgbClr val="C00000"/>
                </a:solidFill>
              </a:rPr>
              <a:t>(</a:t>
            </a:r>
            <a:r>
              <a:rPr lang="tr-TR" altLang="tr-TR" sz="2800" b="1" dirty="0" err="1">
                <a:solidFill>
                  <a:srgbClr val="C00000"/>
                </a:solidFill>
              </a:rPr>
              <a:t>Interval</a:t>
            </a:r>
            <a:r>
              <a:rPr lang="tr-TR" altLang="tr-TR" sz="2800" b="1" dirty="0">
                <a:solidFill>
                  <a:srgbClr val="C00000"/>
                </a:solidFill>
              </a:rPr>
              <a:t>) Ölçeği:</a:t>
            </a:r>
            <a:r>
              <a:rPr lang="tr-TR" altLang="tr-TR" sz="2800" dirty="0">
                <a:solidFill>
                  <a:srgbClr val="C00000"/>
                </a:solidFill>
              </a:rPr>
              <a:t> </a:t>
            </a:r>
          </a:p>
          <a:p>
            <a:pPr algn="just" eaLnBrk="1" hangingPunct="1">
              <a:lnSpc>
                <a:spcPct val="125000"/>
              </a:lnSpc>
              <a:buFontTx/>
              <a:buNone/>
            </a:pPr>
            <a:r>
              <a:rPr lang="tr-TR" altLang="tr-TR" sz="2600" dirty="0"/>
              <a:t>    Veriler arasında sıralamanın yanı sıra, iki değer arasındaki farkların da anlamlı olduğu bir ölçektir. Aralık ölçeğinde sıfır noktası keyfi olarak belirlenmiştir, yani “mutlak sıfır” yoktur. Bu da, sıfırın bir yokluk ya da hiçlik ifade etmediği anlamına gelir. </a:t>
            </a:r>
          </a:p>
          <a:p>
            <a:pPr algn="just" eaLnBrk="1" hangingPunct="1">
              <a:lnSpc>
                <a:spcPct val="125000"/>
              </a:lnSpc>
              <a:buFontTx/>
              <a:buNone/>
            </a:pPr>
            <a:r>
              <a:rPr lang="tr-TR" altLang="tr-TR" sz="2600" dirty="0"/>
              <a:t>   Aralık ölçeğinde sıfır noktası vardır ancak izafidir.</a:t>
            </a:r>
          </a:p>
        </p:txBody>
      </p:sp>
      <p:sp>
        <p:nvSpPr>
          <p:cNvPr id="3789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5 Slayt Numarası Yer Tutucusu">
            <a:extLst>
              <a:ext uri="{FF2B5EF4-FFF2-40B4-BE49-F238E27FC236}">
                <a16:creationId xmlns:a16="http://schemas.microsoft.com/office/drawing/2014/main" id="{4D377587-51D9-4366-8260-DC6921DFFCB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5286CBB3-DEB4-4992-BEDF-F59E8AA9687A}" type="slidenum">
              <a:rPr lang="tr-TR" altLang="tr-TR" b="0" i="0"/>
              <a:pPr eaLnBrk="1" hangingPunct="1"/>
              <a:t>40</a:t>
            </a:fld>
            <a:endParaRPr lang="tr-TR" altLang="tr-TR" b="0" i="0"/>
          </a:p>
        </p:txBody>
      </p:sp>
      <p:sp>
        <p:nvSpPr>
          <p:cNvPr id="38915" name="Rectangle 2">
            <a:extLst>
              <a:ext uri="{FF2B5EF4-FFF2-40B4-BE49-F238E27FC236}">
                <a16:creationId xmlns:a16="http://schemas.microsoft.com/office/drawing/2014/main" id="{3C7430CB-9BB5-EBE0-6D29-2603520D2A3F}"/>
              </a:ext>
            </a:extLst>
          </p:cNvPr>
          <p:cNvSpPr>
            <a:spLocks noGrp="1" noChangeArrowheads="1"/>
          </p:cNvSpPr>
          <p:nvPr>
            <p:ph type="title"/>
          </p:nvPr>
        </p:nvSpPr>
        <p:spPr>
          <a:xfrm>
            <a:off x="457200" y="46037"/>
            <a:ext cx="8153400" cy="685800"/>
          </a:xfrm>
        </p:spPr>
        <p:txBody>
          <a:bodyPr/>
          <a:lstStyle/>
          <a:p>
            <a:pPr eaLnBrk="1" hangingPunct="1"/>
            <a:r>
              <a:rPr lang="tr-TR" altLang="tr-TR" sz="3600" dirty="0">
                <a:solidFill>
                  <a:srgbClr val="00B050"/>
                </a:solidFill>
              </a:rPr>
              <a:t>Aralık Ölçeği</a:t>
            </a:r>
          </a:p>
        </p:txBody>
      </p:sp>
      <p:sp>
        <p:nvSpPr>
          <p:cNvPr id="3" name="İçerik Yer Tutucusu 2">
            <a:extLst>
              <a:ext uri="{FF2B5EF4-FFF2-40B4-BE49-F238E27FC236}">
                <a16:creationId xmlns:a16="http://schemas.microsoft.com/office/drawing/2014/main" id="{F92D46BB-9C90-42E0-0DEC-B05F82F74B90}"/>
              </a:ext>
            </a:extLst>
          </p:cNvPr>
          <p:cNvSpPr>
            <a:spLocks noGrp="1"/>
          </p:cNvSpPr>
          <p:nvPr>
            <p:ph idx="1"/>
          </p:nvPr>
        </p:nvSpPr>
        <p:spPr>
          <a:xfrm>
            <a:off x="157591" y="797226"/>
            <a:ext cx="8880730" cy="5447999"/>
          </a:xfrm>
        </p:spPr>
        <p:txBody>
          <a:bodyPr/>
          <a:lstStyle/>
          <a:p>
            <a:pPr algn="just">
              <a:lnSpc>
                <a:spcPct val="150000"/>
              </a:lnSpc>
              <a:buFont typeface="Courier New" panose="02070309020205020404" pitchFamily="49" charset="0"/>
              <a:buChar char="o"/>
            </a:pPr>
            <a:r>
              <a:rPr lang="tr-TR" sz="2300" dirty="0"/>
              <a:t>Sıcaklık (Celsius veya Fahrenheit): 30°C ile 20°C arasında 10 derecelik fark olduğu gibi, 20°C ile 10°C arasında da 10 derecelik bir fark vardır. Ancak 0°C, mutlak bir yokluk anlamına gelmez, sadece suyun donma noktasıdır.	</a:t>
            </a:r>
          </a:p>
          <a:p>
            <a:pPr algn="just">
              <a:lnSpc>
                <a:spcPct val="150000"/>
              </a:lnSpc>
              <a:buFont typeface="Courier New" panose="02070309020205020404" pitchFamily="49" charset="0"/>
              <a:buChar char="o"/>
            </a:pPr>
            <a:r>
              <a:rPr lang="tr-TR" sz="2300" dirty="0"/>
              <a:t>Tarih: M.Ö 500 ile M.S 500 yılları arasında 1000 yıllık bir fark vardır. Ancak, Milattan Önce sıfır diye bir yıl olmadığı için sıfır keyfidir.Bu ölçekte toplama ve çıkarma işlemleri yapılabilir, ancak sıfır noktasının keyfi olması nedeniyle oranlar anlamlı değildir (örneğin, 20°C, 10°C’nin iki katı sıcaklık değildir).</a:t>
            </a:r>
          </a:p>
        </p:txBody>
      </p:sp>
      <p:sp>
        <p:nvSpPr>
          <p:cNvPr id="38916"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5 Slayt Numarası Yer Tutucusu">
            <a:extLst>
              <a:ext uri="{FF2B5EF4-FFF2-40B4-BE49-F238E27FC236}">
                <a16:creationId xmlns:a16="http://schemas.microsoft.com/office/drawing/2014/main" id="{0243731C-51C7-2D5C-F24F-0A1F0601F18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50AD609F-92FE-4EBF-B81E-CA1FD6936F7E}" type="slidenum">
              <a:rPr lang="tr-TR" altLang="tr-TR" b="0" i="0"/>
              <a:pPr eaLnBrk="1" hangingPunct="1"/>
              <a:t>41</a:t>
            </a:fld>
            <a:endParaRPr lang="tr-TR" altLang="tr-TR" b="0" i="0"/>
          </a:p>
        </p:txBody>
      </p:sp>
      <p:sp>
        <p:nvSpPr>
          <p:cNvPr id="39939" name="Rectangle 2">
            <a:extLst>
              <a:ext uri="{FF2B5EF4-FFF2-40B4-BE49-F238E27FC236}">
                <a16:creationId xmlns:a16="http://schemas.microsoft.com/office/drawing/2014/main" id="{A12B8803-CBF9-8778-0527-006A9541AD8C}"/>
              </a:ext>
            </a:extLst>
          </p:cNvPr>
          <p:cNvSpPr>
            <a:spLocks noGrp="1" noChangeArrowheads="1"/>
          </p:cNvSpPr>
          <p:nvPr>
            <p:ph type="title"/>
          </p:nvPr>
        </p:nvSpPr>
        <p:spPr>
          <a:xfrm>
            <a:off x="457200" y="274638"/>
            <a:ext cx="8229600" cy="944562"/>
          </a:xfrm>
        </p:spPr>
        <p:txBody>
          <a:bodyPr/>
          <a:lstStyle/>
          <a:p>
            <a:pPr eaLnBrk="1" hangingPunct="1"/>
            <a:r>
              <a:rPr lang="tr-TR" altLang="tr-TR" dirty="0">
                <a:solidFill>
                  <a:srgbClr val="00B050"/>
                </a:solidFill>
              </a:rPr>
              <a:t>Aralık Ölçeği</a:t>
            </a:r>
          </a:p>
        </p:txBody>
      </p:sp>
      <p:sp>
        <p:nvSpPr>
          <p:cNvPr id="39940" name="Rectangle 3">
            <a:extLst>
              <a:ext uri="{FF2B5EF4-FFF2-40B4-BE49-F238E27FC236}">
                <a16:creationId xmlns:a16="http://schemas.microsoft.com/office/drawing/2014/main" id="{78ABED66-D670-3047-AB6F-7C491706A4A6}"/>
              </a:ext>
            </a:extLst>
          </p:cNvPr>
          <p:cNvSpPr>
            <a:spLocks noGrp="1" noChangeArrowheads="1"/>
          </p:cNvSpPr>
          <p:nvPr>
            <p:ph type="body" idx="1"/>
          </p:nvPr>
        </p:nvSpPr>
        <p:spPr>
          <a:xfrm>
            <a:off x="228600" y="1524000"/>
            <a:ext cx="8229600" cy="4281488"/>
          </a:xfrm>
        </p:spPr>
        <p:txBody>
          <a:bodyPr/>
          <a:lstStyle/>
          <a:p>
            <a:pPr algn="just" eaLnBrk="1" hangingPunct="1">
              <a:lnSpc>
                <a:spcPct val="125000"/>
              </a:lnSpc>
              <a:buFontTx/>
              <a:buNone/>
            </a:pPr>
            <a:r>
              <a:rPr lang="tr-TR" altLang="tr-TR" sz="3500" dirty="0"/>
              <a:t>   </a:t>
            </a:r>
            <a:r>
              <a:rPr lang="tr-TR" altLang="tr-TR" sz="3000" dirty="0"/>
              <a:t>Örneğin A, B, C, D’nin 20, 30, 60, 70 gibi aralık ölçeği ile ölçülmüş sonuçları ifade ettiğini varsayalım. </a:t>
            </a:r>
          </a:p>
          <a:p>
            <a:pPr algn="just" eaLnBrk="1" hangingPunct="1">
              <a:lnSpc>
                <a:spcPct val="125000"/>
              </a:lnSpc>
              <a:buFontTx/>
              <a:buNone/>
            </a:pPr>
            <a:r>
              <a:rPr lang="tr-TR" altLang="tr-TR" sz="3000" dirty="0"/>
              <a:t>    Burada aralık ölçeği kullandığımız için 20 ile 30 arasındaki farkın 60 ile 70 arasındaki farka eşit olduğunu söyleyebiliriz.  </a:t>
            </a:r>
          </a:p>
        </p:txBody>
      </p:sp>
      <p:sp>
        <p:nvSpPr>
          <p:cNvPr id="39941"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5 Slayt Numarası Yer Tutucusu">
            <a:extLst>
              <a:ext uri="{FF2B5EF4-FFF2-40B4-BE49-F238E27FC236}">
                <a16:creationId xmlns:a16="http://schemas.microsoft.com/office/drawing/2014/main" id="{262EC7E9-1327-6492-A1F7-437082CD3C4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9FFCDED6-310C-4321-BBF1-271E94276612}" type="slidenum">
              <a:rPr lang="tr-TR" altLang="tr-TR" b="0" i="0"/>
              <a:pPr eaLnBrk="1" hangingPunct="1"/>
              <a:t>42</a:t>
            </a:fld>
            <a:endParaRPr lang="tr-TR" altLang="tr-TR" b="0" i="0"/>
          </a:p>
        </p:txBody>
      </p:sp>
      <p:sp>
        <p:nvSpPr>
          <p:cNvPr id="40963" name="Rectangle 2">
            <a:extLst>
              <a:ext uri="{FF2B5EF4-FFF2-40B4-BE49-F238E27FC236}">
                <a16:creationId xmlns:a16="http://schemas.microsoft.com/office/drawing/2014/main" id="{D4D050A6-D50E-78D1-13BF-A0E06AD1D953}"/>
              </a:ext>
            </a:extLst>
          </p:cNvPr>
          <p:cNvSpPr>
            <a:spLocks noGrp="1" noChangeArrowheads="1"/>
          </p:cNvSpPr>
          <p:nvPr>
            <p:ph type="title"/>
          </p:nvPr>
        </p:nvSpPr>
        <p:spPr>
          <a:xfrm>
            <a:off x="422313" y="321880"/>
            <a:ext cx="8229600" cy="944562"/>
          </a:xfrm>
        </p:spPr>
        <p:txBody>
          <a:bodyPr/>
          <a:lstStyle/>
          <a:p>
            <a:pPr eaLnBrk="1" hangingPunct="1"/>
            <a:r>
              <a:rPr lang="tr-TR" altLang="tr-TR" sz="3600" b="1" dirty="0">
                <a:solidFill>
                  <a:srgbClr val="00B050"/>
                </a:solidFill>
              </a:rPr>
              <a:t>Aralık Ölçeği</a:t>
            </a:r>
            <a:endParaRPr lang="tr-TR" altLang="tr-TR" sz="3600" dirty="0">
              <a:solidFill>
                <a:srgbClr val="00B050"/>
              </a:solidFill>
            </a:endParaRPr>
          </a:p>
        </p:txBody>
      </p:sp>
      <p:sp>
        <p:nvSpPr>
          <p:cNvPr id="40964" name="Rectangle 3">
            <a:extLst>
              <a:ext uri="{FF2B5EF4-FFF2-40B4-BE49-F238E27FC236}">
                <a16:creationId xmlns:a16="http://schemas.microsoft.com/office/drawing/2014/main" id="{04527A85-F59B-F779-0C41-262D609175BE}"/>
              </a:ext>
            </a:extLst>
          </p:cNvPr>
          <p:cNvSpPr>
            <a:spLocks noGrp="1" noChangeArrowheads="1"/>
          </p:cNvSpPr>
          <p:nvPr>
            <p:ph type="body" idx="1"/>
          </p:nvPr>
        </p:nvSpPr>
        <p:spPr>
          <a:xfrm>
            <a:off x="468313" y="1371600"/>
            <a:ext cx="8229600" cy="4800600"/>
          </a:xfrm>
        </p:spPr>
        <p:txBody>
          <a:bodyPr/>
          <a:lstStyle/>
          <a:p>
            <a:pPr algn="just" eaLnBrk="1" hangingPunct="1">
              <a:lnSpc>
                <a:spcPct val="125000"/>
              </a:lnSpc>
            </a:pPr>
            <a:r>
              <a:rPr lang="tr-TR" altLang="tr-TR" sz="2600" b="1" dirty="0">
                <a:solidFill>
                  <a:schemeClr val="accent2"/>
                </a:solidFill>
              </a:rPr>
              <a:t>Aralık ölçeği yapılan ölçümler itibariyle her bir çift arasındaki farklılığın birbirine eşit olduğunu ifade eder.</a:t>
            </a:r>
            <a:r>
              <a:rPr lang="tr-TR" altLang="tr-TR" sz="2600" dirty="0"/>
              <a:t> Bununla birlikte aralık ölçeği, sonuç çiftlerine ait olan oranlar hakkında anlamlı bilgi sağlamaz. </a:t>
            </a:r>
          </a:p>
          <a:p>
            <a:pPr algn="just" eaLnBrk="1" hangingPunct="1">
              <a:lnSpc>
                <a:spcPct val="125000"/>
              </a:lnSpc>
            </a:pPr>
            <a:r>
              <a:rPr lang="tr-TR" altLang="tr-TR" sz="2600" dirty="0"/>
              <a:t> Az önceki örneğimize göre konuşursak C için sağlanan 60’lık skor B için bulunan 30’luk skor ile karşılaştırdığımızda C için elde edilen skorun B’nin iki katı olduğunu söyleyemeyiz.</a:t>
            </a:r>
          </a:p>
          <a:p>
            <a:pPr eaLnBrk="1" hangingPunct="1">
              <a:lnSpc>
                <a:spcPct val="125000"/>
              </a:lnSpc>
              <a:buFontTx/>
              <a:buNone/>
            </a:pPr>
            <a:endParaRPr lang="tr-TR" altLang="tr-TR" sz="2600" dirty="0"/>
          </a:p>
        </p:txBody>
      </p:sp>
      <p:sp>
        <p:nvSpPr>
          <p:cNvPr id="40965"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5 Slayt Numarası Yer Tutucusu">
            <a:extLst>
              <a:ext uri="{FF2B5EF4-FFF2-40B4-BE49-F238E27FC236}">
                <a16:creationId xmlns:a16="http://schemas.microsoft.com/office/drawing/2014/main" id="{D82EFBA3-3497-F92A-75F1-4EF81801457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125CEBF0-F1DC-4ADD-B9D2-A58D5C0FCFD9}" type="slidenum">
              <a:rPr lang="tr-TR" altLang="tr-TR" b="0" i="0"/>
              <a:pPr eaLnBrk="1" hangingPunct="1"/>
              <a:t>43</a:t>
            </a:fld>
            <a:endParaRPr lang="tr-TR" altLang="tr-TR" b="0" i="0"/>
          </a:p>
        </p:txBody>
      </p:sp>
      <p:sp>
        <p:nvSpPr>
          <p:cNvPr id="41987" name="Rectangle 2">
            <a:extLst>
              <a:ext uri="{FF2B5EF4-FFF2-40B4-BE49-F238E27FC236}">
                <a16:creationId xmlns:a16="http://schemas.microsoft.com/office/drawing/2014/main" id="{23827C6D-DB4A-0A0C-9F6D-80FD08251D60}"/>
              </a:ext>
            </a:extLst>
          </p:cNvPr>
          <p:cNvSpPr>
            <a:spLocks noGrp="1" noChangeArrowheads="1"/>
          </p:cNvSpPr>
          <p:nvPr>
            <p:ph type="title"/>
          </p:nvPr>
        </p:nvSpPr>
        <p:spPr>
          <a:xfrm>
            <a:off x="457200" y="274638"/>
            <a:ext cx="8229600" cy="639762"/>
          </a:xfrm>
        </p:spPr>
        <p:txBody>
          <a:bodyPr/>
          <a:lstStyle/>
          <a:p>
            <a:pPr eaLnBrk="1" hangingPunct="1"/>
            <a:r>
              <a:rPr lang="tr-TR" altLang="tr-TR" dirty="0">
                <a:solidFill>
                  <a:srgbClr val="92D050"/>
                </a:solidFill>
              </a:rPr>
              <a:t>ÖLÇEKLER</a:t>
            </a:r>
          </a:p>
        </p:txBody>
      </p:sp>
      <p:sp>
        <p:nvSpPr>
          <p:cNvPr id="41988" name="Rectangle 3">
            <a:extLst>
              <a:ext uri="{FF2B5EF4-FFF2-40B4-BE49-F238E27FC236}">
                <a16:creationId xmlns:a16="http://schemas.microsoft.com/office/drawing/2014/main" id="{97A4A785-AE78-C99C-712E-5B97D3A06A3C}"/>
              </a:ext>
            </a:extLst>
          </p:cNvPr>
          <p:cNvSpPr>
            <a:spLocks noGrp="1" noChangeArrowheads="1"/>
          </p:cNvSpPr>
          <p:nvPr>
            <p:ph type="body" idx="1"/>
          </p:nvPr>
        </p:nvSpPr>
        <p:spPr>
          <a:xfrm>
            <a:off x="228600" y="1143000"/>
            <a:ext cx="8610600" cy="5486400"/>
          </a:xfrm>
        </p:spPr>
        <p:txBody>
          <a:bodyPr/>
          <a:lstStyle/>
          <a:p>
            <a:pPr algn="just" eaLnBrk="1" hangingPunct="1">
              <a:lnSpc>
                <a:spcPct val="125000"/>
              </a:lnSpc>
              <a:buFontTx/>
              <a:buNone/>
            </a:pPr>
            <a:r>
              <a:rPr lang="tr-TR" altLang="tr-TR" sz="3000" dirty="0">
                <a:solidFill>
                  <a:srgbClr val="C00000"/>
                </a:solidFill>
              </a:rPr>
              <a:t>   </a:t>
            </a:r>
            <a:r>
              <a:rPr lang="tr-TR" altLang="tr-TR" sz="2600" b="1" dirty="0">
                <a:solidFill>
                  <a:srgbClr val="C00000"/>
                </a:solidFill>
              </a:rPr>
              <a:t>Oran Ölçeği:</a:t>
            </a:r>
            <a:r>
              <a:rPr lang="tr-TR" altLang="tr-TR" sz="2600" dirty="0">
                <a:solidFill>
                  <a:srgbClr val="C00000"/>
                </a:solidFill>
              </a:rPr>
              <a:t> </a:t>
            </a:r>
          </a:p>
          <a:p>
            <a:pPr algn="just" eaLnBrk="1" hangingPunct="1">
              <a:lnSpc>
                <a:spcPct val="125000"/>
              </a:lnSpc>
            </a:pPr>
            <a:r>
              <a:rPr lang="tr-TR" altLang="tr-TR" sz="2600" dirty="0"/>
              <a:t>    Elde edilen ölçümler şimdiye kadar bahsedilen üç ölçeğin özelliklerini sağlamakla birlikte söz konusu ölçümlerin oranları bizim için belirli bir anlam ifade ediyorsa kullanacağımız ölçek oran ölçeğidir. </a:t>
            </a:r>
          </a:p>
          <a:p>
            <a:pPr algn="just" eaLnBrk="1" hangingPunct="1">
              <a:lnSpc>
                <a:spcPct val="125000"/>
              </a:lnSpc>
            </a:pPr>
            <a:r>
              <a:rPr lang="tr-TR" altLang="tr-TR" sz="2600" dirty="0"/>
              <a:t>Oran ölçeği ile ölçülmüş bir karakteristiğin sıfır olması,         o karakteristiğin ölçülen eşya veya olayda olmadığını gösterir. </a:t>
            </a:r>
          </a:p>
          <a:p>
            <a:pPr algn="just" eaLnBrk="1" hangingPunct="1">
              <a:lnSpc>
                <a:spcPct val="125000"/>
              </a:lnSpc>
            </a:pPr>
            <a:r>
              <a:rPr lang="tr-TR" altLang="tr-TR" sz="2600" dirty="0"/>
              <a:t>Ağırlık, boy ölçümleri bu tür bir ölçeğin en karakteristik örnekleridir. Alanımızdan: haftalık Kur'an okuma süresi.</a:t>
            </a:r>
          </a:p>
        </p:txBody>
      </p:sp>
      <p:sp>
        <p:nvSpPr>
          <p:cNvPr id="41989" name="yazar_dipnot"/>
          <p:cNvSpPr txBox="1"/>
          <p:nvPr/>
        </p:nvSpPr>
        <p:spPr>
          <a:xfrm>
            <a:off x="300000" y="6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44</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Oran Ölçeği</a:t>
            </a:r>
            <a:endParaRPr lang="tr-TR" altLang="tr-TR" sz="3600" dirty="0">
              <a:solidFill>
                <a:srgbClr val="92D050"/>
              </a:solidFill>
            </a:endParaRPr>
          </a:p>
        </p:txBody>
      </p:sp>
      <p:sp>
        <p:nvSpPr>
          <p:cNvPr id="43012" name="Rectangle 3">
            <a:extLst>
              <a:ext uri="{FF2B5EF4-FFF2-40B4-BE49-F238E27FC236}">
                <a16:creationId xmlns:a16="http://schemas.microsoft.com/office/drawing/2014/main" id="{2B3B72A8-077D-4EF5-E711-69D1A798579B}"/>
              </a:ext>
            </a:extLst>
          </p:cNvPr>
          <p:cNvSpPr>
            <a:spLocks noGrp="1" noChangeArrowheads="1"/>
          </p:cNvSpPr>
          <p:nvPr>
            <p:ph type="body" idx="1"/>
          </p:nvPr>
        </p:nvSpPr>
        <p:spPr>
          <a:xfrm>
            <a:off x="76200" y="1600200"/>
            <a:ext cx="8915400" cy="5181600"/>
          </a:xfrm>
        </p:spPr>
        <p:txBody>
          <a:bodyPr/>
          <a:lstStyle/>
          <a:p>
            <a:pPr algn="just" eaLnBrk="1" hangingPunct="1">
              <a:lnSpc>
                <a:spcPct val="125000"/>
              </a:lnSpc>
            </a:pPr>
            <a:r>
              <a:rPr lang="tr-TR" altLang="tr-TR" sz="2800" dirty="0"/>
              <a:t>Normal aralık ölçeğinin kullanılmasından anlaşılacağı gibi, “90 kilo gelen bir kimse 60 kilo gelen bir kimseden 30 kilo daha ağırdır” denilebilir.</a:t>
            </a:r>
          </a:p>
          <a:p>
            <a:pPr algn="just" eaLnBrk="1" hangingPunct="1">
              <a:lnSpc>
                <a:spcPct val="125000"/>
              </a:lnSpc>
            </a:pPr>
            <a:r>
              <a:rPr lang="tr-TR" altLang="tr-TR" sz="2800" dirty="0"/>
              <a:t>Oran ölçeğinin kullanılmasıyla birlikte “90 kilo gelen bir kimsenin ağırlığı 45 kilo gelen insanın ağırlığının iki katıdır” denilebilir.</a:t>
            </a:r>
          </a:p>
          <a:p>
            <a:pPr eaLnBrk="1" hangingPunct="1">
              <a:lnSpc>
                <a:spcPct val="125000"/>
              </a:lnSpc>
            </a:pPr>
            <a:r>
              <a:rPr lang="tr-TR" altLang="tr-TR" sz="2800" dirty="0"/>
              <a:t>Oran ölçeği en yüksek ölçüm seviyesini gösterir.</a:t>
            </a:r>
          </a:p>
        </p:txBody>
      </p:sp>
      <p:sp>
        <p:nvSpPr>
          <p:cNvPr id="4301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45</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Likert Ölçeği Hangi Ölçektir?</a:t>
            </a:r>
            <a:endParaRPr lang="tr-TR" altLang="tr-TR" sz="3600" dirty="0">
              <a:solidFill>
                <a:srgbClr val="92D050"/>
              </a:solidFill>
            </a:endParaRPr>
          </a:p>
        </p:txBody>
      </p:sp>
      <p:sp>
        <p:nvSpPr>
          <p:cNvPr id="43012" name="Rectangle 3">
            <a:extLst>
              <a:ext uri="{FF2B5EF4-FFF2-40B4-BE49-F238E27FC236}">
                <a16:creationId xmlns:a16="http://schemas.microsoft.com/office/drawing/2014/main" id="{2B3B72A8-077D-4EF5-E711-69D1A798579B}"/>
              </a:ext>
            </a:extLst>
          </p:cNvPr>
          <p:cNvSpPr>
            <a:spLocks noGrp="1" noChangeArrowheads="1"/>
          </p:cNvSpPr>
          <p:nvPr>
            <p:ph type="body" idx="1"/>
          </p:nvPr>
        </p:nvSpPr>
        <p:spPr>
          <a:xfrm>
            <a:off x="76200" y="1600200"/>
            <a:ext cx="8915400" cy="5181600"/>
          </a:xfrm>
        </p:spPr>
        <p:txBody>
          <a:bodyPr>
            <a:noAutofit/>
          </a:bodyPr>
          <a:lstStyle/>
          <a:p>
            <a:pPr algn="just" eaLnBrk="1" hangingPunct="1">
              <a:lnSpc>
                <a:spcPct val="125000"/>
              </a:lnSpc>
            </a:pPr>
            <a:r>
              <a:rPr lang="tr-TR" altLang="tr-TR" sz="2800" dirty="0"/>
              <a:t>Tezlerde en sık görülen veri: “Dua etmek bana huzur verir.” gibi bir ifadeye katılım derecesi.</a:t>
            </a:r>
          </a:p>
          <a:p>
            <a:pPr algn="just" eaLnBrk="1" hangingPunct="1">
              <a:lnSpc>
                <a:spcPct val="125000"/>
              </a:lnSpc>
            </a:pPr>
            <a:r>
              <a:rPr lang="tr-TR" altLang="tr-TR" sz="2800" dirty="0"/>
              <a:t>1 Kesinlikle katılmıyorum, 2 Katılmıyorum, 3 Kararsızım, 4 Katılıyorum, 5 Kesinlikle katılıyorum</a:t>
            </a:r>
          </a:p>
          <a:p>
            <a:pPr algn="just" eaLnBrk="1" hangingPunct="1">
              <a:lnSpc>
                <a:spcPct val="125000"/>
              </a:lnSpc>
            </a:pPr>
            <a:r>
              <a:rPr lang="tr-TR" altLang="tr-TR" sz="2800" dirty="0"/>
              <a:t>Tek bir madde sıralama (ordinal) ölçeğidir: 4, 2'den daha fazla katılımı gösterir; ama “Kararsızım” ile “Katılıyorum” arasındaki mesafenin diğerlerine eşit olduğunu bilemeyiz.</a:t>
            </a:r>
          </a:p>
        </p:txBody>
      </p:sp>
      <p:sp>
        <p:nvSpPr>
          <p:cNvPr id="4301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46</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Likert Ölçeği: Uygulamada</a:t>
            </a:r>
            <a:endParaRPr lang="tr-TR" altLang="tr-TR" sz="3600" dirty="0">
              <a:solidFill>
                <a:srgbClr val="92D050"/>
              </a:solidFill>
            </a:endParaRPr>
          </a:p>
        </p:txBody>
      </p:sp>
      <p:sp>
        <p:nvSpPr>
          <p:cNvPr id="43012" name="Rectangle 3">
            <a:extLst>
              <a:ext uri="{FF2B5EF4-FFF2-40B4-BE49-F238E27FC236}">
                <a16:creationId xmlns:a16="http://schemas.microsoft.com/office/drawing/2014/main" id="{2B3B72A8-077D-4EF5-E711-69D1A798579B}"/>
              </a:ext>
            </a:extLst>
          </p:cNvPr>
          <p:cNvSpPr>
            <a:spLocks noGrp="1" noChangeArrowheads="1"/>
          </p:cNvSpPr>
          <p:nvPr>
            <p:ph type="body" idx="1"/>
          </p:nvPr>
        </p:nvSpPr>
        <p:spPr>
          <a:xfrm>
            <a:off x="76200" y="1600200"/>
            <a:ext cx="8915400" cy="5181600"/>
          </a:xfrm>
        </p:spPr>
        <p:txBody>
          <a:bodyPr>
            <a:noAutofit/>
          </a:bodyPr>
          <a:lstStyle/>
          <a:p>
            <a:pPr algn="just" eaLnBrk="1" hangingPunct="1">
              <a:lnSpc>
                <a:spcPct val="125000"/>
              </a:lnSpc>
            </a:pPr>
            <a:r>
              <a:rPr lang="tr-TR" altLang="tr-TR" sz="2800" dirty="0"/>
              <a:t>Çok sayıda maddenin toplamı ya da ortalaması (örneğin 20 maddelik bir dindarlık ölçeğinin puanı) sosyal bilimlerde çoğunlukla aralık ölçeği gibi işlenir.</a:t>
            </a:r>
          </a:p>
          <a:p>
            <a:pPr algn="just" eaLnBrk="1" hangingPunct="1">
              <a:lnSpc>
                <a:spcPct val="125000"/>
              </a:lnSpc>
            </a:pPr>
            <a:r>
              <a:rPr lang="tr-TR" altLang="tr-TR" sz="2800" dirty="0"/>
              <a:t>Bu bir kabuldür ve tartışmalıdır. Tezinizde hangi yolu seçtiğinizi ve nedenini yazın.</a:t>
            </a:r>
          </a:p>
          <a:p>
            <a:pPr algn="just" eaLnBrk="1" hangingPunct="1">
              <a:lnSpc>
                <a:spcPct val="125000"/>
              </a:lnSpc>
            </a:pPr>
            <a:r>
              <a:rPr lang="tr-TR" altLang="tr-TR" sz="2800" dirty="0"/>
              <a:t>Bu seçim kullanacağınız analizi belirler; bahar döneminde jamovi'de göreceğiz.</a:t>
            </a:r>
          </a:p>
        </p:txBody>
      </p:sp>
      <p:sp>
        <p:nvSpPr>
          <p:cNvPr id="4301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çerik Yer Tutucusu 3">
            <a:extLst>
              <a:ext uri="{FF2B5EF4-FFF2-40B4-BE49-F238E27FC236}">
                <a16:creationId xmlns:a16="http://schemas.microsoft.com/office/drawing/2014/main" id="{398D3D04-06AE-CE32-6011-4EF64404F4FB}"/>
              </a:ext>
            </a:extLst>
          </p:cNvPr>
          <p:cNvGraphicFramePr>
            <a:graphicFrameLocks noGrp="1"/>
          </p:cNvGraphicFramePr>
          <p:nvPr>
            <p:ph/>
            <p:extLst>
              <p:ext uri="{D42A27DB-BD31-4B8C-83A1-F6EECF244321}">
                <p14:modId xmlns:p14="http://schemas.microsoft.com/office/powerpoint/2010/main" val="3952226881"/>
              </p:ext>
            </p:extLst>
          </p:nvPr>
        </p:nvGraphicFramePr>
        <p:xfrm>
          <a:off x="457200" y="274638"/>
          <a:ext cx="8229600" cy="5851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ayt Numarası Yer Tutucusu 2">
            <a:extLst>
              <a:ext uri="{FF2B5EF4-FFF2-40B4-BE49-F238E27FC236}">
                <a16:creationId xmlns:a16="http://schemas.microsoft.com/office/drawing/2014/main" id="{6AD64AD8-8A50-D3C2-FBB8-918D9C876022}"/>
              </a:ext>
            </a:extLst>
          </p:cNvPr>
          <p:cNvSpPr>
            <a:spLocks noGrp="1"/>
          </p:cNvSpPr>
          <p:nvPr>
            <p:ph type="sldNum" sz="quarter" idx="12"/>
          </p:nvPr>
        </p:nvSpPr>
        <p:spPr/>
        <p:txBody>
          <a:bodyPr/>
          <a:lstStyle/>
          <a:p>
            <a:fld id="{D1B691FB-6299-4FB5-A7EB-CF1D9D10B173}" type="slidenum">
              <a:rPr lang="tr-TR" altLang="tr-TR" smtClean="0"/>
              <a:pPr/>
              <a:t>47</a:t>
            </a:fld>
            <a:endParaRPr lang="tr-TR" altLang="tr-TR"/>
          </a:p>
        </p:txBody>
      </p:sp>
      <p:sp>
        <p:nvSpPr>
          <p:cNvPr id="5"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extLst>
      <p:ext uri="{BB962C8B-B14F-4D97-AF65-F5344CB8AC3E}">
        <p14:creationId xmlns:p14="http://schemas.microsoft.com/office/powerpoint/2010/main" val="2774191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5 Slayt Numarası Yer Tutucusu">
            <a:extLst>
              <a:ext uri="{FF2B5EF4-FFF2-40B4-BE49-F238E27FC236}">
                <a16:creationId xmlns:a16="http://schemas.microsoft.com/office/drawing/2014/main" id="{9F93EFE2-7850-37D8-11B9-4F6FCB2CB9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A0947001-361A-4698-A1A3-E30518A60FA1}" type="slidenum">
              <a:rPr lang="tr-TR" altLang="tr-TR" b="0" i="0"/>
              <a:pPr eaLnBrk="1" hangingPunct="1"/>
              <a:t>48</a:t>
            </a:fld>
            <a:endParaRPr lang="tr-TR" altLang="tr-TR" b="0" i="0"/>
          </a:p>
        </p:txBody>
      </p:sp>
      <p:sp>
        <p:nvSpPr>
          <p:cNvPr id="44035" name="Rectangle 2">
            <a:extLst>
              <a:ext uri="{FF2B5EF4-FFF2-40B4-BE49-F238E27FC236}">
                <a16:creationId xmlns:a16="http://schemas.microsoft.com/office/drawing/2014/main" id="{CB139CAD-39C2-779C-DE63-69776C5BF913}"/>
              </a:ext>
            </a:extLst>
          </p:cNvPr>
          <p:cNvSpPr>
            <a:spLocks noGrp="1" noChangeArrowheads="1"/>
          </p:cNvSpPr>
          <p:nvPr>
            <p:ph type="title"/>
          </p:nvPr>
        </p:nvSpPr>
        <p:spPr/>
        <p:txBody>
          <a:bodyPr/>
          <a:lstStyle/>
          <a:p>
            <a:pPr eaLnBrk="1" hangingPunct="1"/>
            <a:r>
              <a:rPr lang="tr-TR" altLang="tr-TR" dirty="0">
                <a:solidFill>
                  <a:srgbClr val="FF0000"/>
                </a:solidFill>
              </a:rPr>
              <a:t>Kesikli Şans Değişkeni</a:t>
            </a:r>
            <a:endParaRPr lang="en-US" altLang="tr-TR" dirty="0">
              <a:solidFill>
                <a:srgbClr val="FF0000"/>
              </a:solidFill>
            </a:endParaRPr>
          </a:p>
        </p:txBody>
      </p:sp>
      <p:sp>
        <p:nvSpPr>
          <p:cNvPr id="44036" name="Rectangle 17">
            <a:extLst>
              <a:ext uri="{FF2B5EF4-FFF2-40B4-BE49-F238E27FC236}">
                <a16:creationId xmlns:a16="http://schemas.microsoft.com/office/drawing/2014/main" id="{83BDDFB3-DF9B-8102-E4C8-51BC2828A4E8}"/>
              </a:ext>
            </a:extLst>
          </p:cNvPr>
          <p:cNvSpPr>
            <a:spLocks noChangeArrowheads="1"/>
          </p:cNvSpPr>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57188" indent="-357188" eaLnBrk="0" hangingPunct="0">
              <a:defRPr b="1" i="1">
                <a:solidFill>
                  <a:schemeClr val="tx1"/>
                </a:solidFill>
                <a:latin typeface="Arial" panose="020B0604020202020204" pitchFamily="34" charset="0"/>
              </a:defRPr>
            </a:lvl1pPr>
            <a:lvl2pPr marL="901700" indent="-365125"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spcBef>
                <a:spcPct val="20000"/>
              </a:spcBef>
              <a:buFontTx/>
              <a:buChar char="•"/>
            </a:pPr>
            <a:r>
              <a:rPr lang="tr-TR" altLang="tr-TR" sz="2800" b="0" i="0"/>
              <a:t>Tanımlı olduğu aralıktaki sadece tam sayı değerleri alabilen değişkenlerdir. </a:t>
            </a:r>
          </a:p>
          <a:p>
            <a:pPr algn="just" eaLnBrk="1" hangingPunct="1">
              <a:spcBef>
                <a:spcPct val="20000"/>
              </a:spcBef>
            </a:pPr>
            <a:endParaRPr lang="tr-TR" altLang="tr-TR" sz="2800" b="0" i="0"/>
          </a:p>
          <a:p>
            <a:pPr eaLnBrk="1" hangingPunct="1">
              <a:spcBef>
                <a:spcPct val="20000"/>
              </a:spcBef>
            </a:pPr>
            <a:r>
              <a:rPr lang="tr-TR" altLang="tr-TR" sz="2800" b="0" i="0"/>
              <a:t>    </a:t>
            </a:r>
            <a:r>
              <a:rPr lang="tr-TR" altLang="tr-TR" sz="2400" i="0"/>
              <a:t>Örnekler: </a:t>
            </a:r>
          </a:p>
          <a:p>
            <a:pPr eaLnBrk="1" hangingPunct="1">
              <a:spcBef>
                <a:spcPct val="20000"/>
              </a:spcBef>
            </a:pPr>
            <a:endParaRPr lang="tr-TR" altLang="tr-TR" sz="2400" i="0"/>
          </a:p>
          <a:p>
            <a:pPr lvl="1" eaLnBrk="1" hangingPunct="1">
              <a:spcBef>
                <a:spcPct val="20000"/>
              </a:spcBef>
              <a:buFontTx/>
              <a:buChar char="–"/>
            </a:pPr>
            <a:r>
              <a:rPr lang="tr-TR" altLang="tr-TR" sz="2400" b="0" i="0"/>
              <a:t>Bir camide Cuma namazına katılan cemaat sayısı,</a:t>
            </a:r>
          </a:p>
          <a:p>
            <a:pPr lvl="1" eaLnBrk="1" hangingPunct="1">
              <a:spcBef>
                <a:spcPct val="20000"/>
              </a:spcBef>
              <a:buFontTx/>
              <a:buChar char="–"/>
            </a:pPr>
            <a:endParaRPr lang="tr-TR" altLang="tr-TR" sz="2400" b="0" i="0"/>
          </a:p>
          <a:p>
            <a:pPr lvl="1" eaLnBrk="1" hangingPunct="1">
              <a:spcBef>
                <a:spcPct val="20000"/>
              </a:spcBef>
              <a:buFontTx/>
              <a:buChar char="–"/>
            </a:pPr>
            <a:r>
              <a:rPr lang="tr-TR" altLang="tr-TR" sz="2400" b="0" i="0"/>
              <a:t>Bir öğrencinin ezbere bildiği sure sayısı.</a:t>
            </a:r>
          </a:p>
        </p:txBody>
      </p:sp>
      <p:sp>
        <p:nvSpPr>
          <p:cNvPr id="4403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5 Slayt Numarası Yer Tutucusu">
            <a:extLst>
              <a:ext uri="{FF2B5EF4-FFF2-40B4-BE49-F238E27FC236}">
                <a16:creationId xmlns:a16="http://schemas.microsoft.com/office/drawing/2014/main" id="{1BA4D8E9-9F84-F87A-3816-6BFB63E0185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881A6448-84D9-492B-AB45-B91120223D0A}" type="slidenum">
              <a:rPr lang="tr-TR" altLang="tr-TR" b="0" i="0"/>
              <a:pPr eaLnBrk="1" hangingPunct="1"/>
              <a:t>49</a:t>
            </a:fld>
            <a:endParaRPr lang="tr-TR" altLang="tr-TR" b="0" i="0"/>
          </a:p>
        </p:txBody>
      </p:sp>
      <p:sp>
        <p:nvSpPr>
          <p:cNvPr id="45059" name="Rectangle 2">
            <a:extLst>
              <a:ext uri="{FF2B5EF4-FFF2-40B4-BE49-F238E27FC236}">
                <a16:creationId xmlns:a16="http://schemas.microsoft.com/office/drawing/2014/main" id="{9DB5F00F-4B3D-1BE2-CF13-A8405230ADD7}"/>
              </a:ext>
            </a:extLst>
          </p:cNvPr>
          <p:cNvSpPr>
            <a:spLocks noGrp="1" noChangeArrowheads="1"/>
          </p:cNvSpPr>
          <p:nvPr>
            <p:ph type="title"/>
          </p:nvPr>
        </p:nvSpPr>
        <p:spPr/>
        <p:txBody>
          <a:bodyPr/>
          <a:lstStyle/>
          <a:p>
            <a:pPr eaLnBrk="1" hangingPunct="1"/>
            <a:r>
              <a:rPr lang="tr-TR" altLang="tr-TR" dirty="0">
                <a:solidFill>
                  <a:srgbClr val="FF0000"/>
                </a:solidFill>
              </a:rPr>
              <a:t>Sürekli Şans Değişkeni</a:t>
            </a:r>
            <a:endParaRPr lang="en-US" altLang="tr-TR" dirty="0">
              <a:solidFill>
                <a:srgbClr val="FF0000"/>
              </a:solidFill>
            </a:endParaRPr>
          </a:p>
        </p:txBody>
      </p:sp>
      <p:sp>
        <p:nvSpPr>
          <p:cNvPr id="45060" name="Rectangle 3">
            <a:extLst>
              <a:ext uri="{FF2B5EF4-FFF2-40B4-BE49-F238E27FC236}">
                <a16:creationId xmlns:a16="http://schemas.microsoft.com/office/drawing/2014/main" id="{CB865C6D-1EFA-4EE0-3E66-1FAC4203C096}"/>
              </a:ext>
            </a:extLst>
          </p:cNvPr>
          <p:cNvSpPr>
            <a:spLocks noChangeArrowheads="1"/>
          </p:cNvSpPr>
          <p:nvPr/>
        </p:nvSpPr>
        <p:spPr bwMode="auto">
          <a:xfrm>
            <a:off x="457200" y="14478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57188" indent="-357188" eaLnBrk="0" hangingPunct="0">
              <a:defRPr b="1" i="1">
                <a:solidFill>
                  <a:schemeClr val="tx1"/>
                </a:solidFill>
                <a:latin typeface="Arial" panose="020B0604020202020204" pitchFamily="34" charset="0"/>
              </a:defRPr>
            </a:lvl1pPr>
            <a:lvl2pPr marL="901700" indent="-365125"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spcBef>
                <a:spcPct val="20000"/>
              </a:spcBef>
              <a:buFontTx/>
              <a:buChar char="•"/>
            </a:pPr>
            <a:r>
              <a:rPr lang="tr-TR" altLang="tr-TR" sz="2800" b="0" i="0"/>
              <a:t>Tanımlı olduğu aralıktaki tüm değerleri</a:t>
            </a:r>
            <a:br>
              <a:rPr lang="tr-TR" altLang="tr-TR" sz="2800" b="0" i="0"/>
            </a:br>
            <a:r>
              <a:rPr lang="tr-TR" altLang="tr-TR" sz="2800" b="0" i="0"/>
              <a:t>( sonsuz sayıda değer) alabilen değişkenlerdir. </a:t>
            </a:r>
          </a:p>
          <a:p>
            <a:pPr algn="just" eaLnBrk="1" hangingPunct="1">
              <a:spcBef>
                <a:spcPct val="20000"/>
              </a:spcBef>
            </a:pPr>
            <a:endParaRPr lang="tr-TR" altLang="tr-TR" sz="2800" b="0" i="0"/>
          </a:p>
          <a:p>
            <a:pPr eaLnBrk="1" hangingPunct="1">
              <a:spcBef>
                <a:spcPct val="20000"/>
              </a:spcBef>
            </a:pPr>
            <a:r>
              <a:rPr lang="tr-TR" altLang="tr-TR" sz="2800" b="0" i="0"/>
              <a:t>    </a:t>
            </a:r>
            <a:r>
              <a:rPr lang="tr-TR" altLang="tr-TR" sz="2400" i="0"/>
              <a:t>Örnekler: </a:t>
            </a:r>
          </a:p>
          <a:p>
            <a:pPr eaLnBrk="1" hangingPunct="1">
              <a:spcBef>
                <a:spcPct val="20000"/>
              </a:spcBef>
            </a:pPr>
            <a:endParaRPr lang="tr-TR" altLang="tr-TR" sz="2400" i="0"/>
          </a:p>
          <a:p>
            <a:pPr lvl="1" eaLnBrk="1" hangingPunct="1">
              <a:spcBef>
                <a:spcPct val="20000"/>
              </a:spcBef>
              <a:buFontTx/>
              <a:buChar char="–"/>
            </a:pPr>
            <a:r>
              <a:rPr lang="tr-TR" altLang="tr-TR" sz="2400" b="0" i="0"/>
              <a:t>Haftalık dinî yayın okumaya ayrılan süre,</a:t>
            </a:r>
          </a:p>
          <a:p>
            <a:pPr lvl="1" eaLnBrk="1" hangingPunct="1">
              <a:spcBef>
                <a:spcPct val="20000"/>
              </a:spcBef>
              <a:buFontTx/>
              <a:buChar char="–"/>
            </a:pPr>
            <a:endParaRPr lang="tr-TR" altLang="tr-TR" sz="2400" b="0" i="0"/>
          </a:p>
          <a:p>
            <a:pPr lvl="1" eaLnBrk="1" hangingPunct="1">
              <a:spcBef>
                <a:spcPct val="20000"/>
              </a:spcBef>
              <a:buFontTx/>
              <a:buChar char="–"/>
            </a:pPr>
            <a:r>
              <a:rPr lang="tr-TR" altLang="tr-TR" sz="2400" b="0" i="0"/>
              <a:t>Yeni doğan bebeklerin ağırlığı.</a:t>
            </a:r>
          </a:p>
          <a:p>
            <a:pPr lvl="1" eaLnBrk="1" hangingPunct="1">
              <a:spcBef>
                <a:spcPct val="20000"/>
              </a:spcBef>
              <a:buFontTx/>
              <a:buChar char="–"/>
            </a:pPr>
            <a:endParaRPr lang="tr-TR" altLang="tr-TR" sz="2400" b="0" i="0"/>
          </a:p>
          <a:p>
            <a:pPr lvl="1" eaLnBrk="1" hangingPunct="1">
              <a:spcBef>
                <a:spcPct val="20000"/>
              </a:spcBef>
              <a:buFontTx/>
              <a:buChar char="–"/>
            </a:pPr>
            <a:r>
              <a:rPr lang="tr-TR" altLang="tr-TR" sz="2400" b="0" i="0"/>
              <a:t>Bir vaazın süresi.</a:t>
            </a:r>
          </a:p>
        </p:txBody>
      </p:sp>
      <p:sp>
        <p:nvSpPr>
          <p:cNvPr id="45061"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5 Slayt Numarası Yer Tutucusu">
            <a:extLst>
              <a:ext uri="{FF2B5EF4-FFF2-40B4-BE49-F238E27FC236}">
                <a16:creationId xmlns:a16="http://schemas.microsoft.com/office/drawing/2014/main" id="{B07004F2-A607-C85C-0862-719FD115965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E60B755C-9D3E-4ADF-A78B-9424EAA0517E}" type="slidenum">
              <a:rPr lang="tr-TR" altLang="tr-TR" b="0" i="0"/>
              <a:pPr eaLnBrk="1" hangingPunct="1"/>
              <a:t>50</a:t>
            </a:fld>
            <a:endParaRPr lang="tr-TR" altLang="tr-TR" b="0" i="0"/>
          </a:p>
        </p:txBody>
      </p:sp>
      <p:sp>
        <p:nvSpPr>
          <p:cNvPr id="46083" name="Rectangle 2">
            <a:extLst>
              <a:ext uri="{FF2B5EF4-FFF2-40B4-BE49-F238E27FC236}">
                <a16:creationId xmlns:a16="http://schemas.microsoft.com/office/drawing/2014/main" id="{A109DAE8-FBD8-6890-8140-AF4BCB33CE14}"/>
              </a:ext>
            </a:extLst>
          </p:cNvPr>
          <p:cNvSpPr>
            <a:spLocks noGrp="1" noChangeArrowheads="1"/>
          </p:cNvSpPr>
          <p:nvPr>
            <p:ph type="title"/>
          </p:nvPr>
        </p:nvSpPr>
        <p:spPr/>
        <p:txBody>
          <a:bodyPr/>
          <a:lstStyle/>
          <a:p>
            <a:pPr eaLnBrk="1" hangingPunct="1"/>
            <a:r>
              <a:rPr lang="tr-TR" altLang="tr-TR" dirty="0">
                <a:solidFill>
                  <a:srgbClr val="FF0000"/>
                </a:solidFill>
              </a:rPr>
              <a:t>Kategorik Şans Değişkeni</a:t>
            </a:r>
            <a:endParaRPr lang="en-US" altLang="tr-TR" dirty="0">
              <a:solidFill>
                <a:srgbClr val="FF0000"/>
              </a:solidFill>
            </a:endParaRPr>
          </a:p>
        </p:txBody>
      </p:sp>
      <p:sp>
        <p:nvSpPr>
          <p:cNvPr id="46084" name="Rectangle 3">
            <a:extLst>
              <a:ext uri="{FF2B5EF4-FFF2-40B4-BE49-F238E27FC236}">
                <a16:creationId xmlns:a16="http://schemas.microsoft.com/office/drawing/2014/main" id="{EC21CDB8-6700-FAAD-5CA7-52A43D1AF4CC}"/>
              </a:ext>
            </a:extLst>
          </p:cNvPr>
          <p:cNvSpPr>
            <a:spLocks noChangeArrowheads="1"/>
          </p:cNvSpPr>
          <p:nvPr/>
        </p:nvSpPr>
        <p:spPr bwMode="auto">
          <a:xfrm>
            <a:off x="457200" y="1371600"/>
            <a:ext cx="822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57188" indent="-357188" eaLnBrk="0" hangingPunct="0">
              <a:defRPr b="1" i="1">
                <a:solidFill>
                  <a:schemeClr val="tx1"/>
                </a:solidFill>
                <a:latin typeface="Arial" panose="020B0604020202020204" pitchFamily="34" charset="0"/>
              </a:defRPr>
            </a:lvl1pPr>
            <a:lvl2pPr marL="901700" indent="-365125"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spcBef>
                <a:spcPct val="20000"/>
              </a:spcBef>
              <a:buFontTx/>
              <a:buChar char="•"/>
            </a:pPr>
            <a:r>
              <a:rPr lang="tr-TR" altLang="tr-TR" sz="2800" b="0" i="0"/>
              <a:t>Ölçüm veya sayımla ifade edilemeyen değişkenlerdir.  </a:t>
            </a:r>
          </a:p>
          <a:p>
            <a:pPr algn="just" eaLnBrk="1" hangingPunct="1">
              <a:spcBef>
                <a:spcPct val="20000"/>
              </a:spcBef>
              <a:buFontTx/>
              <a:buChar char="•"/>
            </a:pPr>
            <a:r>
              <a:rPr lang="tr-TR" altLang="tr-TR" sz="2800" b="0" i="0"/>
              <a:t>Kesikli değişkenlerin özel bir türü olarak düşünülebilir ve kodlanarak sayısal hale dönüştürülebilirler.</a:t>
            </a:r>
          </a:p>
          <a:p>
            <a:pPr algn="just" eaLnBrk="1" hangingPunct="1">
              <a:spcBef>
                <a:spcPct val="20000"/>
              </a:spcBef>
            </a:pPr>
            <a:r>
              <a:rPr lang="tr-TR" altLang="tr-TR" sz="2800" b="0" i="0"/>
              <a:t>    </a:t>
            </a:r>
          </a:p>
          <a:p>
            <a:pPr algn="just" eaLnBrk="1" hangingPunct="1">
              <a:spcBef>
                <a:spcPct val="20000"/>
              </a:spcBef>
            </a:pPr>
            <a:r>
              <a:rPr lang="tr-TR" altLang="tr-TR" sz="2800" b="0" i="0"/>
              <a:t>     </a:t>
            </a:r>
            <a:r>
              <a:rPr lang="tr-TR" altLang="tr-TR" sz="2800"/>
              <a:t>Örnekler: </a:t>
            </a:r>
          </a:p>
          <a:p>
            <a:pPr lvl="1" eaLnBrk="1" hangingPunct="1">
              <a:spcBef>
                <a:spcPct val="20000"/>
              </a:spcBef>
              <a:buFontTx/>
              <a:buChar char="–"/>
            </a:pPr>
            <a:r>
              <a:rPr lang="tr-TR" altLang="tr-TR" sz="2600" b="0" i="0"/>
              <a:t>Cinsiyet,</a:t>
            </a:r>
          </a:p>
          <a:p>
            <a:pPr lvl="1" eaLnBrk="1" hangingPunct="1">
              <a:spcBef>
                <a:spcPct val="20000"/>
              </a:spcBef>
              <a:buFontTx/>
              <a:buChar char="–"/>
            </a:pPr>
            <a:r>
              <a:rPr lang="tr-TR" altLang="tr-TR" sz="2600" b="0" i="0"/>
              <a:t>Saç ya da göz rengi,</a:t>
            </a:r>
          </a:p>
          <a:p>
            <a:pPr lvl="1" eaLnBrk="1" hangingPunct="1">
              <a:spcBef>
                <a:spcPct val="20000"/>
              </a:spcBef>
              <a:buFontTx/>
              <a:buChar char="–"/>
            </a:pPr>
            <a:r>
              <a:rPr lang="tr-TR" altLang="tr-TR" sz="2600" b="0" i="0"/>
              <a:t>Mezun olunan lise türü (İmam Hatip, Anadolu, meslek lisesi).</a:t>
            </a:r>
          </a:p>
        </p:txBody>
      </p:sp>
      <p:sp>
        <p:nvSpPr>
          <p:cNvPr id="46085"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51</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Veri Setimizde Ölçekler</a:t>
            </a:r>
            <a:endParaRPr lang="tr-TR" altLang="tr-TR" sz="3600" dirty="0">
              <a:solidFill>
                <a:srgbClr val="92D050"/>
              </a:solidFill>
            </a:endParaRPr>
          </a:p>
        </p:txBody>
      </p:sp>
      <p:graphicFrame>
        <p:nvGraphicFramePr>
          <p:cNvPr id="43012" name="Table 43011"/>
          <p:cNvGraphicFramePr>
            <a:graphicFrameLocks noGrp="1"/>
          </p:cNvGraphicFramePr>
          <p:nvPr/>
        </p:nvGraphicFramePr>
        <p:xfrm>
          <a:off x="800000" y="1300000"/>
          <a:ext cx="7544000" cy="4200000"/>
        </p:xfrm>
        <a:graphic>
          <a:graphicData uri="http://schemas.openxmlformats.org/drawingml/2006/table">
            <a:tbl>
              <a:tblPr firstRow="1" bandRow="1">
                <a:tableStyleId>{5C22544A-7EE6-4342-B048-85BDC9FD1C3A}</a:tableStyleId>
              </a:tblPr>
              <a:tblGrid>
                <a:gridCol w="3300000">
                  <a:extLst>
                    <a:ext uri="{9D8B030D-6E8A-4147-A177-3AD203B41FA5}">
                      <a16:colId xmlns:a16="http://schemas.microsoft.com/office/drawing/2014/main" val="20000"/>
                    </a:ext>
                  </a:extLst>
                </a:gridCol>
                <a:gridCol w="2000000">
                  <a:extLst>
                    <a:ext uri="{9D8B030D-6E8A-4147-A177-3AD203B41FA5}">
                      <a16:colId xmlns:a16="http://schemas.microsoft.com/office/drawing/2014/main" val="20001"/>
                    </a:ext>
                  </a:extLst>
                </a:gridCol>
                <a:gridCol w="2244000">
                  <a:extLst>
                    <a:ext uri="{9D8B030D-6E8A-4147-A177-3AD203B41FA5}">
                      <a16:colId xmlns:a16="http://schemas.microsoft.com/office/drawing/2014/main" val="20002"/>
                    </a:ext>
                  </a:extLst>
                </a:gridCol>
              </a:tblGrid>
              <a:tr h="525000">
                <a:tc>
                  <a:txBody>
                    <a:bodyPr/>
                    <a:lstStyle/>
                    <a:p>
                      <a:pPr algn="ctr"/>
                      <a:r>
                        <a:rPr sz="1600" b="1"/>
                        <a:t>Değişken</a:t>
                      </a:r>
                    </a:p>
                  </a:txBody>
                  <a:tcPr marT="20000" marB="20000" anchor="ctr"/>
                </a:tc>
                <a:tc>
                  <a:txBody>
                    <a:bodyPr/>
                    <a:lstStyle/>
                    <a:p>
                      <a:pPr algn="ctr"/>
                      <a:r>
                        <a:rPr sz="1600" b="1"/>
                        <a:t>Ölçek</a:t>
                      </a:r>
                    </a:p>
                  </a:txBody>
                  <a:tcPr marT="20000" marB="20000" anchor="ctr"/>
                </a:tc>
                <a:tc>
                  <a:txBody>
                    <a:bodyPr/>
                    <a:lstStyle/>
                    <a:p>
                      <a:pPr algn="ctr"/>
                      <a:r>
                        <a:rPr sz="1600" b="1"/>
                        <a:t>Değişken türü</a:t>
                      </a:r>
                    </a:p>
                  </a:txBody>
                  <a:tcPr marT="20000" marB="20000" anchor="ctr"/>
                </a:tc>
                <a:extLst>
                  <a:ext uri="{0D108BD9-81ED-4DB2-BD59-A6C34878D82A}">
                    <a16:rowId xmlns:a16="http://schemas.microsoft.com/office/drawing/2014/main" val="10000"/>
                  </a:ext>
                </a:extLst>
              </a:tr>
              <a:tr h="525000">
                <a:tc>
                  <a:txBody>
                    <a:bodyPr/>
                    <a:lstStyle/>
                    <a:p>
                      <a:pPr algn="ctr"/>
                      <a:r>
                        <a:rPr sz="1600" b="0"/>
                        <a:t>Cinsiyet</a:t>
                      </a:r>
                    </a:p>
                  </a:txBody>
                  <a:tcPr marT="20000" marB="20000" anchor="ctr"/>
                </a:tc>
                <a:tc>
                  <a:txBody>
                    <a:bodyPr/>
                    <a:lstStyle/>
                    <a:p>
                      <a:pPr algn="ctr"/>
                      <a:r>
                        <a:rPr sz="1600" b="0"/>
                        <a:t>Nominal</a:t>
                      </a:r>
                    </a:p>
                  </a:txBody>
                  <a:tcPr marT="20000" marB="20000" anchor="ctr"/>
                </a:tc>
                <a:tc>
                  <a:txBody>
                    <a:bodyPr/>
                    <a:lstStyle/>
                    <a:p>
                      <a:pPr algn="ctr"/>
                      <a:r>
                        <a:rPr sz="1600" b="0"/>
                        <a:t>Kategorik</a:t>
                      </a:r>
                    </a:p>
                  </a:txBody>
                  <a:tcPr marT="20000" marB="20000" anchor="ctr"/>
                </a:tc>
                <a:extLst>
                  <a:ext uri="{0D108BD9-81ED-4DB2-BD59-A6C34878D82A}">
                    <a16:rowId xmlns:a16="http://schemas.microsoft.com/office/drawing/2014/main" val="10001"/>
                  </a:ext>
                </a:extLst>
              </a:tr>
              <a:tr h="525000">
                <a:tc>
                  <a:txBody>
                    <a:bodyPr/>
                    <a:lstStyle/>
                    <a:p>
                      <a:pPr algn="ctr"/>
                      <a:r>
                        <a:rPr sz="1600" b="0"/>
                        <a:t>Mezhep</a:t>
                      </a:r>
                    </a:p>
                  </a:txBody>
                  <a:tcPr marT="20000" marB="20000" anchor="ctr"/>
                </a:tc>
                <a:tc>
                  <a:txBody>
                    <a:bodyPr/>
                    <a:lstStyle/>
                    <a:p>
                      <a:pPr algn="ctr"/>
                      <a:r>
                        <a:rPr sz="1600" b="0"/>
                        <a:t>Nominal</a:t>
                      </a:r>
                    </a:p>
                  </a:txBody>
                  <a:tcPr marT="20000" marB="20000" anchor="ctr"/>
                </a:tc>
                <a:tc>
                  <a:txBody>
                    <a:bodyPr/>
                    <a:lstStyle/>
                    <a:p>
                      <a:pPr algn="ctr"/>
                      <a:r>
                        <a:rPr sz="1600" b="0"/>
                        <a:t>Kategorik</a:t>
                      </a:r>
                    </a:p>
                  </a:txBody>
                  <a:tcPr marT="20000" marB="20000" anchor="ctr"/>
                </a:tc>
                <a:extLst>
                  <a:ext uri="{0D108BD9-81ED-4DB2-BD59-A6C34878D82A}">
                    <a16:rowId xmlns:a16="http://schemas.microsoft.com/office/drawing/2014/main" val="10002"/>
                  </a:ext>
                </a:extLst>
              </a:tr>
              <a:tr h="525000">
                <a:tc>
                  <a:txBody>
                    <a:bodyPr/>
                    <a:lstStyle/>
                    <a:p>
                      <a:pPr algn="ctr"/>
                      <a:r>
                        <a:rPr sz="1600" b="0"/>
                        <a:t>Namaz sıklığı</a:t>
                      </a:r>
                    </a:p>
                  </a:txBody>
                  <a:tcPr marT="20000" marB="20000" anchor="ctr"/>
                </a:tc>
                <a:tc>
                  <a:txBody>
                    <a:bodyPr/>
                    <a:lstStyle/>
                    <a:p>
                      <a:pPr algn="ctr"/>
                      <a:r>
                        <a:rPr sz="1600" b="0"/>
                        <a:t>Ordinal</a:t>
                      </a:r>
                    </a:p>
                  </a:txBody>
                  <a:tcPr marT="20000" marB="20000" anchor="ctr"/>
                </a:tc>
                <a:tc>
                  <a:txBody>
                    <a:bodyPr/>
                    <a:lstStyle/>
                    <a:p>
                      <a:pPr algn="ctr"/>
                      <a:r>
                        <a:rPr sz="1600" b="0"/>
                        <a:t>Sıralı</a:t>
                      </a:r>
                    </a:p>
                  </a:txBody>
                  <a:tcPr marT="20000" marB="20000" anchor="ctr"/>
                </a:tc>
                <a:extLst>
                  <a:ext uri="{0D108BD9-81ED-4DB2-BD59-A6C34878D82A}">
                    <a16:rowId xmlns:a16="http://schemas.microsoft.com/office/drawing/2014/main" val="10003"/>
                  </a:ext>
                </a:extLst>
              </a:tr>
              <a:tr h="525000">
                <a:tc>
                  <a:txBody>
                    <a:bodyPr/>
                    <a:lstStyle/>
                    <a:p>
                      <a:pPr algn="ctr"/>
                      <a:r>
                        <a:rPr sz="1600" b="0"/>
                        <a:t>Kardeş sayısı</a:t>
                      </a:r>
                    </a:p>
                  </a:txBody>
                  <a:tcPr marT="20000" marB="20000" anchor="ctr"/>
                </a:tc>
                <a:tc>
                  <a:txBody>
                    <a:bodyPr/>
                    <a:lstStyle/>
                    <a:p>
                      <a:pPr algn="ctr"/>
                      <a:r>
                        <a:rPr sz="1600" b="0"/>
                        <a:t>Oran</a:t>
                      </a:r>
                    </a:p>
                  </a:txBody>
                  <a:tcPr marT="20000" marB="20000" anchor="ctr"/>
                </a:tc>
                <a:tc>
                  <a:txBody>
                    <a:bodyPr/>
                    <a:lstStyle/>
                    <a:p>
                      <a:pPr algn="ctr"/>
                      <a:r>
                        <a:rPr sz="1600" b="0"/>
                        <a:t>Nicel, kesikli</a:t>
                      </a:r>
                    </a:p>
                  </a:txBody>
                  <a:tcPr marT="20000" marB="20000" anchor="ctr"/>
                </a:tc>
                <a:extLst>
                  <a:ext uri="{0D108BD9-81ED-4DB2-BD59-A6C34878D82A}">
                    <a16:rowId xmlns:a16="http://schemas.microsoft.com/office/drawing/2014/main" val="10004"/>
                  </a:ext>
                </a:extLst>
              </a:tr>
              <a:tr h="525000">
                <a:tc>
                  <a:txBody>
                    <a:bodyPr/>
                    <a:lstStyle/>
                    <a:p>
                      <a:pPr algn="ctr"/>
                      <a:r>
                        <a:rPr sz="1600" b="0"/>
                        <a:t>Yaş (tam yıl)</a:t>
                      </a:r>
                    </a:p>
                  </a:txBody>
                  <a:tcPr marT="20000" marB="20000" anchor="ctr"/>
                </a:tc>
                <a:tc>
                  <a:txBody>
                    <a:bodyPr/>
                    <a:lstStyle/>
                    <a:p>
                      <a:pPr algn="ctr"/>
                      <a:r>
                        <a:rPr sz="1600" b="0"/>
                        <a:t>Oran</a:t>
                      </a:r>
                    </a:p>
                  </a:txBody>
                  <a:tcPr marT="20000" marB="20000" anchor="ctr"/>
                </a:tc>
                <a:tc>
                  <a:txBody>
                    <a:bodyPr/>
                    <a:lstStyle/>
                    <a:p>
                      <a:pPr algn="ctr"/>
                      <a:r>
                        <a:rPr sz="1600" b="0"/>
                        <a:t>Nicel</a:t>
                      </a:r>
                    </a:p>
                  </a:txBody>
                  <a:tcPr marT="20000" marB="20000" anchor="ctr"/>
                </a:tc>
                <a:extLst>
                  <a:ext uri="{0D108BD9-81ED-4DB2-BD59-A6C34878D82A}">
                    <a16:rowId xmlns:a16="http://schemas.microsoft.com/office/drawing/2014/main" val="10005"/>
                  </a:ext>
                </a:extLst>
              </a:tr>
              <a:tr h="525000">
                <a:tc>
                  <a:txBody>
                    <a:bodyPr/>
                    <a:lstStyle/>
                    <a:p>
                      <a:pPr algn="ctr"/>
                      <a:r>
                        <a:rPr sz="1600" b="0"/>
                        <a:t>Haftalık Kur'an okuma (dk)</a:t>
                      </a:r>
                    </a:p>
                  </a:txBody>
                  <a:tcPr marT="20000" marB="20000" anchor="ctr"/>
                </a:tc>
                <a:tc>
                  <a:txBody>
                    <a:bodyPr/>
                    <a:lstStyle/>
                    <a:p>
                      <a:pPr algn="ctr"/>
                      <a:r>
                        <a:rPr sz="1600" b="0"/>
                        <a:t>Oran</a:t>
                      </a:r>
                    </a:p>
                  </a:txBody>
                  <a:tcPr marT="20000" marB="20000" anchor="ctr"/>
                </a:tc>
                <a:tc>
                  <a:txBody>
                    <a:bodyPr/>
                    <a:lstStyle/>
                    <a:p>
                      <a:pPr algn="ctr"/>
                      <a:r>
                        <a:rPr sz="1600" b="0"/>
                        <a:t>Nicel, sürekli</a:t>
                      </a:r>
                    </a:p>
                  </a:txBody>
                  <a:tcPr marT="20000" marB="20000" anchor="ctr"/>
                </a:tc>
                <a:extLst>
                  <a:ext uri="{0D108BD9-81ED-4DB2-BD59-A6C34878D82A}">
                    <a16:rowId xmlns:a16="http://schemas.microsoft.com/office/drawing/2014/main" val="10006"/>
                  </a:ext>
                </a:extLst>
              </a:tr>
              <a:tr h="525000">
                <a:tc>
                  <a:txBody>
                    <a:bodyPr/>
                    <a:lstStyle/>
                    <a:p>
                      <a:pPr algn="ctr"/>
                      <a:r>
                        <a:rPr sz="1600" b="0"/>
                        <a:t>Dindarlık puanı (10-50)</a:t>
                      </a:r>
                    </a:p>
                  </a:txBody>
                  <a:tcPr marT="20000" marB="20000" anchor="ctr"/>
                </a:tc>
                <a:tc>
                  <a:txBody>
                    <a:bodyPr/>
                    <a:lstStyle/>
                    <a:p>
                      <a:pPr algn="ctr"/>
                      <a:r>
                        <a:rPr sz="1600" b="0"/>
                        <a:t>Aralık (kabul)</a:t>
                      </a:r>
                    </a:p>
                  </a:txBody>
                  <a:tcPr marT="20000" marB="20000" anchor="ctr"/>
                </a:tc>
                <a:tc>
                  <a:txBody>
                    <a:bodyPr/>
                    <a:lstStyle/>
                    <a:p>
                      <a:pPr algn="ctr"/>
                      <a:r>
                        <a:rPr sz="1600" b="0"/>
                        <a:t>Nicel</a:t>
                      </a:r>
                    </a:p>
                  </a:txBody>
                  <a:tcPr marT="20000" marB="20000" anchor="ctr"/>
                </a:tc>
                <a:extLst>
                  <a:ext uri="{0D108BD9-81ED-4DB2-BD59-A6C34878D82A}">
                    <a16:rowId xmlns:a16="http://schemas.microsoft.com/office/drawing/2014/main" val="10007"/>
                  </a:ext>
                </a:extLst>
              </a:tr>
            </a:tbl>
          </a:graphicData>
        </a:graphic>
      </p:graphicFrame>
      <p:sp>
        <p:nvSpPr>
          <p:cNvPr id="43013" name="TextBox 43012"/>
          <p:cNvSpPr txBox="1"/>
          <p:nvPr/>
        </p:nvSpPr>
        <p:spPr>
          <a:xfrm>
            <a:off x="800000" y="5650000"/>
            <a:ext cx="7544000" cy="500000"/>
          </a:xfrm>
          <a:prstGeom prst="rect">
            <a:avLst/>
          </a:prstGeom>
          <a:noFill/>
        </p:spPr>
        <p:txBody>
          <a:bodyPr wrap="square">
            <a:spAutoFit/>
          </a:bodyPr>
          <a:lstStyle/>
          <a:p>
            <a:r>
              <a:rPr sz="1400" b="0" i="1">
                <a:solidFill>
                  <a:srgbClr val="595959"/>
                </a:solidFill>
              </a:rPr>
              <a:t>Dindarlık puanında 0 yoktur; en düşük puan 10'dur ve dindarlığın yokluğu anlamına gelmez.</a:t>
            </a:r>
          </a:p>
        </p:txBody>
      </p:sp>
      <p:sp>
        <p:nvSpPr>
          <p:cNvPr id="43014"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52</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Etkinlik: Değişkenim Hangi Ölçekte?</a:t>
            </a:r>
            <a:endParaRPr lang="tr-TR" altLang="tr-TR" sz="3600" dirty="0">
              <a:solidFill>
                <a:srgbClr val="92D050"/>
              </a:solidFill>
            </a:endParaRPr>
          </a:p>
        </p:txBody>
      </p:sp>
      <p:sp>
        <p:nvSpPr>
          <p:cNvPr id="43012" name="Rectangle 3">
            <a:extLst>
              <a:ext uri="{FF2B5EF4-FFF2-40B4-BE49-F238E27FC236}">
                <a16:creationId xmlns:a16="http://schemas.microsoft.com/office/drawing/2014/main" id="{2B3B72A8-077D-4EF5-E711-69D1A798579B}"/>
              </a:ext>
            </a:extLst>
          </p:cNvPr>
          <p:cNvSpPr>
            <a:spLocks noGrp="1" noChangeArrowheads="1"/>
          </p:cNvSpPr>
          <p:nvPr>
            <p:ph type="body" idx="1"/>
          </p:nvPr>
        </p:nvSpPr>
        <p:spPr>
          <a:xfrm>
            <a:off x="76200" y="1600200"/>
            <a:ext cx="8915400" cy="5181600"/>
          </a:xfrm>
        </p:spPr>
        <p:txBody>
          <a:bodyPr>
            <a:noAutofit/>
          </a:bodyPr>
          <a:lstStyle/>
          <a:p>
            <a:pPr algn="just" eaLnBrk="1" hangingPunct="1">
              <a:lnSpc>
                <a:spcPct val="125000"/>
              </a:lnSpc>
            </a:pPr>
            <a:r>
              <a:rPr lang="tr-TR" altLang="tr-TR" sz="2200" dirty="0"/>
              <a:t>1. Tez konunuzdan 3 değişken yazın.</a:t>
            </a:r>
          </a:p>
          <a:p>
            <a:pPr algn="just" eaLnBrk="1" hangingPunct="1">
              <a:lnSpc>
                <a:spcPct val="125000"/>
              </a:lnSpc>
            </a:pPr>
            <a:r>
              <a:rPr lang="tr-TR" altLang="tr-TR" sz="2200" dirty="0"/>
              <a:t>2. Her birinin ölçeğini kendiniz belirleyin, nedenini bir cümleyle yazın.</a:t>
            </a:r>
          </a:p>
          <a:p>
            <a:pPr algn="just" eaLnBrk="1" hangingPunct="1">
              <a:lnSpc>
                <a:spcPct val="125000"/>
              </a:lnSpc>
            </a:pPr>
            <a:r>
              <a:rPr lang="tr-TR" altLang="tr-TR" sz="2200" dirty="0"/>
              <a:t>3. Aynı soruyu bir yapay zeka aracına sorun: “Tezimde şu değişkenler var: … Her biri hangi ölçek türündedir? Nedenini açıkla.”</a:t>
            </a:r>
          </a:p>
          <a:p>
            <a:pPr algn="just" eaLnBrk="1" hangingPunct="1">
              <a:lnSpc>
                <a:spcPct val="125000"/>
              </a:lnSpc>
            </a:pPr>
            <a:r>
              <a:rPr lang="tr-TR" altLang="tr-TR" sz="2200" dirty="0"/>
              <a:t>4. Karşılaştırın: Cevaplar farklıysa hangisi haklı, neden? Likert maddeleri için ne dedi?</a:t>
            </a:r>
          </a:p>
          <a:p>
            <a:pPr algn="just" eaLnBrk="1" hangingPunct="1">
              <a:lnSpc>
                <a:spcPct val="125000"/>
              </a:lnSpc>
            </a:pPr>
            <a:r>
              <a:rPr lang="tr-TR" altLang="tr-TR" sz="2200" dirty="0"/>
              <a:t>Yapay zekanın cevabını denetleyebilmek için konuyu bilmek gerekir.</a:t>
            </a:r>
          </a:p>
        </p:txBody>
      </p:sp>
      <p:sp>
        <p:nvSpPr>
          <p:cNvPr id="4301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5 Slayt Numarası Yer Tutucusu">
            <a:extLst>
              <a:ext uri="{FF2B5EF4-FFF2-40B4-BE49-F238E27FC236}">
                <a16:creationId xmlns:a16="http://schemas.microsoft.com/office/drawing/2014/main" id="{D3139BF9-2A3E-C83D-9C1C-B2A284DF0DF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0AFA475-3293-4A95-8FA0-7C2C7D59A3EB}" type="slidenum">
              <a:rPr lang="tr-TR" altLang="tr-TR" b="0" i="0"/>
              <a:pPr eaLnBrk="1" hangingPunct="1"/>
              <a:t>53</a:t>
            </a:fld>
            <a:endParaRPr lang="tr-TR" altLang="tr-TR" b="0" i="0"/>
          </a:p>
        </p:txBody>
      </p:sp>
      <p:sp>
        <p:nvSpPr>
          <p:cNvPr id="4098" name="Rectangle 2">
            <a:extLst>
              <a:ext uri="{FF2B5EF4-FFF2-40B4-BE49-F238E27FC236}">
                <a16:creationId xmlns:a16="http://schemas.microsoft.com/office/drawing/2014/main" id="{F0139987-DAAB-9343-CAB5-9A3BA0F3C192}"/>
              </a:ext>
            </a:extLst>
          </p:cNvPr>
          <p:cNvSpPr>
            <a:spLocks noGrp="1" noChangeArrowheads="1"/>
          </p:cNvSpPr>
          <p:nvPr>
            <p:ph type="ctrTitle"/>
          </p:nvPr>
        </p:nvSpPr>
        <p:spPr>
          <a:xfrm>
            <a:off x="533400" y="1752600"/>
            <a:ext cx="7772400" cy="1470025"/>
          </a:xfrm>
        </p:spPr>
        <p:txBody>
          <a:bodyPr/>
          <a:lstStyle/>
          <a:p>
            <a:pPr eaLnBrk="1" hangingPunct="1">
              <a:defRPr/>
            </a:pPr>
            <a:r>
              <a:rPr lang="tr-TR" sz="6000" b="1" u="sng">
                <a:effectLst>
                  <a:outerShdw blurRad="38100" dist="38100" dir="2700000" algn="tl">
                    <a:srgbClr val="C0C0C0"/>
                  </a:outerShdw>
                </a:effectLst>
              </a:rPr>
              <a:t>4. Verinin Düzenlenmesi ve Sunumu</a:t>
            </a:r>
          </a:p>
        </p:txBody>
      </p:sp>
      <p:sp>
        <p:nvSpPr>
          <p:cNvPr id="1126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5 Slayt Numarası Yer Tutucusu">
            <a:extLst>
              <a:ext uri="{FF2B5EF4-FFF2-40B4-BE49-F238E27FC236}">
                <a16:creationId xmlns:a16="http://schemas.microsoft.com/office/drawing/2014/main" id="{01FBB6FD-8BE4-6180-BA1E-C06E0EB8F2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5B9FDF1E-37F4-41F3-B5E8-3B9582E28FC2}" type="slidenum">
              <a:rPr lang="tr-TR" altLang="tr-TR" b="0" i="0"/>
              <a:pPr eaLnBrk="1" hangingPunct="1"/>
              <a:t>54</a:t>
            </a:fld>
            <a:endParaRPr lang="tr-TR" altLang="tr-TR" b="0" i="0"/>
          </a:p>
        </p:txBody>
      </p:sp>
      <p:sp>
        <p:nvSpPr>
          <p:cNvPr id="51203" name="Rectangle 2">
            <a:extLst>
              <a:ext uri="{FF2B5EF4-FFF2-40B4-BE49-F238E27FC236}">
                <a16:creationId xmlns:a16="http://schemas.microsoft.com/office/drawing/2014/main" id="{8BBF1463-D8A5-B479-7246-CAEC39C3779E}"/>
              </a:ext>
            </a:extLst>
          </p:cNvPr>
          <p:cNvSpPr>
            <a:spLocks noGrp="1" noChangeArrowheads="1"/>
          </p:cNvSpPr>
          <p:nvPr>
            <p:ph type="title"/>
          </p:nvPr>
        </p:nvSpPr>
        <p:spPr>
          <a:xfrm>
            <a:off x="381000" y="304801"/>
            <a:ext cx="8534400" cy="990600"/>
          </a:xfrm>
        </p:spPr>
        <p:txBody>
          <a:bodyPr/>
          <a:lstStyle/>
          <a:p>
            <a:pPr algn="l" eaLnBrk="1" hangingPunct="1"/>
            <a:r>
              <a:rPr lang="tr-TR" altLang="tr-TR" sz="3200" dirty="0">
                <a:solidFill>
                  <a:srgbClr val="C00000"/>
                </a:solidFill>
              </a:rPr>
              <a:t>VERİLERİN DERLENMESİ VE SUNUMU</a:t>
            </a:r>
          </a:p>
        </p:txBody>
      </p:sp>
      <p:sp>
        <p:nvSpPr>
          <p:cNvPr id="51204" name="Rectangle 3">
            <a:extLst>
              <a:ext uri="{FF2B5EF4-FFF2-40B4-BE49-F238E27FC236}">
                <a16:creationId xmlns:a16="http://schemas.microsoft.com/office/drawing/2014/main" id="{33C3A72A-9AA2-2855-CFBC-218FB3205588}"/>
              </a:ext>
            </a:extLst>
          </p:cNvPr>
          <p:cNvSpPr>
            <a:spLocks noGrp="1" noChangeArrowheads="1"/>
          </p:cNvSpPr>
          <p:nvPr>
            <p:ph type="body" idx="1"/>
          </p:nvPr>
        </p:nvSpPr>
        <p:spPr>
          <a:xfrm>
            <a:off x="304800" y="1600200"/>
            <a:ext cx="8458200" cy="3687763"/>
          </a:xfrm>
        </p:spPr>
        <p:txBody>
          <a:bodyPr/>
          <a:lstStyle/>
          <a:p>
            <a:pPr marL="92075" indent="-92075" algn="just" eaLnBrk="1" hangingPunct="1">
              <a:lnSpc>
                <a:spcPct val="150000"/>
              </a:lnSpc>
            </a:pPr>
            <a:r>
              <a:rPr lang="tr-TR" altLang="tr-TR" sz="2800" dirty="0"/>
              <a:t>Anakütleden alınan örnek yardımıyla elde edilen verilerin </a:t>
            </a:r>
            <a:r>
              <a:rPr lang="tr-TR" altLang="tr-TR" sz="2800" b="1" dirty="0"/>
              <a:t>şans değişkeninin türüne göre sınıflandırıldıktan veya gruplandıktan</a:t>
            </a:r>
            <a:r>
              <a:rPr lang="tr-TR" altLang="tr-TR" sz="2800" dirty="0"/>
              <a:t> sonra çizelgeler ve grafikler halinde bir diğer analize hazır olmak üzere gerekli karar vericilere sunulur. </a:t>
            </a:r>
          </a:p>
        </p:txBody>
      </p:sp>
      <p:sp>
        <p:nvSpPr>
          <p:cNvPr id="51205"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5 Slayt Numarası Yer Tutucusu">
            <a:extLst>
              <a:ext uri="{FF2B5EF4-FFF2-40B4-BE49-F238E27FC236}">
                <a16:creationId xmlns:a16="http://schemas.microsoft.com/office/drawing/2014/main" id="{E99D8F7F-3882-8711-CB6D-FE57BC4D6C0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B222D9B2-9825-43E8-9466-3F0C628CDCAC}" type="slidenum">
              <a:rPr lang="tr-TR" altLang="tr-TR" b="0" i="0"/>
              <a:pPr eaLnBrk="1" hangingPunct="1"/>
              <a:t>55</a:t>
            </a:fld>
            <a:endParaRPr lang="tr-TR" altLang="tr-TR" b="0" i="0"/>
          </a:p>
        </p:txBody>
      </p:sp>
      <p:sp>
        <p:nvSpPr>
          <p:cNvPr id="52227" name="Rectangle 2">
            <a:extLst>
              <a:ext uri="{FF2B5EF4-FFF2-40B4-BE49-F238E27FC236}">
                <a16:creationId xmlns:a16="http://schemas.microsoft.com/office/drawing/2014/main" id="{6916AF28-2ED4-994A-0602-FAAD20FE2E7F}"/>
              </a:ext>
            </a:extLst>
          </p:cNvPr>
          <p:cNvSpPr>
            <a:spLocks noChangeArrowheads="1"/>
          </p:cNvSpPr>
          <p:nvPr/>
        </p:nvSpPr>
        <p:spPr bwMode="auto">
          <a:xfrm>
            <a:off x="1447800" y="171450"/>
            <a:ext cx="70866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nchorCtr="1"/>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eaLnBrk="1" hangingPunct="1">
              <a:lnSpc>
                <a:spcPct val="95000"/>
              </a:lnSpc>
            </a:pPr>
            <a:r>
              <a:rPr lang="tr-TR" altLang="tr-TR" sz="4400" b="0" i="0">
                <a:solidFill>
                  <a:schemeClr val="tx2"/>
                </a:solidFill>
                <a:latin typeface="Times New Roman" panose="02020603050405020304" pitchFamily="18" charset="0"/>
              </a:rPr>
              <a:t> </a:t>
            </a:r>
          </a:p>
        </p:txBody>
      </p:sp>
      <p:sp>
        <p:nvSpPr>
          <p:cNvPr id="52228" name="Text Box 3">
            <a:extLst>
              <a:ext uri="{FF2B5EF4-FFF2-40B4-BE49-F238E27FC236}">
                <a16:creationId xmlns:a16="http://schemas.microsoft.com/office/drawing/2014/main" id="{7C43CCBB-D138-0AA0-E82D-FF076FFEE940}"/>
              </a:ext>
            </a:extLst>
          </p:cNvPr>
          <p:cNvSpPr txBox="1">
            <a:spLocks noChangeArrowheads="1"/>
          </p:cNvSpPr>
          <p:nvPr/>
        </p:nvSpPr>
        <p:spPr bwMode="auto">
          <a:xfrm>
            <a:off x="3733800" y="1600200"/>
            <a:ext cx="1371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3200" b="0" i="0" u="sng" dirty="0">
                <a:solidFill>
                  <a:srgbClr val="232323"/>
                </a:solidFill>
                <a:latin typeface="Times New Roman" panose="02020603050405020304" pitchFamily="18" charset="0"/>
              </a:rPr>
              <a:t>VERİ</a:t>
            </a:r>
            <a:endParaRPr lang="tr-TR" altLang="tr-TR" sz="3200" b="0" i="0" dirty="0">
              <a:latin typeface="Times New Roman" panose="02020603050405020304" pitchFamily="18" charset="0"/>
            </a:endParaRPr>
          </a:p>
        </p:txBody>
      </p:sp>
      <p:sp>
        <p:nvSpPr>
          <p:cNvPr id="52229" name="Text Box 4">
            <a:extLst>
              <a:ext uri="{FF2B5EF4-FFF2-40B4-BE49-F238E27FC236}">
                <a16:creationId xmlns:a16="http://schemas.microsoft.com/office/drawing/2014/main" id="{C807FB2E-69E9-E85D-62D6-8D23ED6537C3}"/>
              </a:ext>
            </a:extLst>
          </p:cNvPr>
          <p:cNvSpPr txBox="1">
            <a:spLocks noChangeArrowheads="1"/>
          </p:cNvSpPr>
          <p:nvPr/>
        </p:nvSpPr>
        <p:spPr bwMode="auto">
          <a:xfrm>
            <a:off x="1371600" y="2438400"/>
            <a:ext cx="304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2800" b="0" i="0" u="sng">
                <a:solidFill>
                  <a:srgbClr val="232323"/>
                </a:solidFill>
              </a:rPr>
              <a:t>Kesikli Veriler</a:t>
            </a:r>
            <a:endParaRPr lang="tr-TR" altLang="tr-TR" sz="2800" b="0" i="0">
              <a:solidFill>
                <a:srgbClr val="232323"/>
              </a:solidFill>
            </a:endParaRPr>
          </a:p>
        </p:txBody>
      </p:sp>
      <p:sp>
        <p:nvSpPr>
          <p:cNvPr id="52230" name="Text Box 5">
            <a:extLst>
              <a:ext uri="{FF2B5EF4-FFF2-40B4-BE49-F238E27FC236}">
                <a16:creationId xmlns:a16="http://schemas.microsoft.com/office/drawing/2014/main" id="{C066ED51-4E79-16BD-951E-3946C919F947}"/>
              </a:ext>
            </a:extLst>
          </p:cNvPr>
          <p:cNvSpPr txBox="1">
            <a:spLocks noChangeArrowheads="1"/>
          </p:cNvSpPr>
          <p:nvPr/>
        </p:nvSpPr>
        <p:spPr bwMode="auto">
          <a:xfrm>
            <a:off x="4800600" y="2438400"/>
            <a:ext cx="304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2800" b="0" i="0" u="sng">
                <a:solidFill>
                  <a:srgbClr val="232323"/>
                </a:solidFill>
              </a:rPr>
              <a:t>Sürekli Veriler</a:t>
            </a:r>
            <a:endParaRPr lang="tr-TR" altLang="tr-TR" sz="2800" b="0" i="0">
              <a:solidFill>
                <a:srgbClr val="232323"/>
              </a:solidFill>
            </a:endParaRPr>
          </a:p>
        </p:txBody>
      </p:sp>
      <p:sp>
        <p:nvSpPr>
          <p:cNvPr id="52231" name="Text Box 6">
            <a:extLst>
              <a:ext uri="{FF2B5EF4-FFF2-40B4-BE49-F238E27FC236}">
                <a16:creationId xmlns:a16="http://schemas.microsoft.com/office/drawing/2014/main" id="{A6A04D5D-0788-8ED9-5FC5-72ED6B4326BA}"/>
              </a:ext>
            </a:extLst>
          </p:cNvPr>
          <p:cNvSpPr txBox="1">
            <a:spLocks noChangeArrowheads="1"/>
          </p:cNvSpPr>
          <p:nvPr/>
        </p:nvSpPr>
        <p:spPr bwMode="auto">
          <a:xfrm>
            <a:off x="685800" y="3276600"/>
            <a:ext cx="152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spcBef>
                <a:spcPct val="50000"/>
              </a:spcBef>
            </a:pPr>
            <a:r>
              <a:rPr lang="tr-TR" altLang="tr-TR" sz="2400" b="0" i="0">
                <a:solidFill>
                  <a:srgbClr val="232323"/>
                </a:solidFill>
              </a:rPr>
              <a:t>Tablo </a:t>
            </a:r>
            <a:r>
              <a:rPr lang="tr-TR" altLang="tr-TR" sz="2400" b="0" i="0" u="sng">
                <a:solidFill>
                  <a:srgbClr val="232323"/>
                </a:solidFill>
              </a:rPr>
              <a:t>Metotları</a:t>
            </a:r>
            <a:endParaRPr lang="tr-TR" altLang="tr-TR" sz="2400" b="0" i="0">
              <a:solidFill>
                <a:srgbClr val="232323"/>
              </a:solidFill>
            </a:endParaRPr>
          </a:p>
        </p:txBody>
      </p:sp>
      <p:sp>
        <p:nvSpPr>
          <p:cNvPr id="52232" name="Text Box 7">
            <a:extLst>
              <a:ext uri="{FF2B5EF4-FFF2-40B4-BE49-F238E27FC236}">
                <a16:creationId xmlns:a16="http://schemas.microsoft.com/office/drawing/2014/main" id="{3D921CB0-AC6B-7927-FEF6-30FE95C60CB0}"/>
              </a:ext>
            </a:extLst>
          </p:cNvPr>
          <p:cNvSpPr txBox="1">
            <a:spLocks noChangeArrowheads="1"/>
          </p:cNvSpPr>
          <p:nvPr/>
        </p:nvSpPr>
        <p:spPr bwMode="auto">
          <a:xfrm>
            <a:off x="2362200" y="3276600"/>
            <a:ext cx="152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spcBef>
                <a:spcPct val="50000"/>
              </a:spcBef>
            </a:pPr>
            <a:r>
              <a:rPr lang="tr-TR" altLang="tr-TR" sz="2400" b="0" i="0">
                <a:solidFill>
                  <a:srgbClr val="232323"/>
                </a:solidFill>
              </a:rPr>
              <a:t>Grafik </a:t>
            </a:r>
            <a:r>
              <a:rPr lang="tr-TR" altLang="tr-TR" sz="2400" b="0" i="0" u="sng">
                <a:solidFill>
                  <a:srgbClr val="232323"/>
                </a:solidFill>
              </a:rPr>
              <a:t>Metotları</a:t>
            </a:r>
            <a:endParaRPr lang="tr-TR" altLang="tr-TR" sz="2400" b="0" i="0">
              <a:solidFill>
                <a:srgbClr val="232323"/>
              </a:solidFill>
            </a:endParaRPr>
          </a:p>
        </p:txBody>
      </p:sp>
      <p:sp>
        <p:nvSpPr>
          <p:cNvPr id="52233" name="Text Box 8">
            <a:extLst>
              <a:ext uri="{FF2B5EF4-FFF2-40B4-BE49-F238E27FC236}">
                <a16:creationId xmlns:a16="http://schemas.microsoft.com/office/drawing/2014/main" id="{7391FD6D-344A-1EC8-99D1-E082639D8944}"/>
              </a:ext>
            </a:extLst>
          </p:cNvPr>
          <p:cNvSpPr txBox="1">
            <a:spLocks noChangeArrowheads="1"/>
          </p:cNvSpPr>
          <p:nvPr/>
        </p:nvSpPr>
        <p:spPr bwMode="auto">
          <a:xfrm>
            <a:off x="4419600" y="3292475"/>
            <a:ext cx="152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spcBef>
                <a:spcPct val="50000"/>
              </a:spcBef>
            </a:pPr>
            <a:r>
              <a:rPr lang="tr-TR" altLang="tr-TR" sz="2400" b="0" i="0">
                <a:solidFill>
                  <a:srgbClr val="232323"/>
                </a:solidFill>
              </a:rPr>
              <a:t>Tablo </a:t>
            </a:r>
            <a:r>
              <a:rPr lang="tr-TR" altLang="tr-TR" sz="2400" b="0" i="0" u="sng">
                <a:solidFill>
                  <a:srgbClr val="232323"/>
                </a:solidFill>
              </a:rPr>
              <a:t>Metotları</a:t>
            </a:r>
            <a:endParaRPr lang="tr-TR" altLang="tr-TR" sz="2400" b="0" i="0">
              <a:solidFill>
                <a:srgbClr val="232323"/>
              </a:solidFill>
            </a:endParaRPr>
          </a:p>
        </p:txBody>
      </p:sp>
      <p:sp>
        <p:nvSpPr>
          <p:cNvPr id="52234" name="Text Box 9">
            <a:extLst>
              <a:ext uri="{FF2B5EF4-FFF2-40B4-BE49-F238E27FC236}">
                <a16:creationId xmlns:a16="http://schemas.microsoft.com/office/drawing/2014/main" id="{28237D80-42CD-22A2-DE7D-760D5E83DEF7}"/>
              </a:ext>
            </a:extLst>
          </p:cNvPr>
          <p:cNvSpPr txBox="1">
            <a:spLocks noChangeArrowheads="1"/>
          </p:cNvSpPr>
          <p:nvPr/>
        </p:nvSpPr>
        <p:spPr bwMode="auto">
          <a:xfrm>
            <a:off x="6477000" y="3292475"/>
            <a:ext cx="152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spcBef>
                <a:spcPct val="50000"/>
              </a:spcBef>
            </a:pPr>
            <a:r>
              <a:rPr lang="tr-TR" altLang="tr-TR" sz="2400" b="0" i="0">
                <a:solidFill>
                  <a:srgbClr val="232323"/>
                </a:solidFill>
              </a:rPr>
              <a:t>Grafik </a:t>
            </a:r>
            <a:r>
              <a:rPr lang="tr-TR" altLang="tr-TR" sz="2400" b="0" i="0" u="sng">
                <a:solidFill>
                  <a:srgbClr val="232323"/>
                </a:solidFill>
              </a:rPr>
              <a:t>Metotları</a:t>
            </a:r>
            <a:endParaRPr lang="tr-TR" altLang="tr-TR" sz="2400" b="0" i="0">
              <a:solidFill>
                <a:srgbClr val="232323"/>
              </a:solidFill>
            </a:endParaRPr>
          </a:p>
        </p:txBody>
      </p:sp>
      <p:sp>
        <p:nvSpPr>
          <p:cNvPr id="52235" name="Text Box 10">
            <a:extLst>
              <a:ext uri="{FF2B5EF4-FFF2-40B4-BE49-F238E27FC236}">
                <a16:creationId xmlns:a16="http://schemas.microsoft.com/office/drawing/2014/main" id="{890184DF-8A41-889A-EFFE-C536A6648C66}"/>
              </a:ext>
            </a:extLst>
          </p:cNvPr>
          <p:cNvSpPr txBox="1">
            <a:spLocks noChangeArrowheads="1"/>
          </p:cNvSpPr>
          <p:nvPr/>
        </p:nvSpPr>
        <p:spPr bwMode="auto">
          <a:xfrm>
            <a:off x="0" y="4267200"/>
            <a:ext cx="24384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2200" b="0" i="0">
                <a:solidFill>
                  <a:srgbClr val="232323"/>
                </a:solidFill>
              </a:rPr>
              <a:t>1.Frekans Dağ.</a:t>
            </a:r>
          </a:p>
          <a:p>
            <a:pPr>
              <a:spcBef>
                <a:spcPct val="50000"/>
              </a:spcBef>
            </a:pPr>
            <a:r>
              <a:rPr lang="tr-TR" altLang="tr-TR" sz="2200" b="0" i="0">
                <a:solidFill>
                  <a:srgbClr val="232323"/>
                </a:solidFill>
              </a:rPr>
              <a:t>2.Relatif Fr.Dağ.</a:t>
            </a:r>
            <a:endParaRPr lang="tr-TR" altLang="tr-TR" sz="2400" b="0" i="0">
              <a:solidFill>
                <a:srgbClr val="232323"/>
              </a:solidFill>
            </a:endParaRPr>
          </a:p>
        </p:txBody>
      </p:sp>
      <p:sp>
        <p:nvSpPr>
          <p:cNvPr id="52236" name="Text Box 11">
            <a:extLst>
              <a:ext uri="{FF2B5EF4-FFF2-40B4-BE49-F238E27FC236}">
                <a16:creationId xmlns:a16="http://schemas.microsoft.com/office/drawing/2014/main" id="{327E9DAB-92A6-9D78-E357-1889FA00013E}"/>
              </a:ext>
            </a:extLst>
          </p:cNvPr>
          <p:cNvSpPr txBox="1">
            <a:spLocks noChangeArrowheads="1"/>
          </p:cNvSpPr>
          <p:nvPr/>
        </p:nvSpPr>
        <p:spPr bwMode="auto">
          <a:xfrm>
            <a:off x="2286000" y="4267200"/>
            <a:ext cx="2438400"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2200" b="0" i="0">
                <a:solidFill>
                  <a:srgbClr val="232323"/>
                </a:solidFill>
              </a:rPr>
              <a:t>3.Çubuk gr.</a:t>
            </a:r>
          </a:p>
          <a:p>
            <a:pPr>
              <a:spcBef>
                <a:spcPct val="50000"/>
              </a:spcBef>
            </a:pPr>
            <a:r>
              <a:rPr lang="tr-TR" altLang="tr-TR" sz="2200" b="0" i="0">
                <a:solidFill>
                  <a:srgbClr val="232323"/>
                </a:solidFill>
              </a:rPr>
              <a:t>4.Daire gr.</a:t>
            </a:r>
          </a:p>
          <a:p>
            <a:pPr>
              <a:spcBef>
                <a:spcPct val="50000"/>
              </a:spcBef>
            </a:pPr>
            <a:r>
              <a:rPr lang="tr-TR" altLang="tr-TR" sz="2200" b="0" i="0">
                <a:solidFill>
                  <a:srgbClr val="232323"/>
                </a:solidFill>
              </a:rPr>
              <a:t>5.Çizgi gr.</a:t>
            </a:r>
          </a:p>
          <a:p>
            <a:pPr>
              <a:spcBef>
                <a:spcPct val="50000"/>
              </a:spcBef>
            </a:pPr>
            <a:r>
              <a:rPr lang="tr-TR" altLang="tr-TR" sz="2200" b="0" i="0">
                <a:solidFill>
                  <a:srgbClr val="232323"/>
                </a:solidFill>
              </a:rPr>
              <a:t>6.Kutu Grafiği*</a:t>
            </a:r>
            <a:endParaRPr lang="tr-TR" altLang="tr-TR" sz="2400" b="0" i="0">
              <a:solidFill>
                <a:srgbClr val="232323"/>
              </a:solidFill>
            </a:endParaRPr>
          </a:p>
        </p:txBody>
      </p:sp>
      <p:sp>
        <p:nvSpPr>
          <p:cNvPr id="52237" name="Text Box 12">
            <a:extLst>
              <a:ext uri="{FF2B5EF4-FFF2-40B4-BE49-F238E27FC236}">
                <a16:creationId xmlns:a16="http://schemas.microsoft.com/office/drawing/2014/main" id="{FD156B73-3CDC-A62C-F883-40383C61F1F0}"/>
              </a:ext>
            </a:extLst>
          </p:cNvPr>
          <p:cNvSpPr txBox="1">
            <a:spLocks noChangeArrowheads="1"/>
          </p:cNvSpPr>
          <p:nvPr/>
        </p:nvSpPr>
        <p:spPr bwMode="auto">
          <a:xfrm>
            <a:off x="4038600" y="4267200"/>
            <a:ext cx="2667000"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2200" b="0" i="0">
                <a:solidFill>
                  <a:srgbClr val="232323"/>
                </a:solidFill>
              </a:rPr>
              <a:t>7.Frekans Dağ.</a:t>
            </a:r>
          </a:p>
          <a:p>
            <a:pPr>
              <a:spcBef>
                <a:spcPct val="50000"/>
              </a:spcBef>
            </a:pPr>
            <a:r>
              <a:rPr lang="tr-TR" altLang="tr-TR" sz="2200" b="0" i="0">
                <a:solidFill>
                  <a:srgbClr val="232323"/>
                </a:solidFill>
              </a:rPr>
              <a:t>8.Rel.Fr.Dağ.</a:t>
            </a:r>
          </a:p>
          <a:p>
            <a:pPr>
              <a:spcBef>
                <a:spcPct val="50000"/>
              </a:spcBef>
            </a:pPr>
            <a:r>
              <a:rPr lang="tr-TR" altLang="tr-TR" sz="2200" b="0" i="0">
                <a:solidFill>
                  <a:srgbClr val="232323"/>
                </a:solidFill>
              </a:rPr>
              <a:t>9.Küm.Rel.Fr.Dağ.</a:t>
            </a:r>
          </a:p>
          <a:p>
            <a:pPr>
              <a:spcBef>
                <a:spcPct val="50000"/>
              </a:spcBef>
            </a:pPr>
            <a:endParaRPr lang="tr-TR" altLang="tr-TR" sz="2200" b="0" i="0">
              <a:solidFill>
                <a:srgbClr val="232323"/>
              </a:solidFill>
            </a:endParaRPr>
          </a:p>
        </p:txBody>
      </p:sp>
      <p:sp>
        <p:nvSpPr>
          <p:cNvPr id="52238" name="Text Box 13">
            <a:extLst>
              <a:ext uri="{FF2B5EF4-FFF2-40B4-BE49-F238E27FC236}">
                <a16:creationId xmlns:a16="http://schemas.microsoft.com/office/drawing/2014/main" id="{274FAE01-C760-6C2F-714F-E66EC5EDDED5}"/>
              </a:ext>
            </a:extLst>
          </p:cNvPr>
          <p:cNvSpPr txBox="1">
            <a:spLocks noChangeArrowheads="1"/>
          </p:cNvSpPr>
          <p:nvPr/>
        </p:nvSpPr>
        <p:spPr bwMode="auto">
          <a:xfrm>
            <a:off x="6400800" y="4191000"/>
            <a:ext cx="2819400" cy="22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2200" b="0" i="0">
                <a:solidFill>
                  <a:srgbClr val="232323"/>
                </a:solidFill>
              </a:rPr>
              <a:t> 10.Histogram</a:t>
            </a:r>
          </a:p>
          <a:p>
            <a:pPr>
              <a:spcBef>
                <a:spcPct val="50000"/>
              </a:spcBef>
            </a:pPr>
            <a:r>
              <a:rPr lang="tr-TR" altLang="tr-TR" sz="2200" b="0" i="0">
                <a:solidFill>
                  <a:srgbClr val="232323"/>
                </a:solidFill>
              </a:rPr>
              <a:t>11.Frekans Poligonu</a:t>
            </a:r>
          </a:p>
          <a:p>
            <a:pPr>
              <a:spcBef>
                <a:spcPct val="50000"/>
              </a:spcBef>
            </a:pPr>
            <a:r>
              <a:rPr lang="tr-TR" altLang="tr-TR" sz="2200" b="0" i="0">
                <a:solidFill>
                  <a:srgbClr val="232323"/>
                </a:solidFill>
              </a:rPr>
              <a:t>12. Gövde-Yaprak Gösterimi</a:t>
            </a:r>
          </a:p>
          <a:p>
            <a:pPr>
              <a:spcBef>
                <a:spcPct val="50000"/>
              </a:spcBef>
            </a:pPr>
            <a:r>
              <a:rPr lang="tr-TR" altLang="tr-TR" sz="2200" b="0" i="0">
                <a:solidFill>
                  <a:srgbClr val="232323"/>
                </a:solidFill>
              </a:rPr>
              <a:t>13.Kutu Grafiği*</a:t>
            </a:r>
          </a:p>
        </p:txBody>
      </p:sp>
      <p:sp>
        <p:nvSpPr>
          <p:cNvPr id="52239" name="Line 14">
            <a:extLst>
              <a:ext uri="{FF2B5EF4-FFF2-40B4-BE49-F238E27FC236}">
                <a16:creationId xmlns:a16="http://schemas.microsoft.com/office/drawing/2014/main" id="{B7AFA390-5867-0BD0-9696-8FAF6B2ACAE2}"/>
              </a:ext>
            </a:extLst>
          </p:cNvPr>
          <p:cNvSpPr>
            <a:spLocks noChangeShapeType="1"/>
          </p:cNvSpPr>
          <p:nvPr/>
        </p:nvSpPr>
        <p:spPr bwMode="auto">
          <a:xfrm>
            <a:off x="4343400" y="2057400"/>
            <a:ext cx="0" cy="381000"/>
          </a:xfrm>
          <a:prstGeom prst="line">
            <a:avLst/>
          </a:prstGeom>
          <a:noFill/>
          <a:ln w="12700">
            <a:solidFill>
              <a:srgbClr val="232323"/>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52240" name="Line 15">
            <a:extLst>
              <a:ext uri="{FF2B5EF4-FFF2-40B4-BE49-F238E27FC236}">
                <a16:creationId xmlns:a16="http://schemas.microsoft.com/office/drawing/2014/main" id="{612576BC-7490-DB6E-FED5-23D514F03421}"/>
              </a:ext>
            </a:extLst>
          </p:cNvPr>
          <p:cNvSpPr>
            <a:spLocks noChangeShapeType="1"/>
          </p:cNvSpPr>
          <p:nvPr/>
        </p:nvSpPr>
        <p:spPr bwMode="auto">
          <a:xfrm>
            <a:off x="2819400" y="2438400"/>
            <a:ext cx="3276600" cy="0"/>
          </a:xfrm>
          <a:prstGeom prst="line">
            <a:avLst/>
          </a:prstGeom>
          <a:noFill/>
          <a:ln w="12700">
            <a:solidFill>
              <a:srgbClr val="232323"/>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52241" name="Line 16">
            <a:extLst>
              <a:ext uri="{FF2B5EF4-FFF2-40B4-BE49-F238E27FC236}">
                <a16:creationId xmlns:a16="http://schemas.microsoft.com/office/drawing/2014/main" id="{DBBEB1B4-7B97-4D4A-1AEB-DADA0B6C132E}"/>
              </a:ext>
            </a:extLst>
          </p:cNvPr>
          <p:cNvSpPr>
            <a:spLocks noChangeShapeType="1"/>
          </p:cNvSpPr>
          <p:nvPr/>
        </p:nvSpPr>
        <p:spPr bwMode="auto">
          <a:xfrm>
            <a:off x="2438400" y="2819400"/>
            <a:ext cx="0" cy="457200"/>
          </a:xfrm>
          <a:prstGeom prst="line">
            <a:avLst/>
          </a:prstGeom>
          <a:noFill/>
          <a:ln w="12700">
            <a:solidFill>
              <a:srgbClr val="232323"/>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52242" name="Line 17">
            <a:extLst>
              <a:ext uri="{FF2B5EF4-FFF2-40B4-BE49-F238E27FC236}">
                <a16:creationId xmlns:a16="http://schemas.microsoft.com/office/drawing/2014/main" id="{EFF96B10-8CAD-A653-1C4D-E788D9F44941}"/>
              </a:ext>
            </a:extLst>
          </p:cNvPr>
          <p:cNvSpPr>
            <a:spLocks noChangeShapeType="1"/>
          </p:cNvSpPr>
          <p:nvPr/>
        </p:nvSpPr>
        <p:spPr bwMode="auto">
          <a:xfrm>
            <a:off x="1219200" y="3276600"/>
            <a:ext cx="2438400" cy="0"/>
          </a:xfrm>
          <a:prstGeom prst="line">
            <a:avLst/>
          </a:prstGeom>
          <a:noFill/>
          <a:ln w="12700">
            <a:solidFill>
              <a:srgbClr val="232323"/>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52243" name="Line 18">
            <a:extLst>
              <a:ext uri="{FF2B5EF4-FFF2-40B4-BE49-F238E27FC236}">
                <a16:creationId xmlns:a16="http://schemas.microsoft.com/office/drawing/2014/main" id="{7E141674-E624-466E-DA1C-745D77F91DE7}"/>
              </a:ext>
            </a:extLst>
          </p:cNvPr>
          <p:cNvSpPr>
            <a:spLocks noChangeShapeType="1"/>
          </p:cNvSpPr>
          <p:nvPr/>
        </p:nvSpPr>
        <p:spPr bwMode="auto">
          <a:xfrm>
            <a:off x="6096000" y="2819400"/>
            <a:ext cx="0" cy="457200"/>
          </a:xfrm>
          <a:prstGeom prst="line">
            <a:avLst/>
          </a:prstGeom>
          <a:noFill/>
          <a:ln w="12700">
            <a:solidFill>
              <a:srgbClr val="232323"/>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52244" name="Line 19">
            <a:extLst>
              <a:ext uri="{FF2B5EF4-FFF2-40B4-BE49-F238E27FC236}">
                <a16:creationId xmlns:a16="http://schemas.microsoft.com/office/drawing/2014/main" id="{214805E3-C350-1597-DF23-8A0477FB600F}"/>
              </a:ext>
            </a:extLst>
          </p:cNvPr>
          <p:cNvSpPr>
            <a:spLocks noChangeShapeType="1"/>
          </p:cNvSpPr>
          <p:nvPr/>
        </p:nvSpPr>
        <p:spPr bwMode="auto">
          <a:xfrm>
            <a:off x="4876800" y="3276600"/>
            <a:ext cx="2438400" cy="0"/>
          </a:xfrm>
          <a:prstGeom prst="line">
            <a:avLst/>
          </a:prstGeom>
          <a:noFill/>
          <a:ln w="12700">
            <a:solidFill>
              <a:srgbClr val="232323"/>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52245" name="Rectangle 20">
            <a:extLst>
              <a:ext uri="{FF2B5EF4-FFF2-40B4-BE49-F238E27FC236}">
                <a16:creationId xmlns:a16="http://schemas.microsoft.com/office/drawing/2014/main" id="{9F22CCAA-45DC-724B-844C-DA65C65C0817}"/>
              </a:ext>
            </a:extLst>
          </p:cNvPr>
          <p:cNvSpPr>
            <a:spLocks noGrp="1" noChangeArrowheads="1"/>
          </p:cNvSpPr>
          <p:nvPr>
            <p:ph type="title"/>
          </p:nvPr>
        </p:nvSpPr>
        <p:spPr>
          <a:xfrm>
            <a:off x="571500" y="419100"/>
            <a:ext cx="7772400" cy="990600"/>
          </a:xfrm>
        </p:spPr>
        <p:txBody>
          <a:bodyPr/>
          <a:lstStyle/>
          <a:p>
            <a:pPr eaLnBrk="1" hangingPunct="1"/>
            <a:r>
              <a:rPr lang="tr-TR" altLang="tr-TR" dirty="0">
                <a:solidFill>
                  <a:srgbClr val="C00000"/>
                </a:solidFill>
              </a:rPr>
              <a:t>Verilerin Organizasyonu</a:t>
            </a:r>
          </a:p>
        </p:txBody>
      </p:sp>
      <p:sp>
        <p:nvSpPr>
          <p:cNvPr id="52246" name="TextBox 52245"/>
          <p:cNvSpPr txBox="1"/>
          <p:nvPr/>
        </p:nvSpPr>
        <p:spPr>
          <a:xfrm>
            <a:off x="228600" y="6280000"/>
            <a:ext cx="6250000" cy="420000"/>
          </a:xfrm>
          <a:prstGeom prst="rect">
            <a:avLst/>
          </a:prstGeom>
          <a:noFill/>
        </p:spPr>
        <p:txBody>
          <a:bodyPr wrap="none">
            <a:spAutoFit/>
          </a:bodyPr>
          <a:lstStyle/>
          <a:p>
            <a:r>
              <a:rPr sz="1300" i="1">
                <a:solidFill>
                  <a:srgbClr val="595959"/>
                </a:solidFill>
              </a:rPr>
              <a:t>* Kutu grafiği, medyan ve çeyrekler konusundan sonra çizilebilir.</a:t>
            </a:r>
          </a:p>
        </p:txBody>
      </p:sp>
      <p:sp>
        <p:nvSpPr>
          <p:cNvPr id="5224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56</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Hangi Değişkene Hangi Tablo ve Grafik?</a:t>
            </a:r>
            <a:endParaRPr lang="tr-TR" altLang="tr-TR" sz="3600" dirty="0">
              <a:solidFill>
                <a:srgbClr val="92D050"/>
              </a:solidFill>
            </a:endParaRPr>
          </a:p>
        </p:txBody>
      </p:sp>
      <p:graphicFrame>
        <p:nvGraphicFramePr>
          <p:cNvPr id="43012" name="Table 43011"/>
          <p:cNvGraphicFramePr>
            <a:graphicFrameLocks noGrp="1"/>
          </p:cNvGraphicFramePr>
          <p:nvPr/>
        </p:nvGraphicFramePr>
        <p:xfrm>
          <a:off x="250000" y="1400000"/>
          <a:ext cx="8644000" cy="3900000"/>
        </p:xfrm>
        <a:graphic>
          <a:graphicData uri="http://schemas.openxmlformats.org/drawingml/2006/table">
            <a:tbl>
              <a:tblPr firstRow="1" bandRow="1">
                <a:tableStyleId>{5C22544A-7EE6-4342-B048-85BDC9FD1C3A}</a:tableStyleId>
              </a:tblPr>
              <a:tblGrid>
                <a:gridCol w="2000000">
                  <a:extLst>
                    <a:ext uri="{9D8B030D-6E8A-4147-A177-3AD203B41FA5}">
                      <a16:colId xmlns:a16="http://schemas.microsoft.com/office/drawing/2014/main" val="20000"/>
                    </a:ext>
                  </a:extLst>
                </a:gridCol>
                <a:gridCol w="2250000">
                  <a:extLst>
                    <a:ext uri="{9D8B030D-6E8A-4147-A177-3AD203B41FA5}">
                      <a16:colId xmlns:a16="http://schemas.microsoft.com/office/drawing/2014/main" val="20001"/>
                    </a:ext>
                  </a:extLst>
                </a:gridCol>
                <a:gridCol w="2194000">
                  <a:extLst>
                    <a:ext uri="{9D8B030D-6E8A-4147-A177-3AD203B41FA5}">
                      <a16:colId xmlns:a16="http://schemas.microsoft.com/office/drawing/2014/main" val="20002"/>
                    </a:ext>
                  </a:extLst>
                </a:gridCol>
                <a:gridCol w="2200000">
                  <a:extLst>
                    <a:ext uri="{9D8B030D-6E8A-4147-A177-3AD203B41FA5}">
                      <a16:colId xmlns:a16="http://schemas.microsoft.com/office/drawing/2014/main" val="20003"/>
                    </a:ext>
                  </a:extLst>
                </a:gridCol>
              </a:tblGrid>
              <a:tr h="780000">
                <a:tc>
                  <a:txBody>
                    <a:bodyPr/>
                    <a:lstStyle/>
                    <a:p>
                      <a:pPr algn="ctr"/>
                      <a:r>
                        <a:rPr sz="1500" b="1"/>
                        <a:t>Ölçek</a:t>
                      </a:r>
                    </a:p>
                  </a:txBody>
                  <a:tcPr marT="20000" marB="20000" anchor="ctr"/>
                </a:tc>
                <a:tc>
                  <a:txBody>
                    <a:bodyPr/>
                    <a:lstStyle/>
                    <a:p>
                      <a:pPr algn="ctr"/>
                      <a:r>
                        <a:rPr sz="1500" b="1"/>
                        <a:t>Veri setimizden</a:t>
                      </a:r>
                    </a:p>
                  </a:txBody>
                  <a:tcPr marT="20000" marB="20000" anchor="ctr"/>
                </a:tc>
                <a:tc>
                  <a:txBody>
                    <a:bodyPr/>
                    <a:lstStyle/>
                    <a:p>
                      <a:pPr algn="ctr"/>
                      <a:r>
                        <a:rPr sz="1500" b="1"/>
                        <a:t>Tablo</a:t>
                      </a:r>
                    </a:p>
                  </a:txBody>
                  <a:tcPr marT="20000" marB="20000" anchor="ctr"/>
                </a:tc>
                <a:tc>
                  <a:txBody>
                    <a:bodyPr/>
                    <a:lstStyle/>
                    <a:p>
                      <a:pPr algn="ctr"/>
                      <a:r>
                        <a:rPr sz="1500" b="1"/>
                        <a:t>Grafik</a:t>
                      </a:r>
                    </a:p>
                  </a:txBody>
                  <a:tcPr marT="20000" marB="20000" anchor="ctr"/>
                </a:tc>
                <a:extLst>
                  <a:ext uri="{0D108BD9-81ED-4DB2-BD59-A6C34878D82A}">
                    <a16:rowId xmlns:a16="http://schemas.microsoft.com/office/drawing/2014/main" val="10000"/>
                  </a:ext>
                </a:extLst>
              </a:tr>
              <a:tr h="780000">
                <a:tc>
                  <a:txBody>
                    <a:bodyPr/>
                    <a:lstStyle/>
                    <a:p>
                      <a:pPr algn="ctr"/>
                      <a:r>
                        <a:rPr sz="1500" b="0"/>
                        <a:t>Nominal</a:t>
                      </a:r>
                    </a:p>
                  </a:txBody>
                  <a:tcPr marT="20000" marB="20000" anchor="ctr"/>
                </a:tc>
                <a:tc>
                  <a:txBody>
                    <a:bodyPr/>
                    <a:lstStyle/>
                    <a:p>
                      <a:pPr algn="ctr"/>
                      <a:r>
                        <a:rPr sz="1500" b="0"/>
                        <a:t>Mezhep, cinsiyet</a:t>
                      </a:r>
                    </a:p>
                  </a:txBody>
                  <a:tcPr marT="20000" marB="20000" anchor="ctr"/>
                </a:tc>
                <a:tc>
                  <a:txBody>
                    <a:bodyPr/>
                    <a:lstStyle/>
                    <a:p>
                      <a:pPr algn="ctr"/>
                      <a:r>
                        <a:rPr sz="1500" b="0"/>
                        <a:t>Frekans, yüzde</a:t>
                      </a:r>
                    </a:p>
                  </a:txBody>
                  <a:tcPr marT="20000" marB="20000" anchor="ctr"/>
                </a:tc>
                <a:tc>
                  <a:txBody>
                    <a:bodyPr/>
                    <a:lstStyle/>
                    <a:p>
                      <a:pPr algn="ctr"/>
                      <a:r>
                        <a:rPr sz="1500" b="0"/>
                        <a:t>Çubuk, daire</a:t>
                      </a:r>
                    </a:p>
                  </a:txBody>
                  <a:tcPr marT="20000" marB="20000" anchor="ctr"/>
                </a:tc>
                <a:extLst>
                  <a:ext uri="{0D108BD9-81ED-4DB2-BD59-A6C34878D82A}">
                    <a16:rowId xmlns:a16="http://schemas.microsoft.com/office/drawing/2014/main" val="10001"/>
                  </a:ext>
                </a:extLst>
              </a:tr>
              <a:tr h="780000">
                <a:tc>
                  <a:txBody>
                    <a:bodyPr/>
                    <a:lstStyle/>
                    <a:p>
                      <a:pPr algn="ctr"/>
                      <a:r>
                        <a:rPr sz="1500" b="0"/>
                        <a:t>Ordinal</a:t>
                      </a:r>
                    </a:p>
                  </a:txBody>
                  <a:tcPr marT="20000" marB="20000" anchor="ctr"/>
                </a:tc>
                <a:tc>
                  <a:txBody>
                    <a:bodyPr/>
                    <a:lstStyle/>
                    <a:p>
                      <a:pPr algn="ctr"/>
                      <a:r>
                        <a:rPr sz="1500" b="0"/>
                        <a:t>Namaz sıklığı</a:t>
                      </a:r>
                    </a:p>
                  </a:txBody>
                  <a:tcPr marT="20000" marB="20000" anchor="ctr"/>
                </a:tc>
                <a:tc>
                  <a:txBody>
                    <a:bodyPr/>
                    <a:lstStyle/>
                    <a:p>
                      <a:pPr algn="ctr"/>
                      <a:r>
                        <a:rPr sz="1500" b="0"/>
                        <a:t>Frekans, yüzde, kümülatif</a:t>
                      </a:r>
                    </a:p>
                  </a:txBody>
                  <a:tcPr marT="20000" marB="20000" anchor="ctr"/>
                </a:tc>
                <a:tc>
                  <a:txBody>
                    <a:bodyPr/>
                    <a:lstStyle/>
                    <a:p>
                      <a:pPr algn="ctr"/>
                      <a:r>
                        <a:rPr sz="1500" b="0"/>
                        <a:t>Çubuk (sıra korunur)</a:t>
                      </a:r>
                    </a:p>
                  </a:txBody>
                  <a:tcPr marT="20000" marB="20000" anchor="ctr"/>
                </a:tc>
                <a:extLst>
                  <a:ext uri="{0D108BD9-81ED-4DB2-BD59-A6C34878D82A}">
                    <a16:rowId xmlns:a16="http://schemas.microsoft.com/office/drawing/2014/main" val="10002"/>
                  </a:ext>
                </a:extLst>
              </a:tr>
              <a:tr h="780000">
                <a:tc>
                  <a:txBody>
                    <a:bodyPr/>
                    <a:lstStyle/>
                    <a:p>
                      <a:pPr algn="ctr"/>
                      <a:r>
                        <a:rPr sz="1500" b="0"/>
                        <a:t>Nicel, az sayıda değer</a:t>
                      </a:r>
                    </a:p>
                  </a:txBody>
                  <a:tcPr marT="20000" marB="20000" anchor="ctr"/>
                </a:tc>
                <a:tc>
                  <a:txBody>
                    <a:bodyPr/>
                    <a:lstStyle/>
                    <a:p>
                      <a:pPr algn="ctr"/>
                      <a:r>
                        <a:rPr sz="1500" b="0"/>
                        <a:t>Kardeş sayısı</a:t>
                      </a:r>
                    </a:p>
                  </a:txBody>
                  <a:tcPr marT="20000" marB="20000" anchor="ctr"/>
                </a:tc>
                <a:tc>
                  <a:txBody>
                    <a:bodyPr/>
                    <a:lstStyle/>
                    <a:p>
                      <a:pPr algn="ctr"/>
                      <a:r>
                        <a:rPr sz="1500" b="0"/>
                        <a:t>Gruplanmış seri</a:t>
                      </a:r>
                    </a:p>
                  </a:txBody>
                  <a:tcPr marT="20000" marB="20000" anchor="ctr"/>
                </a:tc>
                <a:tc>
                  <a:txBody>
                    <a:bodyPr/>
                    <a:lstStyle/>
                    <a:p>
                      <a:pPr algn="ctr"/>
                      <a:r>
                        <a:rPr sz="1500" b="0"/>
                        <a:t>Çubuk</a:t>
                      </a:r>
                    </a:p>
                  </a:txBody>
                  <a:tcPr marT="20000" marB="20000" anchor="ctr"/>
                </a:tc>
                <a:extLst>
                  <a:ext uri="{0D108BD9-81ED-4DB2-BD59-A6C34878D82A}">
                    <a16:rowId xmlns:a16="http://schemas.microsoft.com/office/drawing/2014/main" val="10003"/>
                  </a:ext>
                </a:extLst>
              </a:tr>
              <a:tr h="780000">
                <a:tc>
                  <a:txBody>
                    <a:bodyPr/>
                    <a:lstStyle/>
                    <a:p>
                      <a:pPr algn="ctr"/>
                      <a:r>
                        <a:rPr sz="1500" b="0"/>
                        <a:t>Nicel, çok sayıda değer</a:t>
                      </a:r>
                    </a:p>
                  </a:txBody>
                  <a:tcPr marT="20000" marB="20000" anchor="ctr"/>
                </a:tc>
                <a:tc>
                  <a:txBody>
                    <a:bodyPr/>
                    <a:lstStyle/>
                    <a:p>
                      <a:pPr algn="ctr"/>
                      <a:r>
                        <a:rPr sz="1500" b="0"/>
                        <a:t>Dindarlık puanı,</a:t>
                      </a:r>
                    </a:p>
                    <a:p>
                      <a:pPr algn="ctr"/>
                      <a:r>
                        <a:rPr sz="1500" b="0"/>
                        <a:t>Kur'an okuma süresi</a:t>
                      </a:r>
                    </a:p>
                  </a:txBody>
                  <a:tcPr marT="20000" marB="20000" anchor="ctr"/>
                </a:tc>
                <a:tc>
                  <a:txBody>
                    <a:bodyPr/>
                    <a:lstStyle/>
                    <a:p>
                      <a:pPr algn="ctr"/>
                      <a:r>
                        <a:rPr sz="1500" b="0"/>
                        <a:t>Sınıflanmış seri</a:t>
                      </a:r>
                    </a:p>
                  </a:txBody>
                  <a:tcPr marT="20000" marB="20000" anchor="ctr"/>
                </a:tc>
                <a:tc>
                  <a:txBody>
                    <a:bodyPr/>
                    <a:lstStyle/>
                    <a:p>
                      <a:pPr algn="ctr"/>
                      <a:r>
                        <a:rPr sz="1500" b="0"/>
                        <a:t>Histogram, poligon,</a:t>
                      </a:r>
                    </a:p>
                    <a:p>
                      <a:pPr algn="ctr"/>
                      <a:r>
                        <a:rPr sz="1500" b="0"/>
                        <a:t>gövde-yaprak</a:t>
                      </a:r>
                    </a:p>
                  </a:txBody>
                  <a:tcPr marT="20000" marB="20000" anchor="ctr"/>
                </a:tc>
                <a:extLst>
                  <a:ext uri="{0D108BD9-81ED-4DB2-BD59-A6C34878D82A}">
                    <a16:rowId xmlns:a16="http://schemas.microsoft.com/office/drawing/2014/main" val="10004"/>
                  </a:ext>
                </a:extLst>
              </a:tr>
            </a:tbl>
          </a:graphicData>
        </a:graphic>
      </p:graphicFrame>
      <p:sp>
        <p:nvSpPr>
          <p:cNvPr id="4301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3" name="4 Slayt Numarası Yer Tutucusu">
            <a:extLst>
              <a:ext uri="{FF2B5EF4-FFF2-40B4-BE49-F238E27FC236}">
                <a16:creationId xmlns:a16="http://schemas.microsoft.com/office/drawing/2014/main" id="{79CD9363-AE11-E2D3-AE18-8512CC555EC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32E9F518-C6D1-49F4-A2D0-C01E70444714}" type="slidenum">
              <a:rPr lang="tr-TR" altLang="tr-TR" b="0" i="0"/>
              <a:pPr eaLnBrk="1" hangingPunct="1"/>
              <a:t>57</a:t>
            </a:fld>
            <a:endParaRPr lang="tr-TR" altLang="tr-TR" b="0" i="0"/>
          </a:p>
        </p:txBody>
      </p:sp>
      <p:sp>
        <p:nvSpPr>
          <p:cNvPr id="3084" name="Rectangle 2">
            <a:extLst>
              <a:ext uri="{FF2B5EF4-FFF2-40B4-BE49-F238E27FC236}">
                <a16:creationId xmlns:a16="http://schemas.microsoft.com/office/drawing/2014/main" id="{080F78A9-FE2B-5BC0-4C1D-565F6EE3979F}"/>
              </a:ext>
            </a:extLst>
          </p:cNvPr>
          <p:cNvSpPr>
            <a:spLocks noChangeArrowheads="1"/>
          </p:cNvSpPr>
          <p:nvPr/>
        </p:nvSpPr>
        <p:spPr bwMode="auto">
          <a:xfrm>
            <a:off x="1676400" y="190500"/>
            <a:ext cx="6781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nchorCtr="1"/>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eaLnBrk="1" hangingPunct="1"/>
            <a:r>
              <a:rPr lang="tr-TR" altLang="tr-TR" sz="4400" b="0" i="0">
                <a:solidFill>
                  <a:schemeClr val="tx2"/>
                </a:solidFill>
                <a:latin typeface="Times New Roman" panose="02020603050405020304" pitchFamily="18" charset="0"/>
              </a:rPr>
              <a:t> </a:t>
            </a:r>
            <a:endParaRPr lang="tr-TR" altLang="tr-TR" sz="4400" b="0" i="0">
              <a:solidFill>
                <a:schemeClr val="tx2"/>
              </a:solidFill>
            </a:endParaRPr>
          </a:p>
        </p:txBody>
      </p:sp>
      <p:graphicFrame>
        <p:nvGraphicFramePr>
          <p:cNvPr id="2" name="Diyagram 1">
            <a:extLst>
              <a:ext uri="{FF2B5EF4-FFF2-40B4-BE49-F238E27FC236}">
                <a16:creationId xmlns:a16="http://schemas.microsoft.com/office/drawing/2014/main" id="{140C593D-AAFD-ED54-1001-88F24302E7D5}"/>
              </a:ext>
            </a:extLst>
          </p:cNvPr>
          <p:cNvGraphicFramePr/>
          <p:nvPr/>
        </p:nvGraphicFramePr>
        <p:xfrm>
          <a:off x="292100" y="504825"/>
          <a:ext cx="8242300" cy="5362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085"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5 Slayt Numarası Yer Tutucusu">
            <a:extLst>
              <a:ext uri="{FF2B5EF4-FFF2-40B4-BE49-F238E27FC236}">
                <a16:creationId xmlns:a16="http://schemas.microsoft.com/office/drawing/2014/main" id="{F0AA67B7-73DA-2FCD-BD6C-2893E3BAA45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43A4000A-D1C6-410E-8608-A919A4C8E7AE}" type="slidenum">
              <a:rPr lang="tr-TR" altLang="tr-TR" b="0" i="0"/>
              <a:pPr eaLnBrk="1" hangingPunct="1"/>
              <a:t>58</a:t>
            </a:fld>
            <a:endParaRPr lang="tr-TR" altLang="tr-TR" b="0" i="0"/>
          </a:p>
        </p:txBody>
      </p:sp>
      <p:sp>
        <p:nvSpPr>
          <p:cNvPr id="53251" name="Rectangle 2">
            <a:extLst>
              <a:ext uri="{FF2B5EF4-FFF2-40B4-BE49-F238E27FC236}">
                <a16:creationId xmlns:a16="http://schemas.microsoft.com/office/drawing/2014/main" id="{D4915FDC-FD33-DE3F-445B-1457C668E728}"/>
              </a:ext>
            </a:extLst>
          </p:cNvPr>
          <p:cNvSpPr>
            <a:spLocks noGrp="1" noChangeArrowheads="1"/>
          </p:cNvSpPr>
          <p:nvPr>
            <p:ph type="title"/>
          </p:nvPr>
        </p:nvSpPr>
        <p:spPr>
          <a:xfrm>
            <a:off x="457200" y="0"/>
            <a:ext cx="8305800" cy="838200"/>
          </a:xfrm>
        </p:spPr>
        <p:txBody>
          <a:bodyPr/>
          <a:lstStyle/>
          <a:p>
            <a:pPr eaLnBrk="1" hangingPunct="1"/>
            <a:r>
              <a:rPr lang="tr-TR" altLang="tr-TR" dirty="0">
                <a:solidFill>
                  <a:srgbClr val="C00000"/>
                </a:solidFill>
              </a:rPr>
              <a:t>Basit Seri</a:t>
            </a:r>
            <a:endParaRPr lang="en-US" altLang="tr-TR" dirty="0">
              <a:solidFill>
                <a:srgbClr val="C00000"/>
              </a:solidFill>
            </a:endParaRPr>
          </a:p>
        </p:txBody>
      </p:sp>
      <p:sp>
        <p:nvSpPr>
          <p:cNvPr id="53252" name="Rectangle 3">
            <a:extLst>
              <a:ext uri="{FF2B5EF4-FFF2-40B4-BE49-F238E27FC236}">
                <a16:creationId xmlns:a16="http://schemas.microsoft.com/office/drawing/2014/main" id="{FE647B50-8CF3-D755-C6AC-B5189E0E8A09}"/>
              </a:ext>
            </a:extLst>
          </p:cNvPr>
          <p:cNvSpPr>
            <a:spLocks noChangeArrowheads="1"/>
          </p:cNvSpPr>
          <p:nvPr/>
        </p:nvSpPr>
        <p:spPr bwMode="auto">
          <a:xfrm>
            <a:off x="228600" y="762000"/>
            <a:ext cx="8763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spcBef>
                <a:spcPct val="20000"/>
              </a:spcBef>
              <a:buFontTx/>
              <a:buChar char="•"/>
            </a:pPr>
            <a:r>
              <a:rPr lang="tr-TR" altLang="tr-TR" sz="2800" b="0" i="0"/>
              <a:t>  Araştırma veya analizlerde kullanılmak üzere elde edilen veri sayısı az ise bu tür veri yapılarına  </a:t>
            </a:r>
            <a:r>
              <a:rPr lang="tr-TR" altLang="tr-TR" sz="2800" i="0"/>
              <a:t>BASİT SERİ</a:t>
            </a:r>
            <a:r>
              <a:rPr lang="tr-TR" altLang="tr-TR" sz="2800" b="0" i="0"/>
              <a:t> adı verilir.</a:t>
            </a:r>
          </a:p>
          <a:p>
            <a:pPr eaLnBrk="1" hangingPunct="1">
              <a:spcBef>
                <a:spcPct val="20000"/>
              </a:spcBef>
              <a:buFontTx/>
              <a:buChar char="•"/>
            </a:pPr>
            <a:endParaRPr lang="tr-TR" altLang="tr-TR" sz="2800" b="0" i="0"/>
          </a:p>
          <a:p>
            <a:pPr algn="just" eaLnBrk="1" hangingPunct="1">
              <a:spcBef>
                <a:spcPct val="20000"/>
              </a:spcBef>
              <a:buFontTx/>
              <a:buChar char="•"/>
            </a:pPr>
            <a:r>
              <a:rPr lang="tr-TR" altLang="tr-TR" sz="2800" b="0" i="0"/>
              <a:t>  </a:t>
            </a:r>
            <a:r>
              <a:rPr lang="tr-TR" altLang="tr-TR" sz="2800" i="0">
                <a:solidFill>
                  <a:schemeClr val="accent2"/>
                </a:solidFill>
              </a:rPr>
              <a:t>Verilerin büyükten küçüğe veya küçükten büyüğe sıralanmasıyla oluşturulan seridir.</a:t>
            </a:r>
          </a:p>
          <a:p>
            <a:pPr eaLnBrk="1" hangingPunct="1">
              <a:spcBef>
                <a:spcPct val="20000"/>
              </a:spcBef>
            </a:pPr>
            <a:endParaRPr lang="tr-TR" altLang="tr-TR" sz="2800" i="0">
              <a:solidFill>
                <a:schemeClr val="accent2"/>
              </a:solidFill>
            </a:endParaRPr>
          </a:p>
          <a:p>
            <a:pPr algn="just" eaLnBrk="1" hangingPunct="1">
              <a:spcBef>
                <a:spcPct val="20000"/>
              </a:spcBef>
            </a:pPr>
            <a:r>
              <a:rPr lang="tr-TR" altLang="tr-TR" sz="2800" b="0" i="0"/>
              <a:t>   Örnek: 7 öğrencinin bir dersten devamsızlık sayıları 3,4,6,1,5,2,4 olsun.</a:t>
            </a:r>
            <a:r>
              <a:rPr lang="tr-TR" altLang="tr-TR" sz="2800" i="0">
                <a:solidFill>
                  <a:schemeClr val="accent2"/>
                </a:solidFill>
              </a:rPr>
              <a:t>Verileri</a:t>
            </a:r>
            <a:r>
              <a:rPr lang="tr-TR" altLang="tr-TR" sz="2800" b="0" i="0"/>
              <a:t> </a:t>
            </a:r>
            <a:r>
              <a:rPr lang="tr-TR" altLang="tr-TR" sz="2800" i="0">
                <a:solidFill>
                  <a:schemeClr val="accent2"/>
                </a:solidFill>
              </a:rPr>
              <a:t>küçükten büyüğe</a:t>
            </a:r>
            <a:r>
              <a:rPr lang="tr-TR" altLang="tr-TR" sz="2800" b="0" i="0"/>
              <a:t> doğru sıraladığımızda </a:t>
            </a:r>
          </a:p>
          <a:p>
            <a:pPr eaLnBrk="1" hangingPunct="1">
              <a:spcBef>
                <a:spcPct val="20000"/>
              </a:spcBef>
            </a:pPr>
            <a:endParaRPr lang="tr-TR" altLang="tr-TR" sz="2800" b="0" i="0"/>
          </a:p>
          <a:p>
            <a:pPr eaLnBrk="1" hangingPunct="1">
              <a:spcBef>
                <a:spcPct val="20000"/>
              </a:spcBef>
            </a:pPr>
            <a:r>
              <a:rPr lang="tr-TR" altLang="tr-TR" sz="2800" b="0" i="0"/>
              <a:t>basit seri;   1,2,3,4,4,5,6  elde edilir.</a:t>
            </a:r>
          </a:p>
        </p:txBody>
      </p:sp>
      <p:sp>
        <p:nvSpPr>
          <p:cNvPr id="5325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6 Slayt Numarası Yer Tutucusu">
            <a:extLst>
              <a:ext uri="{FF2B5EF4-FFF2-40B4-BE49-F238E27FC236}">
                <a16:creationId xmlns:a16="http://schemas.microsoft.com/office/drawing/2014/main" id="{E4D92B67-0496-0E84-6F21-DAA0597D9C5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AF8A336-C31D-4FA9-8F57-214197403244}" type="slidenum">
              <a:rPr lang="tr-TR" altLang="tr-TR" b="0" i="0"/>
              <a:pPr eaLnBrk="1" hangingPunct="1"/>
              <a:t>59</a:t>
            </a:fld>
            <a:endParaRPr lang="tr-TR" altLang="tr-TR" b="0" i="0"/>
          </a:p>
        </p:txBody>
      </p:sp>
      <p:sp>
        <p:nvSpPr>
          <p:cNvPr id="4101" name="Rectangle 2">
            <a:extLst>
              <a:ext uri="{FF2B5EF4-FFF2-40B4-BE49-F238E27FC236}">
                <a16:creationId xmlns:a16="http://schemas.microsoft.com/office/drawing/2014/main" id="{7BA5D2EA-A554-A105-DA1D-06D754E167B2}"/>
              </a:ext>
            </a:extLst>
          </p:cNvPr>
          <p:cNvSpPr>
            <a:spLocks noGrp="1" noChangeArrowheads="1"/>
          </p:cNvSpPr>
          <p:nvPr>
            <p:ph type="title"/>
          </p:nvPr>
        </p:nvSpPr>
        <p:spPr>
          <a:xfrm>
            <a:off x="457200" y="76200"/>
            <a:ext cx="8229600" cy="1143000"/>
          </a:xfrm>
        </p:spPr>
        <p:txBody>
          <a:bodyPr/>
          <a:lstStyle/>
          <a:p>
            <a:pPr eaLnBrk="1" hangingPunct="1"/>
            <a:r>
              <a:rPr lang="tr-TR" altLang="tr-TR" sz="3600" dirty="0">
                <a:solidFill>
                  <a:srgbClr val="00B050"/>
                </a:solidFill>
              </a:rPr>
              <a:t>Basit Seri Grafikleri </a:t>
            </a:r>
            <a:endParaRPr lang="en-US" altLang="tr-TR" sz="3600" dirty="0">
              <a:solidFill>
                <a:srgbClr val="00B050"/>
              </a:solidFill>
            </a:endParaRPr>
          </a:p>
        </p:txBody>
      </p:sp>
      <p:graphicFrame>
        <p:nvGraphicFramePr>
          <p:cNvPr id="4098" name="Object 5">
            <a:extLst>
              <a:ext uri="{FF2B5EF4-FFF2-40B4-BE49-F238E27FC236}">
                <a16:creationId xmlns:a16="http://schemas.microsoft.com/office/drawing/2014/main" id="{A1A9DEA8-D9E7-4ED8-7769-B2CAD871E621}"/>
              </a:ext>
            </a:extLst>
          </p:cNvPr>
          <p:cNvGraphicFramePr>
            <a:graphicFrameLocks noGrp="1" noChangeAspect="1"/>
          </p:cNvGraphicFramePr>
          <p:nvPr>
            <p:ph sz="half" idx="1"/>
          </p:nvPr>
        </p:nvGraphicFramePr>
        <p:xfrm>
          <a:off x="152400" y="2590800"/>
          <a:ext cx="3962400" cy="4038600"/>
        </p:xfrm>
        <a:graphic>
          <a:graphicData uri="http://schemas.openxmlformats.org/presentationml/2006/ole">
            <mc:AlternateContent xmlns:mc="http://schemas.openxmlformats.org/markup-compatibility/2006">
              <mc:Choice xmlns:v="urn:schemas-microsoft-com:vml" Requires="v">
                <p:oleObj name="Resim" r:id="rId2" imgW="3456000" imgH="3456000" progId="StaticMetafile">
                  <p:embed/>
                </p:oleObj>
              </mc:Choice>
              <mc:Fallback>
                <p:oleObj name="Resim" r:id="rId2" imgW="3456000" imgH="3456000" progId="StaticMetafile">
                  <p:embed/>
                  <p:pic>
                    <p:nvPicPr>
                      <p:cNvPr id="4098" name="Object 5">
                        <a:extLst>
                          <a:ext uri="{FF2B5EF4-FFF2-40B4-BE49-F238E27FC236}">
                            <a16:creationId xmlns:a16="http://schemas.microsoft.com/office/drawing/2014/main" id="{A1A9DEA8-D9E7-4ED8-7769-B2CAD871E6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590800"/>
                        <a:ext cx="39624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2" name="Rectangle 3">
            <a:extLst>
              <a:ext uri="{FF2B5EF4-FFF2-40B4-BE49-F238E27FC236}">
                <a16:creationId xmlns:a16="http://schemas.microsoft.com/office/drawing/2014/main" id="{DDE7FC3E-6C72-941A-7ECB-CDEBE5421EAA}"/>
              </a:ext>
            </a:extLst>
          </p:cNvPr>
          <p:cNvSpPr>
            <a:spLocks noChangeArrowheads="1"/>
          </p:cNvSpPr>
          <p:nvPr/>
        </p:nvSpPr>
        <p:spPr bwMode="auto">
          <a:xfrm>
            <a:off x="152400" y="1143000"/>
            <a:ext cx="8839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spcBef>
                <a:spcPct val="20000"/>
              </a:spcBef>
              <a:buFontTx/>
              <a:buChar char="•"/>
            </a:pPr>
            <a:r>
              <a:rPr lang="tr-TR" altLang="tr-TR" sz="2800" b="0" i="0" dirty="0"/>
              <a:t>  </a:t>
            </a:r>
            <a:r>
              <a:rPr lang="tr-TR" altLang="tr-TR" sz="2600" b="0" i="0" dirty="0"/>
              <a:t>Basit serilerde şans değişkeninin sürekli veya kesikli olduğuna bakılmaksızın verileri bir grafik halinde özetlemek amacıyla ÇUBUK ve ÇİZGİ grafikleri kullanılır. </a:t>
            </a:r>
            <a:endParaRPr lang="tr-TR" altLang="tr-TR" sz="2800" b="0" i="0" dirty="0"/>
          </a:p>
        </p:txBody>
      </p:sp>
      <p:graphicFrame>
        <p:nvGraphicFramePr>
          <p:cNvPr id="4099" name="Object 7">
            <a:extLst>
              <a:ext uri="{FF2B5EF4-FFF2-40B4-BE49-F238E27FC236}">
                <a16:creationId xmlns:a16="http://schemas.microsoft.com/office/drawing/2014/main" id="{483992D7-3560-EBD1-0DD9-FF783D4A5FE4}"/>
              </a:ext>
            </a:extLst>
          </p:cNvPr>
          <p:cNvGraphicFramePr>
            <a:graphicFrameLocks noGrp="1" noChangeAspect="1"/>
          </p:cNvGraphicFramePr>
          <p:nvPr>
            <p:ph sz="half" idx="2"/>
          </p:nvPr>
        </p:nvGraphicFramePr>
        <p:xfrm>
          <a:off x="4114800" y="2590800"/>
          <a:ext cx="4267200" cy="4114800"/>
        </p:xfrm>
        <a:graphic>
          <a:graphicData uri="http://schemas.openxmlformats.org/presentationml/2006/ole">
            <mc:AlternateContent xmlns:mc="http://schemas.openxmlformats.org/markup-compatibility/2006">
              <mc:Choice xmlns:v="urn:schemas-microsoft-com:vml" Requires="v">
                <p:oleObj name="Resim" r:id="rId4" imgW="3657600" imgH="3730752" progId="StaticEnhancedMetafile">
                  <p:embed/>
                </p:oleObj>
              </mc:Choice>
              <mc:Fallback>
                <p:oleObj name="Resim" r:id="rId4" imgW="3657600" imgH="3730752" progId="StaticEnhancedMetafile">
                  <p:embed/>
                  <p:pic>
                    <p:nvPicPr>
                      <p:cNvPr id="4099" name="Object 7">
                        <a:extLst>
                          <a:ext uri="{FF2B5EF4-FFF2-40B4-BE49-F238E27FC236}">
                            <a16:creationId xmlns:a16="http://schemas.microsoft.com/office/drawing/2014/main" id="{483992D7-3560-EBD1-0DD9-FF783D4A5F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2590800"/>
                        <a:ext cx="4267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60</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Gruplanmış Seri: Kardeş Sayısı</a:t>
            </a:r>
            <a:endParaRPr lang="tr-TR" altLang="tr-TR" sz="3600" dirty="0">
              <a:solidFill>
                <a:srgbClr val="92D050"/>
              </a:solidFill>
            </a:endParaRPr>
          </a:p>
        </p:txBody>
      </p:sp>
      <p:sp>
        <p:nvSpPr>
          <p:cNvPr id="43012" name="TextBox 43011"/>
          <p:cNvSpPr txBox="1"/>
          <p:nvPr/>
        </p:nvSpPr>
        <p:spPr>
          <a:xfrm>
            <a:off x="457200" y="1150000"/>
            <a:ext cx="8229600" cy="500000"/>
          </a:xfrm>
          <a:prstGeom prst="rect">
            <a:avLst/>
          </a:prstGeom>
          <a:noFill/>
        </p:spPr>
        <p:txBody>
          <a:bodyPr wrap="square">
            <a:spAutoFit/>
          </a:bodyPr>
          <a:lstStyle/>
          <a:p>
            <a:r>
              <a:rPr sz="1800" b="0" i="0"/>
              <a:t>Kesikli bir değişkende her değerin kaç kez tekrarlandığını (frekans) sayarız.</a:t>
            </a:r>
          </a:p>
        </p:txBody>
      </p:sp>
      <p:graphicFrame>
        <p:nvGraphicFramePr>
          <p:cNvPr id="43013" name="Table 43012"/>
          <p:cNvGraphicFramePr>
            <a:graphicFrameLocks noGrp="1"/>
          </p:cNvGraphicFramePr>
          <p:nvPr/>
        </p:nvGraphicFramePr>
        <p:xfrm>
          <a:off x="900000" y="1750000"/>
          <a:ext cx="7344000" cy="4400000"/>
        </p:xfrm>
        <a:graphic>
          <a:graphicData uri="http://schemas.openxmlformats.org/drawingml/2006/table">
            <a:tbl>
              <a:tblPr firstRow="1" bandRow="1">
                <a:tableStyleId>{5C22544A-7EE6-4342-B048-85BDC9FD1C3A}</a:tableStyleId>
              </a:tblPr>
              <a:tblGrid>
                <a:gridCol w="1836000">
                  <a:extLst>
                    <a:ext uri="{9D8B030D-6E8A-4147-A177-3AD203B41FA5}">
                      <a16:colId xmlns:a16="http://schemas.microsoft.com/office/drawing/2014/main" val="20000"/>
                    </a:ext>
                  </a:extLst>
                </a:gridCol>
                <a:gridCol w="1836000">
                  <a:extLst>
                    <a:ext uri="{9D8B030D-6E8A-4147-A177-3AD203B41FA5}">
                      <a16:colId xmlns:a16="http://schemas.microsoft.com/office/drawing/2014/main" val="20001"/>
                    </a:ext>
                  </a:extLst>
                </a:gridCol>
                <a:gridCol w="1836000">
                  <a:extLst>
                    <a:ext uri="{9D8B030D-6E8A-4147-A177-3AD203B41FA5}">
                      <a16:colId xmlns:a16="http://schemas.microsoft.com/office/drawing/2014/main" val="20002"/>
                    </a:ext>
                  </a:extLst>
                </a:gridCol>
                <a:gridCol w="1836000">
                  <a:extLst>
                    <a:ext uri="{9D8B030D-6E8A-4147-A177-3AD203B41FA5}">
                      <a16:colId xmlns:a16="http://schemas.microsoft.com/office/drawing/2014/main" val="20003"/>
                    </a:ext>
                  </a:extLst>
                </a:gridCol>
              </a:tblGrid>
              <a:tr h="400000">
                <a:tc>
                  <a:txBody>
                    <a:bodyPr/>
                    <a:lstStyle/>
                    <a:p>
                      <a:pPr algn="ctr"/>
                      <a:r>
                        <a:rPr sz="1400" b="1"/>
                        <a:t>Kardeş sayısı</a:t>
                      </a:r>
                    </a:p>
                  </a:txBody>
                  <a:tcPr marT="20000" marB="20000" anchor="ctr"/>
                </a:tc>
                <a:tc>
                  <a:txBody>
                    <a:bodyPr/>
                    <a:lstStyle/>
                    <a:p>
                      <a:pPr algn="ctr"/>
                      <a:r>
                        <a:rPr sz="1400" b="1"/>
                        <a:t>Frekans</a:t>
                      </a:r>
                    </a:p>
                  </a:txBody>
                  <a:tcPr marT="20000" marB="20000" anchor="ctr"/>
                </a:tc>
                <a:tc>
                  <a:txBody>
                    <a:bodyPr/>
                    <a:lstStyle/>
                    <a:p>
                      <a:pPr algn="ctr"/>
                      <a:r>
                        <a:rPr sz="1400" b="1"/>
                        <a:t>Relatif frekans</a:t>
                      </a:r>
                    </a:p>
                  </a:txBody>
                  <a:tcPr marT="20000" marB="20000" anchor="ctr"/>
                </a:tc>
                <a:tc>
                  <a:txBody>
                    <a:bodyPr/>
                    <a:lstStyle/>
                    <a:p>
                      <a:pPr algn="ctr"/>
                      <a:r>
                        <a:rPr sz="1400" b="1"/>
                        <a:t>Küm. relatif frekans</a:t>
                      </a:r>
                    </a:p>
                  </a:txBody>
                  <a:tcPr marT="20000" marB="20000" anchor="ctr"/>
                </a:tc>
                <a:extLst>
                  <a:ext uri="{0D108BD9-81ED-4DB2-BD59-A6C34878D82A}">
                    <a16:rowId xmlns:a16="http://schemas.microsoft.com/office/drawing/2014/main" val="10000"/>
                  </a:ext>
                </a:extLst>
              </a:tr>
              <a:tr h="400000">
                <a:tc>
                  <a:txBody>
                    <a:bodyPr/>
                    <a:lstStyle/>
                    <a:p>
                      <a:pPr algn="ctr"/>
                      <a:r>
                        <a:rPr sz="1400" b="0"/>
                        <a:t>1</a:t>
                      </a:r>
                    </a:p>
                  </a:txBody>
                  <a:tcPr marT="20000" marB="20000" anchor="ctr"/>
                </a:tc>
                <a:tc>
                  <a:txBody>
                    <a:bodyPr/>
                    <a:lstStyle/>
                    <a:p>
                      <a:pPr algn="ctr"/>
                      <a:r>
                        <a:rPr sz="1400" b="0"/>
                        <a:t>6</a:t>
                      </a:r>
                    </a:p>
                  </a:txBody>
                  <a:tcPr marT="20000" marB="20000" anchor="ctr"/>
                </a:tc>
                <a:tc>
                  <a:txBody>
                    <a:bodyPr/>
                    <a:lstStyle/>
                    <a:p>
                      <a:pPr algn="ctr"/>
                      <a:r>
                        <a:rPr sz="1400" b="0"/>
                        <a:t>6/50 = 0,12</a:t>
                      </a:r>
                    </a:p>
                  </a:txBody>
                  <a:tcPr marT="20000" marB="20000" anchor="ctr"/>
                </a:tc>
                <a:tc>
                  <a:txBody>
                    <a:bodyPr/>
                    <a:lstStyle/>
                    <a:p>
                      <a:pPr algn="ctr"/>
                      <a:r>
                        <a:rPr sz="1400" b="0"/>
                        <a:t>0,12</a:t>
                      </a:r>
                    </a:p>
                  </a:txBody>
                  <a:tcPr marT="20000" marB="20000" anchor="ctr"/>
                </a:tc>
                <a:extLst>
                  <a:ext uri="{0D108BD9-81ED-4DB2-BD59-A6C34878D82A}">
                    <a16:rowId xmlns:a16="http://schemas.microsoft.com/office/drawing/2014/main" val="10001"/>
                  </a:ext>
                </a:extLst>
              </a:tr>
              <a:tr h="400000">
                <a:tc>
                  <a:txBody>
                    <a:bodyPr/>
                    <a:lstStyle/>
                    <a:p>
                      <a:pPr algn="ctr"/>
                      <a:r>
                        <a:rPr sz="1400" b="0"/>
                        <a:t>2</a:t>
                      </a:r>
                    </a:p>
                  </a:txBody>
                  <a:tcPr marT="20000" marB="20000" anchor="ctr"/>
                </a:tc>
                <a:tc>
                  <a:txBody>
                    <a:bodyPr/>
                    <a:lstStyle/>
                    <a:p>
                      <a:pPr algn="ctr"/>
                      <a:r>
                        <a:rPr sz="1400" b="0"/>
                        <a:t>7</a:t>
                      </a:r>
                    </a:p>
                  </a:txBody>
                  <a:tcPr marT="20000" marB="20000" anchor="ctr"/>
                </a:tc>
                <a:tc>
                  <a:txBody>
                    <a:bodyPr/>
                    <a:lstStyle/>
                    <a:p>
                      <a:pPr algn="ctr"/>
                      <a:r>
                        <a:rPr sz="1400" b="0"/>
                        <a:t>7/50 = 0,14</a:t>
                      </a:r>
                    </a:p>
                  </a:txBody>
                  <a:tcPr marT="20000" marB="20000" anchor="ctr"/>
                </a:tc>
                <a:tc>
                  <a:txBody>
                    <a:bodyPr/>
                    <a:lstStyle/>
                    <a:p>
                      <a:pPr algn="ctr"/>
                      <a:r>
                        <a:rPr sz="1400" b="0"/>
                        <a:t>0,26</a:t>
                      </a:r>
                    </a:p>
                  </a:txBody>
                  <a:tcPr marT="20000" marB="20000" anchor="ctr"/>
                </a:tc>
                <a:extLst>
                  <a:ext uri="{0D108BD9-81ED-4DB2-BD59-A6C34878D82A}">
                    <a16:rowId xmlns:a16="http://schemas.microsoft.com/office/drawing/2014/main" val="10002"/>
                  </a:ext>
                </a:extLst>
              </a:tr>
              <a:tr h="400000">
                <a:tc>
                  <a:txBody>
                    <a:bodyPr/>
                    <a:lstStyle/>
                    <a:p>
                      <a:pPr algn="ctr"/>
                      <a:r>
                        <a:rPr sz="1400" b="0"/>
                        <a:t>3</a:t>
                      </a:r>
                    </a:p>
                  </a:txBody>
                  <a:tcPr marT="20000" marB="20000" anchor="ctr"/>
                </a:tc>
                <a:tc>
                  <a:txBody>
                    <a:bodyPr/>
                    <a:lstStyle/>
                    <a:p>
                      <a:pPr algn="ctr"/>
                      <a:r>
                        <a:rPr sz="1400" b="0"/>
                        <a:t>11</a:t>
                      </a:r>
                    </a:p>
                  </a:txBody>
                  <a:tcPr marT="20000" marB="20000" anchor="ctr"/>
                </a:tc>
                <a:tc>
                  <a:txBody>
                    <a:bodyPr/>
                    <a:lstStyle/>
                    <a:p>
                      <a:pPr algn="ctr"/>
                      <a:r>
                        <a:rPr sz="1400" b="0"/>
                        <a:t>11/50 = 0,22</a:t>
                      </a:r>
                    </a:p>
                  </a:txBody>
                  <a:tcPr marT="20000" marB="20000" anchor="ctr"/>
                </a:tc>
                <a:tc>
                  <a:txBody>
                    <a:bodyPr/>
                    <a:lstStyle/>
                    <a:p>
                      <a:pPr algn="ctr"/>
                      <a:r>
                        <a:rPr sz="1400" b="0"/>
                        <a:t>0,48</a:t>
                      </a:r>
                    </a:p>
                  </a:txBody>
                  <a:tcPr marT="20000" marB="20000" anchor="ctr"/>
                </a:tc>
                <a:extLst>
                  <a:ext uri="{0D108BD9-81ED-4DB2-BD59-A6C34878D82A}">
                    <a16:rowId xmlns:a16="http://schemas.microsoft.com/office/drawing/2014/main" val="10003"/>
                  </a:ext>
                </a:extLst>
              </a:tr>
              <a:tr h="400000">
                <a:tc>
                  <a:txBody>
                    <a:bodyPr/>
                    <a:lstStyle/>
                    <a:p>
                      <a:pPr algn="ctr"/>
                      <a:r>
                        <a:rPr sz="1400" b="0"/>
                        <a:t>4</a:t>
                      </a:r>
                    </a:p>
                  </a:txBody>
                  <a:tcPr marT="20000" marB="20000" anchor="ctr"/>
                </a:tc>
                <a:tc>
                  <a:txBody>
                    <a:bodyPr/>
                    <a:lstStyle/>
                    <a:p>
                      <a:pPr algn="ctr"/>
                      <a:r>
                        <a:rPr sz="1400" b="0"/>
                        <a:t>6</a:t>
                      </a:r>
                    </a:p>
                  </a:txBody>
                  <a:tcPr marT="20000" marB="20000" anchor="ctr"/>
                </a:tc>
                <a:tc>
                  <a:txBody>
                    <a:bodyPr/>
                    <a:lstStyle/>
                    <a:p>
                      <a:pPr algn="ctr"/>
                      <a:r>
                        <a:rPr sz="1400" b="0"/>
                        <a:t>6/50 = 0,12</a:t>
                      </a:r>
                    </a:p>
                  </a:txBody>
                  <a:tcPr marT="20000" marB="20000" anchor="ctr"/>
                </a:tc>
                <a:tc>
                  <a:txBody>
                    <a:bodyPr/>
                    <a:lstStyle/>
                    <a:p>
                      <a:pPr algn="ctr"/>
                      <a:r>
                        <a:rPr sz="1400" b="0"/>
                        <a:t>0,60</a:t>
                      </a:r>
                    </a:p>
                  </a:txBody>
                  <a:tcPr marT="20000" marB="20000" anchor="ctr"/>
                </a:tc>
                <a:extLst>
                  <a:ext uri="{0D108BD9-81ED-4DB2-BD59-A6C34878D82A}">
                    <a16:rowId xmlns:a16="http://schemas.microsoft.com/office/drawing/2014/main" val="10004"/>
                  </a:ext>
                </a:extLst>
              </a:tr>
              <a:tr h="400000">
                <a:tc>
                  <a:txBody>
                    <a:bodyPr/>
                    <a:lstStyle/>
                    <a:p>
                      <a:pPr algn="ctr"/>
                      <a:r>
                        <a:rPr sz="1400" b="0"/>
                        <a:t>5</a:t>
                      </a:r>
                    </a:p>
                  </a:txBody>
                  <a:tcPr marT="20000" marB="20000" anchor="ctr"/>
                </a:tc>
                <a:tc>
                  <a:txBody>
                    <a:bodyPr/>
                    <a:lstStyle/>
                    <a:p>
                      <a:pPr algn="ctr"/>
                      <a:r>
                        <a:rPr sz="1400" b="0"/>
                        <a:t>5</a:t>
                      </a:r>
                    </a:p>
                  </a:txBody>
                  <a:tcPr marT="20000" marB="20000" anchor="ctr"/>
                </a:tc>
                <a:tc>
                  <a:txBody>
                    <a:bodyPr/>
                    <a:lstStyle/>
                    <a:p>
                      <a:pPr algn="ctr"/>
                      <a:r>
                        <a:rPr sz="1400" b="0"/>
                        <a:t>5/50 = 0,10</a:t>
                      </a:r>
                    </a:p>
                  </a:txBody>
                  <a:tcPr marT="20000" marB="20000" anchor="ctr"/>
                </a:tc>
                <a:tc>
                  <a:txBody>
                    <a:bodyPr/>
                    <a:lstStyle/>
                    <a:p>
                      <a:pPr algn="ctr"/>
                      <a:r>
                        <a:rPr sz="1400" b="0"/>
                        <a:t>0,70</a:t>
                      </a:r>
                    </a:p>
                  </a:txBody>
                  <a:tcPr marT="20000" marB="20000" anchor="ctr"/>
                </a:tc>
                <a:extLst>
                  <a:ext uri="{0D108BD9-81ED-4DB2-BD59-A6C34878D82A}">
                    <a16:rowId xmlns:a16="http://schemas.microsoft.com/office/drawing/2014/main" val="10005"/>
                  </a:ext>
                </a:extLst>
              </a:tr>
              <a:tr h="400000">
                <a:tc>
                  <a:txBody>
                    <a:bodyPr/>
                    <a:lstStyle/>
                    <a:p>
                      <a:pPr algn="ctr"/>
                      <a:r>
                        <a:rPr sz="1400" b="0"/>
                        <a:t>6</a:t>
                      </a:r>
                    </a:p>
                  </a:txBody>
                  <a:tcPr marT="20000" marB="20000" anchor="ctr"/>
                </a:tc>
                <a:tc>
                  <a:txBody>
                    <a:bodyPr/>
                    <a:lstStyle/>
                    <a:p>
                      <a:pPr algn="ctr"/>
                      <a:r>
                        <a:rPr sz="1400" b="0"/>
                        <a:t>5</a:t>
                      </a:r>
                    </a:p>
                  </a:txBody>
                  <a:tcPr marT="20000" marB="20000" anchor="ctr"/>
                </a:tc>
                <a:tc>
                  <a:txBody>
                    <a:bodyPr/>
                    <a:lstStyle/>
                    <a:p>
                      <a:pPr algn="ctr"/>
                      <a:r>
                        <a:rPr sz="1400" b="0"/>
                        <a:t>5/50 = 0,10</a:t>
                      </a:r>
                    </a:p>
                  </a:txBody>
                  <a:tcPr marT="20000" marB="20000" anchor="ctr"/>
                </a:tc>
                <a:tc>
                  <a:txBody>
                    <a:bodyPr/>
                    <a:lstStyle/>
                    <a:p>
                      <a:pPr algn="ctr"/>
                      <a:r>
                        <a:rPr sz="1400" b="0"/>
                        <a:t>0,80</a:t>
                      </a:r>
                    </a:p>
                  </a:txBody>
                  <a:tcPr marT="20000" marB="20000" anchor="ctr"/>
                </a:tc>
                <a:extLst>
                  <a:ext uri="{0D108BD9-81ED-4DB2-BD59-A6C34878D82A}">
                    <a16:rowId xmlns:a16="http://schemas.microsoft.com/office/drawing/2014/main" val="10006"/>
                  </a:ext>
                </a:extLst>
              </a:tr>
              <a:tr h="400000">
                <a:tc>
                  <a:txBody>
                    <a:bodyPr/>
                    <a:lstStyle/>
                    <a:p>
                      <a:pPr algn="ctr"/>
                      <a:r>
                        <a:rPr sz="1400" b="0"/>
                        <a:t>7</a:t>
                      </a:r>
                    </a:p>
                  </a:txBody>
                  <a:tcPr marT="20000" marB="20000" anchor="ctr"/>
                </a:tc>
                <a:tc>
                  <a:txBody>
                    <a:bodyPr/>
                    <a:lstStyle/>
                    <a:p>
                      <a:pPr algn="ctr"/>
                      <a:r>
                        <a:rPr sz="1400" b="0"/>
                        <a:t>6</a:t>
                      </a:r>
                    </a:p>
                  </a:txBody>
                  <a:tcPr marT="20000" marB="20000" anchor="ctr"/>
                </a:tc>
                <a:tc>
                  <a:txBody>
                    <a:bodyPr/>
                    <a:lstStyle/>
                    <a:p>
                      <a:pPr algn="ctr"/>
                      <a:r>
                        <a:rPr sz="1400" b="0"/>
                        <a:t>6/50 = 0,12</a:t>
                      </a:r>
                    </a:p>
                  </a:txBody>
                  <a:tcPr marT="20000" marB="20000" anchor="ctr"/>
                </a:tc>
                <a:tc>
                  <a:txBody>
                    <a:bodyPr/>
                    <a:lstStyle/>
                    <a:p>
                      <a:pPr algn="ctr"/>
                      <a:r>
                        <a:rPr sz="1400" b="0"/>
                        <a:t>0,92</a:t>
                      </a:r>
                    </a:p>
                  </a:txBody>
                  <a:tcPr marT="20000" marB="20000" anchor="ctr"/>
                </a:tc>
                <a:extLst>
                  <a:ext uri="{0D108BD9-81ED-4DB2-BD59-A6C34878D82A}">
                    <a16:rowId xmlns:a16="http://schemas.microsoft.com/office/drawing/2014/main" val="10007"/>
                  </a:ext>
                </a:extLst>
              </a:tr>
              <a:tr h="400000">
                <a:tc>
                  <a:txBody>
                    <a:bodyPr/>
                    <a:lstStyle/>
                    <a:p>
                      <a:pPr algn="ctr"/>
                      <a:r>
                        <a:rPr sz="1400" b="0"/>
                        <a:t>8</a:t>
                      </a:r>
                    </a:p>
                  </a:txBody>
                  <a:tcPr marT="20000" marB="20000" anchor="ctr"/>
                </a:tc>
                <a:tc>
                  <a:txBody>
                    <a:bodyPr/>
                    <a:lstStyle/>
                    <a:p>
                      <a:pPr algn="ctr"/>
                      <a:r>
                        <a:rPr sz="1400" b="0"/>
                        <a:t>2</a:t>
                      </a:r>
                    </a:p>
                  </a:txBody>
                  <a:tcPr marT="20000" marB="20000" anchor="ctr"/>
                </a:tc>
                <a:tc>
                  <a:txBody>
                    <a:bodyPr/>
                    <a:lstStyle/>
                    <a:p>
                      <a:pPr algn="ctr"/>
                      <a:r>
                        <a:rPr sz="1400" b="0"/>
                        <a:t>2/50 = 0,04</a:t>
                      </a:r>
                    </a:p>
                  </a:txBody>
                  <a:tcPr marT="20000" marB="20000" anchor="ctr"/>
                </a:tc>
                <a:tc>
                  <a:txBody>
                    <a:bodyPr/>
                    <a:lstStyle/>
                    <a:p>
                      <a:pPr algn="ctr"/>
                      <a:r>
                        <a:rPr sz="1400" b="0"/>
                        <a:t>0,96</a:t>
                      </a:r>
                    </a:p>
                  </a:txBody>
                  <a:tcPr marT="20000" marB="20000" anchor="ctr"/>
                </a:tc>
                <a:extLst>
                  <a:ext uri="{0D108BD9-81ED-4DB2-BD59-A6C34878D82A}">
                    <a16:rowId xmlns:a16="http://schemas.microsoft.com/office/drawing/2014/main" val="10008"/>
                  </a:ext>
                </a:extLst>
              </a:tr>
              <a:tr h="400000">
                <a:tc>
                  <a:txBody>
                    <a:bodyPr/>
                    <a:lstStyle/>
                    <a:p>
                      <a:pPr algn="ctr"/>
                      <a:r>
                        <a:rPr sz="1400" b="0"/>
                        <a:t>10</a:t>
                      </a:r>
                    </a:p>
                  </a:txBody>
                  <a:tcPr marT="20000" marB="20000" anchor="ctr"/>
                </a:tc>
                <a:tc>
                  <a:txBody>
                    <a:bodyPr/>
                    <a:lstStyle/>
                    <a:p>
                      <a:pPr algn="ctr"/>
                      <a:r>
                        <a:rPr sz="1400" b="0"/>
                        <a:t>2</a:t>
                      </a:r>
                    </a:p>
                  </a:txBody>
                  <a:tcPr marT="20000" marB="20000" anchor="ctr"/>
                </a:tc>
                <a:tc>
                  <a:txBody>
                    <a:bodyPr/>
                    <a:lstStyle/>
                    <a:p>
                      <a:pPr algn="ctr"/>
                      <a:r>
                        <a:rPr sz="1400" b="0"/>
                        <a:t>2/50 = 0,04</a:t>
                      </a:r>
                    </a:p>
                  </a:txBody>
                  <a:tcPr marT="20000" marB="20000" anchor="ctr"/>
                </a:tc>
                <a:tc>
                  <a:txBody>
                    <a:bodyPr/>
                    <a:lstStyle/>
                    <a:p>
                      <a:pPr algn="ctr"/>
                      <a:r>
                        <a:rPr sz="1400" b="0"/>
                        <a:t>1,00</a:t>
                      </a:r>
                    </a:p>
                  </a:txBody>
                  <a:tcPr marT="20000" marB="20000" anchor="ctr"/>
                </a:tc>
                <a:extLst>
                  <a:ext uri="{0D108BD9-81ED-4DB2-BD59-A6C34878D82A}">
                    <a16:rowId xmlns:a16="http://schemas.microsoft.com/office/drawing/2014/main" val="10009"/>
                  </a:ext>
                </a:extLst>
              </a:tr>
              <a:tr h="400000">
                <a:tc>
                  <a:txBody>
                    <a:bodyPr/>
                    <a:lstStyle/>
                    <a:p>
                      <a:pPr algn="ctr"/>
                      <a:r>
                        <a:rPr sz="1400" b="0"/>
                        <a:t>Toplam</a:t>
                      </a:r>
                    </a:p>
                  </a:txBody>
                  <a:tcPr marT="20000" marB="20000" anchor="ctr"/>
                </a:tc>
                <a:tc>
                  <a:txBody>
                    <a:bodyPr/>
                    <a:lstStyle/>
                    <a:p>
                      <a:pPr algn="ctr"/>
                      <a:r>
                        <a:rPr sz="1400" b="0"/>
                        <a:t>50</a:t>
                      </a:r>
                    </a:p>
                  </a:txBody>
                  <a:tcPr marT="20000" marB="20000" anchor="ctr"/>
                </a:tc>
                <a:tc>
                  <a:txBody>
                    <a:bodyPr/>
                    <a:lstStyle/>
                    <a:p>
                      <a:pPr algn="ctr"/>
                      <a:r>
                        <a:rPr sz="1400" b="0"/>
                        <a:t>1,00</a:t>
                      </a:r>
                    </a:p>
                  </a:txBody>
                  <a:tcPr marT="20000" marB="20000" anchor="ctr"/>
                </a:tc>
                <a:tc>
                  <a:txBody>
                    <a:bodyPr/>
                    <a:lstStyle/>
                    <a:p>
                      <a:pPr algn="ctr"/>
                      <a:endParaRPr/>
                    </a:p>
                  </a:txBody>
                  <a:tcPr marT="20000" marB="20000" anchor="ctr"/>
                </a:tc>
                <a:extLst>
                  <a:ext uri="{0D108BD9-81ED-4DB2-BD59-A6C34878D82A}">
                    <a16:rowId xmlns:a16="http://schemas.microsoft.com/office/drawing/2014/main" val="10010"/>
                  </a:ext>
                </a:extLst>
              </a:tr>
            </a:tbl>
          </a:graphicData>
        </a:graphic>
      </p:graphicFrame>
      <p:sp>
        <p:nvSpPr>
          <p:cNvPr id="43014"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61</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Gruplanmış Seri Grafiği: Çubuk</a:t>
            </a:r>
            <a:endParaRPr lang="tr-TR" altLang="tr-TR" sz="3600" dirty="0">
              <a:solidFill>
                <a:srgbClr val="92D050"/>
              </a:solidFill>
            </a:endParaRPr>
          </a:p>
        </p:txBody>
      </p:sp>
      <p:graphicFrame>
        <p:nvGraphicFramePr>
          <p:cNvPr id="43012" name="Chart 43011"/>
          <p:cNvGraphicFramePr>
            <a:graphicFrameLocks noGrp="1"/>
          </p:cNvGraphicFramePr>
          <p:nvPr/>
        </p:nvGraphicFramePr>
        <p:xfrm>
          <a:off x="700000" y="1250000"/>
          <a:ext cx="7744000" cy="4700000"/>
        </p:xfrm>
        <a:graphic>
          <a:graphicData uri="http://schemas.openxmlformats.org/drawingml/2006/chart">
            <c:chart xmlns:c="http://schemas.openxmlformats.org/drawingml/2006/chart" xmlns:r="http://schemas.openxmlformats.org/officeDocument/2006/relationships" r:id="rId2"/>
          </a:graphicData>
        </a:graphic>
      </p:graphicFrame>
      <p:sp>
        <p:nvSpPr>
          <p:cNvPr id="43013" name="TextBox 43012"/>
          <p:cNvSpPr txBox="1"/>
          <p:nvPr/>
        </p:nvSpPr>
        <p:spPr>
          <a:xfrm>
            <a:off x="700000" y="6000000"/>
            <a:ext cx="7744000" cy="400000"/>
          </a:xfrm>
          <a:prstGeom prst="rect">
            <a:avLst/>
          </a:prstGeom>
          <a:noFill/>
        </p:spPr>
        <p:txBody>
          <a:bodyPr wrap="square">
            <a:spAutoFit/>
          </a:bodyPr>
          <a:lstStyle/>
          <a:p>
            <a:r>
              <a:rPr sz="1400" b="0" i="1">
                <a:solidFill>
                  <a:srgbClr val="595959"/>
                </a:solidFill>
              </a:rPr>
              <a:t>0 ve 9 kardeşli öğrenci yok; eksende yine de yerleri boş bırakılır.</a:t>
            </a:r>
          </a:p>
        </p:txBody>
      </p:sp>
      <p:sp>
        <p:nvSpPr>
          <p:cNvPr id="43014"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6 Slayt Numarası Yer Tutucusu">
            <a:extLst>
              <a:ext uri="{FF2B5EF4-FFF2-40B4-BE49-F238E27FC236}">
                <a16:creationId xmlns:a16="http://schemas.microsoft.com/office/drawing/2014/main" id="{6E297CEA-CB4C-C4CF-60E3-888CEFBFF0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74B6C096-24BB-4362-856D-0E6B787393DC}" type="slidenum">
              <a:rPr lang="tr-TR" altLang="tr-TR" b="0" i="0"/>
              <a:pPr eaLnBrk="1" hangingPunct="1"/>
              <a:t>62</a:t>
            </a:fld>
            <a:endParaRPr lang="tr-TR" altLang="tr-TR" b="0" i="0"/>
          </a:p>
        </p:txBody>
      </p:sp>
      <p:sp>
        <p:nvSpPr>
          <p:cNvPr id="6148" name="Rectangle 2">
            <a:extLst>
              <a:ext uri="{FF2B5EF4-FFF2-40B4-BE49-F238E27FC236}">
                <a16:creationId xmlns:a16="http://schemas.microsoft.com/office/drawing/2014/main" id="{DC246F16-4C06-83BE-DC91-4DAA82C1A6FF}"/>
              </a:ext>
            </a:extLst>
          </p:cNvPr>
          <p:cNvSpPr>
            <a:spLocks noGrp="1" noChangeArrowheads="1"/>
          </p:cNvSpPr>
          <p:nvPr>
            <p:ph type="title"/>
          </p:nvPr>
        </p:nvSpPr>
        <p:spPr>
          <a:xfrm>
            <a:off x="533400" y="295275"/>
            <a:ext cx="8229600" cy="573088"/>
          </a:xfrm>
        </p:spPr>
        <p:txBody>
          <a:bodyPr/>
          <a:lstStyle/>
          <a:p>
            <a:pPr eaLnBrk="1" hangingPunct="1"/>
            <a:r>
              <a:rPr lang="tr-TR" altLang="tr-TR" sz="3600" dirty="0">
                <a:solidFill>
                  <a:srgbClr val="00B050"/>
                </a:solidFill>
              </a:rPr>
              <a:t>Bu Grafikte Ne Yanlış?</a:t>
            </a:r>
            <a:endParaRPr lang="en-US" altLang="tr-TR" sz="3600" dirty="0">
              <a:solidFill>
                <a:srgbClr val="00B050"/>
              </a:solidFill>
            </a:endParaRPr>
          </a:p>
        </p:txBody>
      </p:sp>
      <p:pic>
        <p:nvPicPr>
          <p:cNvPr id="6146" name="Object 6">
            <a:extLst>
              <a:ext uri="{FF2B5EF4-FFF2-40B4-BE49-F238E27FC236}">
                <a16:creationId xmlns:a16="http://schemas.microsoft.com/office/drawing/2014/main" id="{40AAE254-7EBA-FFE7-0964-D411AFB765AC}"/>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914400" y="1143000"/>
            <a:ext cx="7239000" cy="54197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9" name="TextBox 6148"/>
          <p:cNvSpPr txBox="1"/>
          <p:nvPr/>
        </p:nvSpPr>
        <p:spPr>
          <a:xfrm>
            <a:off x="914400" y="800000"/>
            <a:ext cx="7239000" cy="350000"/>
          </a:xfrm>
          <a:prstGeom prst="rect">
            <a:avLst/>
          </a:prstGeom>
          <a:noFill/>
        </p:spPr>
        <p:txBody>
          <a:bodyPr wrap="square">
            <a:spAutoFit/>
          </a:bodyPr>
          <a:lstStyle/>
          <a:p>
            <a:r>
              <a:rPr sz="1600" b="0" i="1">
                <a:solidFill>
                  <a:srgbClr val="595959"/>
                </a:solidFill>
              </a:rPr>
              <a:t>Bedenleri birleştiren çizgi ne anlatıyor? 31 beden nerede?</a:t>
            </a:r>
          </a:p>
        </p:txBody>
      </p:sp>
      <p:sp>
        <p:nvSpPr>
          <p:cNvPr id="6150"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63</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Kategorik Verinin Grafikleri</a:t>
            </a:r>
            <a:endParaRPr lang="tr-TR" altLang="tr-TR" sz="3600" dirty="0">
              <a:solidFill>
                <a:srgbClr val="92D050"/>
              </a:solidFill>
            </a:endParaRPr>
          </a:p>
        </p:txBody>
      </p:sp>
      <p:graphicFrame>
        <p:nvGraphicFramePr>
          <p:cNvPr id="43012" name="Chart 43011"/>
          <p:cNvGraphicFramePr>
            <a:graphicFrameLocks noGrp="1"/>
          </p:cNvGraphicFramePr>
          <p:nvPr/>
        </p:nvGraphicFramePr>
        <p:xfrm>
          <a:off x="250000" y="1300000"/>
          <a:ext cx="4200000" cy="42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3013" name="Chart 43012"/>
          <p:cNvGraphicFramePr>
            <a:graphicFrameLocks noGrp="1"/>
          </p:cNvGraphicFramePr>
          <p:nvPr/>
        </p:nvGraphicFramePr>
        <p:xfrm>
          <a:off x="4700000" y="1300000"/>
          <a:ext cx="4200000" cy="4200000"/>
        </p:xfrm>
        <a:graphic>
          <a:graphicData uri="http://schemas.openxmlformats.org/drawingml/2006/chart">
            <c:chart xmlns:c="http://schemas.openxmlformats.org/drawingml/2006/chart" xmlns:r="http://schemas.openxmlformats.org/officeDocument/2006/relationships" r:id="rId3"/>
          </a:graphicData>
        </a:graphic>
      </p:graphicFrame>
      <p:sp>
        <p:nvSpPr>
          <p:cNvPr id="43014" name="TextBox 43013"/>
          <p:cNvSpPr txBox="1"/>
          <p:nvPr/>
        </p:nvSpPr>
        <p:spPr>
          <a:xfrm>
            <a:off x="250000" y="5600000"/>
            <a:ext cx="4200000" cy="450000"/>
          </a:xfrm>
          <a:prstGeom prst="rect">
            <a:avLst/>
          </a:prstGeom>
          <a:noFill/>
        </p:spPr>
        <p:txBody>
          <a:bodyPr wrap="square">
            <a:spAutoFit/>
          </a:bodyPr>
          <a:lstStyle/>
          <a:p>
            <a:pPr algn="ctr"/>
            <a:r>
              <a:rPr sz="1500" b="1" i="0"/>
              <a:t>Nominal: mezhep (daire grafiği)</a:t>
            </a:r>
          </a:p>
        </p:txBody>
      </p:sp>
      <p:sp>
        <p:nvSpPr>
          <p:cNvPr id="43015" name="TextBox 43014"/>
          <p:cNvSpPr txBox="1"/>
          <p:nvPr/>
        </p:nvSpPr>
        <p:spPr>
          <a:xfrm>
            <a:off x="4700000" y="5600000"/>
            <a:ext cx="4200000" cy="450000"/>
          </a:xfrm>
          <a:prstGeom prst="rect">
            <a:avLst/>
          </a:prstGeom>
          <a:noFill/>
        </p:spPr>
        <p:txBody>
          <a:bodyPr wrap="square">
            <a:spAutoFit/>
          </a:bodyPr>
          <a:lstStyle/>
          <a:p>
            <a:pPr algn="ctr"/>
            <a:r>
              <a:rPr sz="1500" b="1" i="0"/>
              <a:t>Ordinal: namaz sıklığı (çubuk, sıra korunur)</a:t>
            </a:r>
          </a:p>
        </p:txBody>
      </p:sp>
      <p:sp>
        <p:nvSpPr>
          <p:cNvPr id="43016"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6 Slayt Numarası Yer Tutucusu">
            <a:extLst>
              <a:ext uri="{FF2B5EF4-FFF2-40B4-BE49-F238E27FC236}">
                <a16:creationId xmlns:a16="http://schemas.microsoft.com/office/drawing/2014/main" id="{2B1296A3-C244-8069-E5C1-CF2C5CD2BA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4261AF3-CCD0-42C8-A88C-9300CED37F37}" type="slidenum">
              <a:rPr lang="tr-TR" altLang="tr-TR" b="0" i="0"/>
              <a:pPr eaLnBrk="1" hangingPunct="1"/>
              <a:t>64</a:t>
            </a:fld>
            <a:endParaRPr lang="tr-TR" altLang="tr-TR" b="0" i="0"/>
          </a:p>
        </p:txBody>
      </p:sp>
      <p:sp>
        <p:nvSpPr>
          <p:cNvPr id="56323" name="Rectangle 2">
            <a:extLst>
              <a:ext uri="{FF2B5EF4-FFF2-40B4-BE49-F238E27FC236}">
                <a16:creationId xmlns:a16="http://schemas.microsoft.com/office/drawing/2014/main" id="{9D2F79B4-91C1-FE6A-F8E7-231B1172B6E0}"/>
              </a:ext>
            </a:extLst>
          </p:cNvPr>
          <p:cNvSpPr>
            <a:spLocks noGrp="1" noChangeArrowheads="1"/>
          </p:cNvSpPr>
          <p:nvPr>
            <p:ph type="title"/>
          </p:nvPr>
        </p:nvSpPr>
        <p:spPr>
          <a:xfrm>
            <a:off x="533400" y="152400"/>
            <a:ext cx="8229600" cy="1143000"/>
          </a:xfrm>
        </p:spPr>
        <p:txBody>
          <a:bodyPr/>
          <a:lstStyle/>
          <a:p>
            <a:pPr eaLnBrk="1" hangingPunct="1"/>
            <a:r>
              <a:rPr lang="tr-TR" altLang="tr-TR" dirty="0">
                <a:solidFill>
                  <a:srgbClr val="C00000"/>
                </a:solidFill>
              </a:rPr>
              <a:t>Sınıflanmış Seri </a:t>
            </a:r>
            <a:endParaRPr lang="en-US" altLang="tr-TR" dirty="0">
              <a:solidFill>
                <a:srgbClr val="C00000"/>
              </a:solidFill>
            </a:endParaRPr>
          </a:p>
        </p:txBody>
      </p:sp>
      <p:sp>
        <p:nvSpPr>
          <p:cNvPr id="56324" name="Rectangle 3">
            <a:extLst>
              <a:ext uri="{FF2B5EF4-FFF2-40B4-BE49-F238E27FC236}">
                <a16:creationId xmlns:a16="http://schemas.microsoft.com/office/drawing/2014/main" id="{55E4916B-D30B-C063-781D-702068D70AFC}"/>
              </a:ext>
            </a:extLst>
          </p:cNvPr>
          <p:cNvSpPr>
            <a:spLocks noGrp="1" noChangeArrowheads="1"/>
          </p:cNvSpPr>
          <p:nvPr>
            <p:ph type="body" sz="half" idx="1"/>
          </p:nvPr>
        </p:nvSpPr>
        <p:spPr>
          <a:xfrm>
            <a:off x="609600" y="1371600"/>
            <a:ext cx="8001000" cy="4191000"/>
          </a:xfrm>
        </p:spPr>
        <p:txBody>
          <a:bodyPr/>
          <a:lstStyle/>
          <a:p>
            <a:pPr marL="0" indent="0" algn="just" eaLnBrk="1" hangingPunct="1">
              <a:lnSpc>
                <a:spcPct val="90000"/>
              </a:lnSpc>
            </a:pPr>
            <a:r>
              <a:rPr lang="tr-TR" altLang="tr-TR" sz="2400" dirty="0"/>
              <a:t>  Verilerin </a:t>
            </a:r>
            <a:r>
              <a:rPr lang="tr-TR" altLang="tr-TR" sz="2400" b="1" dirty="0"/>
              <a:t>sürekli şans değişkeni</a:t>
            </a:r>
            <a:r>
              <a:rPr lang="tr-TR" altLang="tr-TR" sz="2400" dirty="0"/>
              <a:t> olduğu durumlarda her bir verinin belirli kurallara göre oluşturulan bir sınıfa kaydedilerek sınıflandırıldığı seridir.</a:t>
            </a:r>
          </a:p>
          <a:p>
            <a:pPr marL="0" indent="0" eaLnBrk="1" hangingPunct="1">
              <a:lnSpc>
                <a:spcPct val="90000"/>
              </a:lnSpc>
              <a:buFontTx/>
              <a:buNone/>
            </a:pPr>
            <a:r>
              <a:rPr lang="tr-TR" altLang="tr-TR" sz="2400" dirty="0"/>
              <a:t>Örnek:  Erkek öğrencilerin ağırlıkları göre </a:t>
            </a:r>
          </a:p>
          <a:p>
            <a:pPr marL="0" indent="0" eaLnBrk="1" hangingPunct="1">
              <a:lnSpc>
                <a:spcPct val="90000"/>
              </a:lnSpc>
              <a:buFontTx/>
              <a:buNone/>
            </a:pPr>
            <a:endParaRPr lang="tr-TR" altLang="tr-TR" sz="2400" dirty="0"/>
          </a:p>
          <a:p>
            <a:pPr marL="0" indent="0" eaLnBrk="1" hangingPunct="1">
              <a:lnSpc>
                <a:spcPct val="90000"/>
              </a:lnSpc>
              <a:buFontTx/>
              <a:buNone/>
            </a:pPr>
            <a:r>
              <a:rPr lang="tr-TR" altLang="tr-TR" sz="2400" dirty="0"/>
              <a:t>            55 </a:t>
            </a:r>
            <a:r>
              <a:rPr lang="tr-TR" altLang="tr-TR" sz="2400" dirty="0">
                <a:cs typeface="Arial" panose="020B0604020202020204" pitchFamily="34" charset="0"/>
              </a:rPr>
              <a:t>≤ x &lt; </a:t>
            </a:r>
            <a:r>
              <a:rPr lang="tr-TR" altLang="tr-TR" sz="2400" dirty="0"/>
              <a:t>65  ( 55- 65’den az)</a:t>
            </a:r>
          </a:p>
          <a:p>
            <a:pPr marL="0" indent="0" eaLnBrk="1" hangingPunct="1">
              <a:lnSpc>
                <a:spcPct val="90000"/>
              </a:lnSpc>
              <a:buFontTx/>
              <a:buNone/>
            </a:pPr>
            <a:r>
              <a:rPr lang="tr-TR" altLang="tr-TR" sz="2400" dirty="0"/>
              <a:t>            65 </a:t>
            </a:r>
            <a:r>
              <a:rPr lang="tr-TR" altLang="tr-TR" sz="2400" dirty="0">
                <a:cs typeface="Arial" panose="020B0604020202020204" pitchFamily="34" charset="0"/>
              </a:rPr>
              <a:t>≤ x &lt; </a:t>
            </a:r>
            <a:r>
              <a:rPr lang="tr-TR" altLang="tr-TR" sz="2400" dirty="0"/>
              <a:t>75  ( 65- 75’den az)</a:t>
            </a:r>
          </a:p>
          <a:p>
            <a:pPr marL="0" indent="0" eaLnBrk="1" hangingPunct="1">
              <a:lnSpc>
                <a:spcPct val="90000"/>
              </a:lnSpc>
              <a:buFontTx/>
              <a:buNone/>
            </a:pPr>
            <a:r>
              <a:rPr lang="tr-TR" altLang="tr-TR" sz="2400" dirty="0"/>
              <a:t>            75 </a:t>
            </a:r>
            <a:r>
              <a:rPr lang="tr-TR" altLang="tr-TR" sz="2400" dirty="0">
                <a:cs typeface="Arial" panose="020B0604020202020204" pitchFamily="34" charset="0"/>
              </a:rPr>
              <a:t>≤ x &lt; </a:t>
            </a:r>
            <a:r>
              <a:rPr lang="tr-TR" altLang="tr-TR" sz="2400" dirty="0"/>
              <a:t>85  ( 75- 85’den az)</a:t>
            </a:r>
          </a:p>
          <a:p>
            <a:pPr marL="0" indent="0" eaLnBrk="1" hangingPunct="1">
              <a:lnSpc>
                <a:spcPct val="90000"/>
              </a:lnSpc>
              <a:buFontTx/>
              <a:buNone/>
            </a:pPr>
            <a:endParaRPr lang="tr-TR" altLang="tr-TR" sz="2400" dirty="0"/>
          </a:p>
          <a:p>
            <a:pPr marL="0" indent="0" eaLnBrk="1" hangingPunct="1">
              <a:lnSpc>
                <a:spcPct val="90000"/>
              </a:lnSpc>
              <a:buFontTx/>
              <a:buNone/>
            </a:pPr>
            <a:r>
              <a:rPr lang="tr-TR" altLang="tr-TR" sz="2400" dirty="0"/>
              <a:t>gibi sınıflara ayrılması.  </a:t>
            </a:r>
          </a:p>
        </p:txBody>
      </p:sp>
      <p:sp>
        <p:nvSpPr>
          <p:cNvPr id="56325"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5 Slayt Numarası Yer Tutucusu">
            <a:extLst>
              <a:ext uri="{FF2B5EF4-FFF2-40B4-BE49-F238E27FC236}">
                <a16:creationId xmlns:a16="http://schemas.microsoft.com/office/drawing/2014/main" id="{9DBF8F7F-0154-F9E5-A952-4670C341853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B3A4E4AF-E002-4C08-A575-14CB151D6A1E}" type="slidenum">
              <a:rPr lang="tr-TR" altLang="tr-TR" b="0" i="0"/>
              <a:pPr eaLnBrk="1" hangingPunct="1"/>
              <a:t>65</a:t>
            </a:fld>
            <a:endParaRPr lang="tr-TR" altLang="tr-TR" b="0" i="0"/>
          </a:p>
        </p:txBody>
      </p:sp>
      <p:sp>
        <p:nvSpPr>
          <p:cNvPr id="57347" name="Rectangle 2">
            <a:extLst>
              <a:ext uri="{FF2B5EF4-FFF2-40B4-BE49-F238E27FC236}">
                <a16:creationId xmlns:a16="http://schemas.microsoft.com/office/drawing/2014/main" id="{601AA2C8-A8CE-1331-57CC-BAD55CB087A3}"/>
              </a:ext>
            </a:extLst>
          </p:cNvPr>
          <p:cNvSpPr>
            <a:spLocks noGrp="1" noChangeArrowheads="1"/>
          </p:cNvSpPr>
          <p:nvPr>
            <p:ph type="title"/>
          </p:nvPr>
        </p:nvSpPr>
        <p:spPr>
          <a:xfrm>
            <a:off x="457200" y="46038"/>
            <a:ext cx="7620000" cy="868362"/>
          </a:xfrm>
        </p:spPr>
        <p:txBody>
          <a:bodyPr/>
          <a:lstStyle/>
          <a:p>
            <a:pPr eaLnBrk="1" hangingPunct="1"/>
            <a:r>
              <a:rPr lang="tr-TR" altLang="tr-TR" sz="3600" dirty="0">
                <a:solidFill>
                  <a:srgbClr val="00B050"/>
                </a:solidFill>
              </a:rPr>
              <a:t>Sınıflanmış Seri Tabloları-I </a:t>
            </a:r>
            <a:endParaRPr lang="en-US" altLang="tr-TR" sz="3600" dirty="0">
              <a:solidFill>
                <a:srgbClr val="00B050"/>
              </a:solidFill>
            </a:endParaRPr>
          </a:p>
        </p:txBody>
      </p:sp>
      <p:sp>
        <p:nvSpPr>
          <p:cNvPr id="57348" name="Rectangle 3">
            <a:extLst>
              <a:ext uri="{FF2B5EF4-FFF2-40B4-BE49-F238E27FC236}">
                <a16:creationId xmlns:a16="http://schemas.microsoft.com/office/drawing/2014/main" id="{A339909C-76ED-7EAD-35FD-EEE6745FCBC5}"/>
              </a:ext>
            </a:extLst>
          </p:cNvPr>
          <p:cNvSpPr>
            <a:spLocks noChangeArrowheads="1"/>
          </p:cNvSpPr>
          <p:nvPr/>
        </p:nvSpPr>
        <p:spPr bwMode="auto">
          <a:xfrm>
            <a:off x="304800" y="1143000"/>
            <a:ext cx="86106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spcBef>
                <a:spcPct val="20000"/>
              </a:spcBef>
              <a:buFontTx/>
              <a:buChar char="•"/>
            </a:pPr>
            <a:r>
              <a:rPr lang="tr-TR" altLang="tr-TR" sz="2600" b="0" i="0"/>
              <a:t> </a:t>
            </a:r>
            <a:r>
              <a:rPr lang="tr-TR" altLang="tr-TR" sz="2800" b="0" i="0"/>
              <a:t>Sınıflanmış serilerde şans değişkeninin sürekliliği vardır. Verileri bir tablo şeklinde frekans, relatif frekans ve kümülatif relatif frekans dağılımları haline getiririz. </a:t>
            </a:r>
          </a:p>
          <a:p>
            <a:pPr algn="just" eaLnBrk="1" hangingPunct="1">
              <a:spcBef>
                <a:spcPct val="20000"/>
              </a:spcBef>
              <a:buFontTx/>
              <a:buChar char="•"/>
            </a:pPr>
            <a:endParaRPr lang="tr-TR" altLang="tr-TR" sz="2800" b="0" i="0"/>
          </a:p>
          <a:p>
            <a:pPr algn="just" eaLnBrk="1" hangingPunct="1">
              <a:spcBef>
                <a:spcPct val="20000"/>
              </a:spcBef>
              <a:buFontTx/>
              <a:buChar char="•"/>
            </a:pPr>
            <a:r>
              <a:rPr lang="tr-TR" altLang="tr-TR" sz="2800" b="0" i="0"/>
              <a:t> Bir sınıftaki erkek öğrencilerin kiloları hakkında bir araştırma yapılmaktadır. Bu amaçla 50 öğrencinin kiloları ölçülerek kaydedilmiştir.</a:t>
            </a:r>
          </a:p>
          <a:p>
            <a:pPr algn="just" eaLnBrk="1" hangingPunct="1">
              <a:spcBef>
                <a:spcPct val="20000"/>
              </a:spcBef>
            </a:pPr>
            <a:endParaRPr lang="tr-TR" altLang="tr-TR" sz="2800" b="0" i="0"/>
          </a:p>
          <a:p>
            <a:pPr algn="just" eaLnBrk="1" hangingPunct="1">
              <a:spcBef>
                <a:spcPct val="20000"/>
              </a:spcBef>
              <a:buFontTx/>
              <a:buChar char="•"/>
            </a:pPr>
            <a:r>
              <a:rPr lang="tr-TR" altLang="tr-TR" sz="2800" b="0" i="0"/>
              <a:t> Erkek öğrencilerin kiloları bir sonraki çizelgede sıralanmıştır.</a:t>
            </a:r>
          </a:p>
          <a:p>
            <a:pPr algn="just" eaLnBrk="1" hangingPunct="1">
              <a:spcBef>
                <a:spcPct val="20000"/>
              </a:spcBef>
              <a:buFontTx/>
              <a:buChar char="•"/>
            </a:pPr>
            <a:endParaRPr lang="tr-TR" altLang="tr-TR" sz="2600" b="0" i="0"/>
          </a:p>
        </p:txBody>
      </p:sp>
      <p:sp>
        <p:nvSpPr>
          <p:cNvPr id="57349"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5 Slayt Numarası Yer Tutucusu">
            <a:extLst>
              <a:ext uri="{FF2B5EF4-FFF2-40B4-BE49-F238E27FC236}">
                <a16:creationId xmlns:a16="http://schemas.microsoft.com/office/drawing/2014/main" id="{5355717D-932D-5203-3036-11BEEC5E77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B2D62A7C-42ED-4BF2-83A9-64418AB6D352}" type="slidenum">
              <a:rPr lang="tr-TR" altLang="tr-TR" b="0" i="0"/>
              <a:pPr eaLnBrk="1" hangingPunct="1"/>
              <a:t>66</a:t>
            </a:fld>
            <a:endParaRPr lang="tr-TR" altLang="tr-TR" b="0" i="0"/>
          </a:p>
        </p:txBody>
      </p:sp>
      <p:graphicFrame>
        <p:nvGraphicFramePr>
          <p:cNvPr id="8194" name="Object 2">
            <a:extLst>
              <a:ext uri="{FF2B5EF4-FFF2-40B4-BE49-F238E27FC236}">
                <a16:creationId xmlns:a16="http://schemas.microsoft.com/office/drawing/2014/main" id="{85C93914-FDA7-CD57-4BFD-8F6B7DD52C5E}"/>
              </a:ext>
            </a:extLst>
          </p:cNvPr>
          <p:cNvGraphicFramePr>
            <a:graphicFrameLocks noGrp="1" noChangeAspect="1"/>
          </p:cNvGraphicFramePr>
          <p:nvPr>
            <p:ph type="body" idx="1"/>
          </p:nvPr>
        </p:nvGraphicFramePr>
        <p:xfrm>
          <a:off x="685800" y="1447800"/>
          <a:ext cx="7772400" cy="4876800"/>
        </p:xfrm>
        <a:graphic>
          <a:graphicData uri="http://schemas.openxmlformats.org/presentationml/2006/ole">
            <mc:AlternateContent xmlns:mc="http://schemas.openxmlformats.org/markup-compatibility/2006">
              <mc:Choice xmlns:v="urn:schemas-microsoft-com:vml" Requires="v">
                <p:oleObj name="Çalışma Sayfası" r:id="rId2" imgW="3257550" imgH="1628775" progId="Excel.Sheet.8">
                  <p:embed/>
                </p:oleObj>
              </mc:Choice>
              <mc:Fallback>
                <p:oleObj name="Çalışma Sayfası" r:id="rId2" imgW="3257550" imgH="1628775" progId="Excel.Sheet.8">
                  <p:embed/>
                  <p:pic>
                    <p:nvPicPr>
                      <p:cNvPr id="8194" name="Object 2">
                        <a:extLst>
                          <a:ext uri="{FF2B5EF4-FFF2-40B4-BE49-F238E27FC236}">
                            <a16:creationId xmlns:a16="http://schemas.microsoft.com/office/drawing/2014/main" id="{85C93914-FDA7-CD57-4BFD-8F6B7DD52C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447800"/>
                        <a:ext cx="7772400" cy="4876800"/>
                      </a:xfrm>
                      <a:prstGeom prst="rect">
                        <a:avLst/>
                      </a:prstGeom>
                    </p:spPr>
                  </p:pic>
                </p:oleObj>
              </mc:Fallback>
            </mc:AlternateContent>
          </a:graphicData>
        </a:graphic>
      </p:graphicFrame>
      <p:sp>
        <p:nvSpPr>
          <p:cNvPr id="8196" name="Rectangle 3">
            <a:extLst>
              <a:ext uri="{FF2B5EF4-FFF2-40B4-BE49-F238E27FC236}">
                <a16:creationId xmlns:a16="http://schemas.microsoft.com/office/drawing/2014/main" id="{ED6D6A79-43B9-C614-558B-445FFA04AE24}"/>
              </a:ext>
            </a:extLst>
          </p:cNvPr>
          <p:cNvSpPr>
            <a:spLocks noGrp="1" noChangeArrowheads="1"/>
          </p:cNvSpPr>
          <p:nvPr>
            <p:ph type="title"/>
          </p:nvPr>
        </p:nvSpPr>
        <p:spPr>
          <a:xfrm>
            <a:off x="685800" y="228600"/>
            <a:ext cx="7772400" cy="822325"/>
          </a:xfrm>
        </p:spPr>
        <p:txBody>
          <a:bodyPr/>
          <a:lstStyle/>
          <a:p>
            <a:pPr eaLnBrk="1" hangingPunct="1"/>
            <a:r>
              <a:rPr lang="tr-TR" altLang="tr-TR" sz="3600" dirty="0">
                <a:solidFill>
                  <a:srgbClr val="92D050"/>
                </a:solidFill>
              </a:rPr>
              <a:t>Ağırlık Verileri</a:t>
            </a:r>
          </a:p>
        </p:txBody>
      </p:sp>
      <p:sp>
        <p:nvSpPr>
          <p:cNvPr id="819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5 Slayt Numarası Yer Tutucusu">
            <a:extLst>
              <a:ext uri="{FF2B5EF4-FFF2-40B4-BE49-F238E27FC236}">
                <a16:creationId xmlns:a16="http://schemas.microsoft.com/office/drawing/2014/main" id="{F77BDC9A-87D4-D9AA-5505-63878F00CD8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0DF9909B-06F1-4C57-8124-D95A900E4B26}" type="slidenum">
              <a:rPr lang="tr-TR" altLang="tr-TR" b="0" i="0"/>
              <a:pPr eaLnBrk="1" hangingPunct="1"/>
              <a:t>67</a:t>
            </a:fld>
            <a:endParaRPr lang="tr-TR" altLang="tr-TR" b="0" i="0"/>
          </a:p>
        </p:txBody>
      </p:sp>
      <p:sp>
        <p:nvSpPr>
          <p:cNvPr id="58371" name="Text Box 4">
            <a:extLst>
              <a:ext uri="{FF2B5EF4-FFF2-40B4-BE49-F238E27FC236}">
                <a16:creationId xmlns:a16="http://schemas.microsoft.com/office/drawing/2014/main" id="{2AC52AFD-52C6-3DB3-2B36-275331721D9F}"/>
              </a:ext>
            </a:extLst>
          </p:cNvPr>
          <p:cNvSpPr txBox="1">
            <a:spLocks noChangeArrowheads="1"/>
          </p:cNvSpPr>
          <p:nvPr/>
        </p:nvSpPr>
        <p:spPr bwMode="auto">
          <a:xfrm>
            <a:off x="228600" y="1895475"/>
            <a:ext cx="8686800" cy="3330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2200" i="0" dirty="0"/>
              <a:t>      </a:t>
            </a:r>
            <a:r>
              <a:rPr lang="tr-TR" altLang="tr-TR" sz="2200" i="0" u="sng" dirty="0"/>
              <a:t>Sınıf</a:t>
            </a:r>
            <a:r>
              <a:rPr lang="tr-TR" altLang="tr-TR" sz="2200" i="0" dirty="0"/>
              <a:t>             </a:t>
            </a:r>
            <a:r>
              <a:rPr lang="tr-TR" altLang="tr-TR" sz="2200" i="0" u="sng" dirty="0"/>
              <a:t>Frekans</a:t>
            </a:r>
            <a:r>
              <a:rPr lang="tr-TR" altLang="tr-TR" sz="2200" i="0" dirty="0"/>
              <a:t>    </a:t>
            </a:r>
            <a:r>
              <a:rPr lang="tr-TR" altLang="tr-TR" sz="2200" i="0" u="sng" dirty="0"/>
              <a:t>Relatif(göreli) </a:t>
            </a:r>
            <a:r>
              <a:rPr lang="tr-TR" altLang="tr-TR" sz="2200" i="0" u="sng" dirty="0" err="1"/>
              <a:t>Fre</a:t>
            </a:r>
            <a:r>
              <a:rPr lang="tr-TR" altLang="tr-TR" sz="2200" i="0" u="sng" dirty="0"/>
              <a:t>.</a:t>
            </a:r>
            <a:r>
              <a:rPr lang="tr-TR" altLang="tr-TR" sz="2200" i="0" dirty="0"/>
              <a:t>     </a:t>
            </a:r>
            <a:r>
              <a:rPr lang="tr-TR" altLang="tr-TR" sz="2200" i="0" u="sng" dirty="0"/>
              <a:t>Küm. Relatif </a:t>
            </a:r>
            <a:r>
              <a:rPr lang="tr-TR" altLang="tr-TR" sz="2200" i="0" u="sng" dirty="0" err="1"/>
              <a:t>Fre</a:t>
            </a:r>
            <a:r>
              <a:rPr lang="tr-TR" altLang="tr-TR" sz="2200" i="0" u="sng" dirty="0"/>
              <a:t>.</a:t>
            </a:r>
            <a:r>
              <a:rPr lang="tr-TR" altLang="tr-TR" sz="2200" dirty="0"/>
              <a:t> </a:t>
            </a:r>
            <a:endParaRPr lang="tr-TR" altLang="tr-TR" sz="2200" b="0" i="0" u="sng" dirty="0"/>
          </a:p>
          <a:p>
            <a:pPr>
              <a:spcBef>
                <a:spcPct val="50000"/>
              </a:spcBef>
            </a:pPr>
            <a:r>
              <a:rPr lang="tr-TR" altLang="tr-TR" sz="2200" b="0" i="0" dirty="0"/>
              <a:t> 50-57’den az           3	                 3 / 50 = 0,06                   0,06</a:t>
            </a:r>
          </a:p>
          <a:p>
            <a:pPr>
              <a:lnSpc>
                <a:spcPct val="50000"/>
              </a:lnSpc>
              <a:spcBef>
                <a:spcPct val="50000"/>
              </a:spcBef>
            </a:pPr>
            <a:r>
              <a:rPr lang="tr-TR" altLang="tr-TR" sz="2200" b="0" i="0" dirty="0"/>
              <a:t> 57-64’den az</a:t>
            </a:r>
            <a:r>
              <a:rPr lang="tr-TR" altLang="tr-TR" sz="2200" dirty="0"/>
              <a:t> </a:t>
            </a:r>
            <a:r>
              <a:rPr lang="tr-TR" altLang="tr-TR" sz="2200" b="0" i="0" dirty="0"/>
              <a:t>	         5 	     5 / 50 = 0,10</a:t>
            </a:r>
            <a:r>
              <a:rPr lang="tr-TR" altLang="tr-TR" sz="2200" dirty="0"/>
              <a:t> </a:t>
            </a:r>
            <a:r>
              <a:rPr lang="tr-TR" altLang="tr-TR" sz="2200" b="0" i="0" dirty="0"/>
              <a:t>	         0,16</a:t>
            </a:r>
          </a:p>
          <a:p>
            <a:pPr>
              <a:lnSpc>
                <a:spcPct val="50000"/>
              </a:lnSpc>
              <a:spcBef>
                <a:spcPct val="50000"/>
              </a:spcBef>
            </a:pPr>
            <a:r>
              <a:rPr lang="tr-TR" altLang="tr-TR" sz="2200" b="0" i="0" dirty="0"/>
              <a:t> 64-71’den az</a:t>
            </a:r>
            <a:r>
              <a:rPr lang="tr-TR" altLang="tr-TR" sz="2200" dirty="0"/>
              <a:t> </a:t>
            </a:r>
            <a:r>
              <a:rPr lang="tr-TR" altLang="tr-TR" sz="2200" b="0" i="0" dirty="0"/>
              <a:t>	        10  	   10 / 50 = 0,20</a:t>
            </a:r>
            <a:r>
              <a:rPr lang="tr-TR" altLang="tr-TR" sz="2200" dirty="0"/>
              <a:t>                   </a:t>
            </a:r>
            <a:r>
              <a:rPr lang="tr-TR" altLang="tr-TR" sz="2200" b="0" i="0" dirty="0"/>
              <a:t>0,36</a:t>
            </a:r>
          </a:p>
          <a:p>
            <a:pPr>
              <a:lnSpc>
                <a:spcPct val="50000"/>
              </a:lnSpc>
              <a:spcBef>
                <a:spcPct val="50000"/>
              </a:spcBef>
            </a:pPr>
            <a:r>
              <a:rPr lang="tr-TR" altLang="tr-TR" sz="2200" b="0" i="0" dirty="0"/>
              <a:t> 71-78’den az</a:t>
            </a:r>
            <a:r>
              <a:rPr lang="tr-TR" altLang="tr-TR" sz="2200" dirty="0"/>
              <a:t> </a:t>
            </a:r>
            <a:r>
              <a:rPr lang="tr-TR" altLang="tr-TR" sz="2200" b="0" i="0" dirty="0"/>
              <a:t>	        17               17 / 50 = 0,34                   0,70</a:t>
            </a:r>
          </a:p>
          <a:p>
            <a:pPr>
              <a:lnSpc>
                <a:spcPct val="50000"/>
              </a:lnSpc>
              <a:spcBef>
                <a:spcPct val="50000"/>
              </a:spcBef>
            </a:pPr>
            <a:r>
              <a:rPr lang="tr-TR" altLang="tr-TR" sz="2200" b="0" i="0" dirty="0"/>
              <a:t> 78-85’den az</a:t>
            </a:r>
            <a:r>
              <a:rPr lang="tr-TR" altLang="tr-TR" sz="2200" dirty="0"/>
              <a:t> </a:t>
            </a:r>
            <a:r>
              <a:rPr lang="tr-TR" altLang="tr-TR" sz="2200" b="0" i="0" dirty="0"/>
              <a:t>	          9 	     9 / 50 = 0,18                   0,88</a:t>
            </a:r>
          </a:p>
          <a:p>
            <a:pPr>
              <a:lnSpc>
                <a:spcPct val="50000"/>
              </a:lnSpc>
              <a:spcBef>
                <a:spcPct val="50000"/>
              </a:spcBef>
            </a:pPr>
            <a:r>
              <a:rPr lang="tr-TR" altLang="tr-TR" sz="2200" b="0" i="0" dirty="0"/>
              <a:t> 85-92’den az</a:t>
            </a:r>
            <a:r>
              <a:rPr lang="tr-TR" altLang="tr-TR" sz="2200" dirty="0"/>
              <a:t> </a:t>
            </a:r>
            <a:r>
              <a:rPr lang="tr-TR" altLang="tr-TR" sz="2200" b="0" i="0" dirty="0"/>
              <a:t>	          5 	     5 / 50 = 0,10                   0,98</a:t>
            </a:r>
          </a:p>
          <a:p>
            <a:pPr>
              <a:lnSpc>
                <a:spcPct val="50000"/>
              </a:lnSpc>
              <a:spcBef>
                <a:spcPct val="50000"/>
              </a:spcBef>
            </a:pPr>
            <a:r>
              <a:rPr lang="tr-TR" altLang="tr-TR" sz="2200" b="0" i="0" dirty="0"/>
              <a:t> </a:t>
            </a:r>
            <a:r>
              <a:rPr lang="tr-TR" altLang="tr-TR" sz="2200" b="0" i="0" u="sng" dirty="0"/>
              <a:t>92-99’den az           1                 1 / 50 = 0,02                   1,00</a:t>
            </a:r>
          </a:p>
          <a:p>
            <a:pPr>
              <a:lnSpc>
                <a:spcPct val="50000"/>
              </a:lnSpc>
              <a:spcBef>
                <a:spcPct val="50000"/>
              </a:spcBef>
            </a:pPr>
            <a:r>
              <a:rPr lang="tr-TR" altLang="tr-TR" sz="2200" b="0" i="0" dirty="0"/>
              <a:t>    Toplam                50                            1,00</a:t>
            </a:r>
          </a:p>
        </p:txBody>
      </p:sp>
      <p:sp>
        <p:nvSpPr>
          <p:cNvPr id="58372" name="Rectangle 5">
            <a:extLst>
              <a:ext uri="{FF2B5EF4-FFF2-40B4-BE49-F238E27FC236}">
                <a16:creationId xmlns:a16="http://schemas.microsoft.com/office/drawing/2014/main" id="{5F36B7CC-EB35-B0F6-249E-58FCE5E9E3AC}"/>
              </a:ext>
            </a:extLst>
          </p:cNvPr>
          <p:cNvSpPr>
            <a:spLocks noGrp="1" noChangeArrowheads="1"/>
          </p:cNvSpPr>
          <p:nvPr>
            <p:ph type="title"/>
          </p:nvPr>
        </p:nvSpPr>
        <p:spPr>
          <a:xfrm>
            <a:off x="762000" y="609600"/>
            <a:ext cx="7620000" cy="868363"/>
          </a:xfrm>
          <a:noFill/>
        </p:spPr>
        <p:txBody>
          <a:bodyPr/>
          <a:lstStyle/>
          <a:p>
            <a:pPr eaLnBrk="1" hangingPunct="1"/>
            <a:r>
              <a:rPr lang="tr-TR" altLang="tr-TR" sz="3600" dirty="0">
                <a:solidFill>
                  <a:srgbClr val="92D050"/>
                </a:solidFill>
              </a:rPr>
              <a:t>Sınıflanmış Seri Tabloları-II </a:t>
            </a:r>
            <a:endParaRPr lang="en-US" altLang="tr-TR" sz="3600" dirty="0">
              <a:solidFill>
                <a:srgbClr val="92D050"/>
              </a:solidFill>
            </a:endParaRPr>
          </a:p>
        </p:txBody>
      </p:sp>
      <p:sp>
        <p:nvSpPr>
          <p:cNvPr id="5837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6 Slayt Numarası Yer Tutucusu">
            <a:extLst>
              <a:ext uri="{FF2B5EF4-FFF2-40B4-BE49-F238E27FC236}">
                <a16:creationId xmlns:a16="http://schemas.microsoft.com/office/drawing/2014/main" id="{009ECEBF-6CDB-4C32-919F-78EAB46F3B1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F51992FC-01B5-491F-A9EF-0DB029660479}" type="slidenum">
              <a:rPr lang="tr-TR" altLang="tr-TR" b="0" i="0"/>
              <a:pPr eaLnBrk="1" hangingPunct="1"/>
              <a:t>68</a:t>
            </a:fld>
            <a:endParaRPr lang="tr-TR" altLang="tr-TR" b="0" i="0"/>
          </a:p>
        </p:txBody>
      </p:sp>
      <p:sp>
        <p:nvSpPr>
          <p:cNvPr id="59395" name="Rectangle 2">
            <a:extLst>
              <a:ext uri="{FF2B5EF4-FFF2-40B4-BE49-F238E27FC236}">
                <a16:creationId xmlns:a16="http://schemas.microsoft.com/office/drawing/2014/main" id="{2BC8F5F7-4A05-0870-17B0-AD41D375110B}"/>
              </a:ext>
            </a:extLst>
          </p:cNvPr>
          <p:cNvSpPr>
            <a:spLocks noGrp="1" noChangeArrowheads="1"/>
          </p:cNvSpPr>
          <p:nvPr>
            <p:ph type="title"/>
          </p:nvPr>
        </p:nvSpPr>
        <p:spPr>
          <a:xfrm>
            <a:off x="457200" y="152400"/>
            <a:ext cx="8458200" cy="1143000"/>
          </a:xfrm>
        </p:spPr>
        <p:txBody>
          <a:bodyPr/>
          <a:lstStyle/>
          <a:p>
            <a:pPr eaLnBrk="1" hangingPunct="1"/>
            <a:r>
              <a:rPr lang="tr-TR" altLang="tr-TR" dirty="0">
                <a:solidFill>
                  <a:srgbClr val="00B050"/>
                </a:solidFill>
              </a:rPr>
              <a:t>Sınıflanmış Seri Grafiği</a:t>
            </a:r>
            <a:endParaRPr lang="en-US" altLang="tr-TR" dirty="0">
              <a:solidFill>
                <a:srgbClr val="00B050"/>
              </a:solidFill>
            </a:endParaRPr>
          </a:p>
        </p:txBody>
      </p:sp>
      <p:sp>
        <p:nvSpPr>
          <p:cNvPr id="59396" name="Rectangle 4">
            <a:extLst>
              <a:ext uri="{FF2B5EF4-FFF2-40B4-BE49-F238E27FC236}">
                <a16:creationId xmlns:a16="http://schemas.microsoft.com/office/drawing/2014/main" id="{81CFA065-8774-411E-DFD3-D6B142627101}"/>
              </a:ext>
            </a:extLst>
          </p:cNvPr>
          <p:cNvSpPr>
            <a:spLocks noChangeArrowheads="1"/>
          </p:cNvSpPr>
          <p:nvPr/>
        </p:nvSpPr>
        <p:spPr bwMode="auto">
          <a:xfrm>
            <a:off x="152400" y="1295400"/>
            <a:ext cx="8839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spcBef>
                <a:spcPct val="20000"/>
              </a:spcBef>
              <a:buFontTx/>
              <a:buChar char="•"/>
            </a:pPr>
            <a:r>
              <a:rPr lang="tr-TR" altLang="tr-TR" sz="2800" b="0" i="0"/>
              <a:t>  Sınıflanmış serilerde şans değişkeninin sürekli olmasından dolayı verileri bir grafik halinde özetlemek amacıyla uygulamada oldukça sık kullanılan HİSTOGRAM bir dikdörtgenler dizisidir.</a:t>
            </a:r>
          </a:p>
          <a:p>
            <a:pPr eaLnBrk="1" hangingPunct="1">
              <a:spcBef>
                <a:spcPct val="20000"/>
              </a:spcBef>
            </a:pPr>
            <a:r>
              <a:rPr lang="tr-TR" altLang="tr-TR" sz="2800" b="0" i="0"/>
              <a:t>   </a:t>
            </a:r>
          </a:p>
        </p:txBody>
      </p:sp>
      <p:sp>
        <p:nvSpPr>
          <p:cNvPr id="59397" name="Rectangle 6">
            <a:extLst>
              <a:ext uri="{FF2B5EF4-FFF2-40B4-BE49-F238E27FC236}">
                <a16:creationId xmlns:a16="http://schemas.microsoft.com/office/drawing/2014/main" id="{AF8D1898-D2EA-798A-3E1E-0CB33D715027}"/>
              </a:ext>
            </a:extLst>
          </p:cNvPr>
          <p:cNvSpPr>
            <a:spLocks noGrp="1" noChangeArrowheads="1"/>
          </p:cNvSpPr>
          <p:nvPr>
            <p:ph type="body" idx="1"/>
          </p:nvPr>
        </p:nvSpPr>
        <p:spPr>
          <a:xfrm>
            <a:off x="228600" y="3429000"/>
            <a:ext cx="8534400" cy="2819400"/>
          </a:xfrm>
          <a:noFill/>
        </p:spPr>
        <p:txBody>
          <a:bodyPr/>
          <a:lstStyle/>
          <a:p>
            <a:pPr marL="0" indent="0" algn="just" eaLnBrk="1" hangingPunct="1"/>
            <a:r>
              <a:rPr lang="tr-TR" altLang="tr-TR" dirty="0"/>
              <a:t> Frekans dağılışlarının elde edilmesinin önemli nedenlerinden biri ilgilenilen değişkenin nasıl bir dağılış gösterdiği hakkında bilgi sahibi olmaktır. Örneğin dağılış şekilsel olarak çift tepeli bir görünüm arz ediyorsa örneklenen anakütlenin ilgilenilen özellik bakımından karışık olduğunu gösterebilir.</a:t>
            </a:r>
            <a:r>
              <a:rPr lang="tr-TR" altLang="tr-TR" sz="2000" dirty="0"/>
              <a:t>  </a:t>
            </a:r>
          </a:p>
        </p:txBody>
      </p:sp>
      <p:sp>
        <p:nvSpPr>
          <p:cNvPr id="59398"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3 Slayt Numarası Yer Tutucusu">
            <a:extLst>
              <a:ext uri="{FF2B5EF4-FFF2-40B4-BE49-F238E27FC236}">
                <a16:creationId xmlns:a16="http://schemas.microsoft.com/office/drawing/2014/main" id="{436D0CD7-C95F-904A-9B79-D92D308364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DD9BFA9F-2EE0-4BC1-93D7-5B51B5674721}" type="slidenum">
              <a:rPr lang="tr-TR" altLang="tr-TR" b="0" i="0"/>
              <a:pPr eaLnBrk="1" hangingPunct="1"/>
              <a:t>69</a:t>
            </a:fld>
            <a:endParaRPr lang="tr-TR" altLang="tr-TR" b="0" i="0"/>
          </a:p>
        </p:txBody>
      </p:sp>
      <p:sp>
        <p:nvSpPr>
          <p:cNvPr id="60419" name="7 Slayt Numarası Yer Tutucusu">
            <a:extLst>
              <a:ext uri="{FF2B5EF4-FFF2-40B4-BE49-F238E27FC236}">
                <a16:creationId xmlns:a16="http://schemas.microsoft.com/office/drawing/2014/main" id="{9D61E2FC-B59D-E630-B1A0-638D4D058917}"/>
              </a:ext>
            </a:extLst>
          </p:cNvPr>
          <p:cNvSpPr txBox="1">
            <a:spLocks noGrp="1"/>
          </p:cNvSpPr>
          <p:nvPr/>
        </p:nvSpPr>
        <p:spPr bwMode="auto">
          <a:xfrm>
            <a:off x="6948488" y="6248400"/>
            <a:ext cx="1738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r" eaLnBrk="1" hangingPunct="1"/>
            <a:r>
              <a:rPr lang="tr-TR" altLang="tr-TR" sz="1400" b="0" i="0">
                <a:latin typeface="Arial Black" panose="020B0A04020102020204" pitchFamily="34" charset="0"/>
              </a:rPr>
              <a:t>DERS I - </a:t>
            </a:r>
            <a:fld id="{5CEB1180-4FCF-4279-8289-1FCC284F9A9A}" type="slidenum">
              <a:rPr lang="tr-TR" altLang="tr-TR" sz="1400" b="0" i="0">
                <a:latin typeface="Arial Black" panose="020B0A04020102020204" pitchFamily="34" charset="0"/>
              </a:rPr>
              <a:pPr algn="r" eaLnBrk="1" hangingPunct="1"/>
              <a:t>69</a:t>
            </a:fld>
            <a:r>
              <a:rPr lang="tr-TR" altLang="tr-TR" sz="1400" b="0" i="0">
                <a:latin typeface="Arial Black" panose="020B0A04020102020204" pitchFamily="34" charset="0"/>
              </a:rPr>
              <a:t>/63</a:t>
            </a:r>
          </a:p>
        </p:txBody>
      </p:sp>
      <p:sp>
        <p:nvSpPr>
          <p:cNvPr id="60420" name="Rectangle 2">
            <a:extLst>
              <a:ext uri="{FF2B5EF4-FFF2-40B4-BE49-F238E27FC236}">
                <a16:creationId xmlns:a16="http://schemas.microsoft.com/office/drawing/2014/main" id="{FE2AB40F-BFBE-A1AA-1496-F1083CD4C37F}"/>
              </a:ext>
            </a:extLst>
          </p:cNvPr>
          <p:cNvSpPr>
            <a:spLocks noGrp="1" noChangeArrowheads="1"/>
          </p:cNvSpPr>
          <p:nvPr>
            <p:ph type="title" sz="quarter" idx="4294967295"/>
          </p:nvPr>
        </p:nvSpPr>
        <p:spPr>
          <a:xfrm>
            <a:off x="684213" y="350838"/>
            <a:ext cx="7086600" cy="952500"/>
          </a:xfrm>
          <a:noFill/>
        </p:spPr>
        <p:txBody>
          <a:bodyPr lIns="90488" tIns="44450" rIns="90488" bIns="44450" anchorCtr="1"/>
          <a:lstStyle/>
          <a:p>
            <a:pPr eaLnBrk="1" hangingPunct="1">
              <a:lnSpc>
                <a:spcPct val="95000"/>
              </a:lnSpc>
            </a:pPr>
            <a:r>
              <a:rPr lang="tr-TR" altLang="tr-TR" dirty="0">
                <a:solidFill>
                  <a:srgbClr val="C00000"/>
                </a:solidFill>
              </a:rPr>
              <a:t>Frekans Dağılımı Tablosu</a:t>
            </a:r>
          </a:p>
        </p:txBody>
      </p:sp>
      <p:sp>
        <p:nvSpPr>
          <p:cNvPr id="60421" name="Rectangle 3">
            <a:extLst>
              <a:ext uri="{FF2B5EF4-FFF2-40B4-BE49-F238E27FC236}">
                <a16:creationId xmlns:a16="http://schemas.microsoft.com/office/drawing/2014/main" id="{03532B03-8B8A-2A57-EAAD-1056AD407724}"/>
              </a:ext>
            </a:extLst>
          </p:cNvPr>
          <p:cNvSpPr>
            <a:spLocks noChangeArrowheads="1"/>
          </p:cNvSpPr>
          <p:nvPr/>
        </p:nvSpPr>
        <p:spPr bwMode="auto">
          <a:xfrm>
            <a:off x="5638800" y="1676400"/>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8" name="Rectangle 4">
            <a:extLst>
              <a:ext uri="{FF2B5EF4-FFF2-40B4-BE49-F238E27FC236}">
                <a16:creationId xmlns:a16="http://schemas.microsoft.com/office/drawing/2014/main" id="{48975088-4C43-629B-5490-7911E4DF2A90}"/>
              </a:ext>
            </a:extLst>
          </p:cNvPr>
          <p:cNvSpPr>
            <a:spLocks noChangeArrowheads="1"/>
          </p:cNvSpPr>
          <p:nvPr/>
        </p:nvSpPr>
        <p:spPr bwMode="auto">
          <a:xfrm>
            <a:off x="250825" y="1700213"/>
            <a:ext cx="8275638"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2800" b="0" i="0">
                <a:solidFill>
                  <a:schemeClr val="bg2"/>
                </a:solidFill>
              </a:rPr>
              <a:t>Ham Veriler:  24, 26, 24, 21, 27, 27, 30, 41, 32, 38</a:t>
            </a:r>
          </a:p>
        </p:txBody>
      </p:sp>
      <p:sp>
        <p:nvSpPr>
          <p:cNvPr id="60423" name="Rectangle 5">
            <a:extLst>
              <a:ext uri="{FF2B5EF4-FFF2-40B4-BE49-F238E27FC236}">
                <a16:creationId xmlns:a16="http://schemas.microsoft.com/office/drawing/2014/main" id="{6A38986E-C49D-74CD-42DD-9BCDA3251B11}"/>
              </a:ext>
            </a:extLst>
          </p:cNvPr>
          <p:cNvSpPr>
            <a:spLocks noChangeArrowheads="1"/>
          </p:cNvSpPr>
          <p:nvPr/>
        </p:nvSpPr>
        <p:spPr bwMode="auto">
          <a:xfrm>
            <a:off x="2106613" y="2986088"/>
            <a:ext cx="2381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24" name="Rectangle 6">
            <a:extLst>
              <a:ext uri="{FF2B5EF4-FFF2-40B4-BE49-F238E27FC236}">
                <a16:creationId xmlns:a16="http://schemas.microsoft.com/office/drawing/2014/main" id="{902C4EE3-1924-3D0B-4EBD-0E3A6CDA899B}"/>
              </a:ext>
            </a:extLst>
          </p:cNvPr>
          <p:cNvSpPr>
            <a:spLocks noChangeArrowheads="1"/>
          </p:cNvSpPr>
          <p:nvPr/>
        </p:nvSpPr>
        <p:spPr bwMode="auto">
          <a:xfrm>
            <a:off x="2106613" y="2986088"/>
            <a:ext cx="2381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25" name="Rectangle 7">
            <a:extLst>
              <a:ext uri="{FF2B5EF4-FFF2-40B4-BE49-F238E27FC236}">
                <a16:creationId xmlns:a16="http://schemas.microsoft.com/office/drawing/2014/main" id="{28B23B47-F78F-0EB0-8615-9161EFEA0740}"/>
              </a:ext>
            </a:extLst>
          </p:cNvPr>
          <p:cNvSpPr>
            <a:spLocks noChangeArrowheads="1"/>
          </p:cNvSpPr>
          <p:nvPr/>
        </p:nvSpPr>
        <p:spPr bwMode="auto">
          <a:xfrm>
            <a:off x="2138363" y="2986088"/>
            <a:ext cx="278606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26" name="Rectangle 8">
            <a:extLst>
              <a:ext uri="{FF2B5EF4-FFF2-40B4-BE49-F238E27FC236}">
                <a16:creationId xmlns:a16="http://schemas.microsoft.com/office/drawing/2014/main" id="{E17B2AA4-CB6B-759F-CCC6-B5F8A7E9B5D0}"/>
              </a:ext>
            </a:extLst>
          </p:cNvPr>
          <p:cNvSpPr>
            <a:spLocks noChangeArrowheads="1"/>
          </p:cNvSpPr>
          <p:nvPr/>
        </p:nvSpPr>
        <p:spPr bwMode="auto">
          <a:xfrm>
            <a:off x="4935538" y="2986088"/>
            <a:ext cx="2381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27" name="Rectangle 9">
            <a:extLst>
              <a:ext uri="{FF2B5EF4-FFF2-40B4-BE49-F238E27FC236}">
                <a16:creationId xmlns:a16="http://schemas.microsoft.com/office/drawing/2014/main" id="{3EDD2E6D-845F-227F-3CF4-EDA73378CEDA}"/>
              </a:ext>
            </a:extLst>
          </p:cNvPr>
          <p:cNvSpPr>
            <a:spLocks noChangeArrowheads="1"/>
          </p:cNvSpPr>
          <p:nvPr/>
        </p:nvSpPr>
        <p:spPr bwMode="auto">
          <a:xfrm>
            <a:off x="4967288" y="2986088"/>
            <a:ext cx="2282825"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28" name="Rectangle 10">
            <a:extLst>
              <a:ext uri="{FF2B5EF4-FFF2-40B4-BE49-F238E27FC236}">
                <a16:creationId xmlns:a16="http://schemas.microsoft.com/office/drawing/2014/main" id="{9920289F-97F7-602A-7DE5-4B197FA407E6}"/>
              </a:ext>
            </a:extLst>
          </p:cNvPr>
          <p:cNvSpPr>
            <a:spLocks noChangeArrowheads="1"/>
          </p:cNvSpPr>
          <p:nvPr/>
        </p:nvSpPr>
        <p:spPr bwMode="auto">
          <a:xfrm>
            <a:off x="7259638" y="2986088"/>
            <a:ext cx="2381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29" name="Rectangle 11">
            <a:extLst>
              <a:ext uri="{FF2B5EF4-FFF2-40B4-BE49-F238E27FC236}">
                <a16:creationId xmlns:a16="http://schemas.microsoft.com/office/drawing/2014/main" id="{ED45E208-6A61-D9D3-7821-16CF4638A820}"/>
              </a:ext>
            </a:extLst>
          </p:cNvPr>
          <p:cNvSpPr>
            <a:spLocks noChangeArrowheads="1"/>
          </p:cNvSpPr>
          <p:nvPr/>
        </p:nvSpPr>
        <p:spPr bwMode="auto">
          <a:xfrm>
            <a:off x="7259638" y="2986088"/>
            <a:ext cx="2381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30" name="Rectangle 12">
            <a:extLst>
              <a:ext uri="{FF2B5EF4-FFF2-40B4-BE49-F238E27FC236}">
                <a16:creationId xmlns:a16="http://schemas.microsoft.com/office/drawing/2014/main" id="{CCFE4778-A147-AE8D-589A-55442A5F255D}"/>
              </a:ext>
            </a:extLst>
          </p:cNvPr>
          <p:cNvSpPr>
            <a:spLocks noChangeArrowheads="1"/>
          </p:cNvSpPr>
          <p:nvPr/>
        </p:nvSpPr>
        <p:spPr bwMode="auto">
          <a:xfrm>
            <a:off x="2106613" y="3019425"/>
            <a:ext cx="23812" cy="63500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31" name="Rectangle 13">
            <a:extLst>
              <a:ext uri="{FF2B5EF4-FFF2-40B4-BE49-F238E27FC236}">
                <a16:creationId xmlns:a16="http://schemas.microsoft.com/office/drawing/2014/main" id="{B4A23F89-68DB-CCC7-79D0-6B6A05AD57CA}"/>
              </a:ext>
            </a:extLst>
          </p:cNvPr>
          <p:cNvSpPr>
            <a:spLocks noChangeArrowheads="1"/>
          </p:cNvSpPr>
          <p:nvPr/>
        </p:nvSpPr>
        <p:spPr bwMode="auto">
          <a:xfrm>
            <a:off x="7259638" y="3019425"/>
            <a:ext cx="23812" cy="63500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8" name="Rectangle 14">
            <a:extLst>
              <a:ext uri="{FF2B5EF4-FFF2-40B4-BE49-F238E27FC236}">
                <a16:creationId xmlns:a16="http://schemas.microsoft.com/office/drawing/2014/main" id="{67949C67-978F-FC3D-95A8-E18B6ABCADB3}"/>
              </a:ext>
            </a:extLst>
          </p:cNvPr>
          <p:cNvSpPr>
            <a:spLocks noChangeArrowheads="1"/>
          </p:cNvSpPr>
          <p:nvPr/>
        </p:nvSpPr>
        <p:spPr bwMode="auto">
          <a:xfrm>
            <a:off x="2919413" y="3087688"/>
            <a:ext cx="1033462"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3100" i="0">
                <a:solidFill>
                  <a:schemeClr val="bg2"/>
                </a:solidFill>
              </a:rPr>
              <a:t>Sınıf</a:t>
            </a:r>
          </a:p>
        </p:txBody>
      </p:sp>
      <p:sp>
        <p:nvSpPr>
          <p:cNvPr id="6159" name="Rectangle 15">
            <a:extLst>
              <a:ext uri="{FF2B5EF4-FFF2-40B4-BE49-F238E27FC236}">
                <a16:creationId xmlns:a16="http://schemas.microsoft.com/office/drawing/2014/main" id="{134AE3DC-668C-C3DE-142C-3810E7317E5C}"/>
              </a:ext>
            </a:extLst>
          </p:cNvPr>
          <p:cNvSpPr>
            <a:spLocks noChangeArrowheads="1"/>
          </p:cNvSpPr>
          <p:nvPr/>
        </p:nvSpPr>
        <p:spPr bwMode="auto">
          <a:xfrm>
            <a:off x="4953000" y="3124200"/>
            <a:ext cx="169068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3100" i="0">
                <a:solidFill>
                  <a:schemeClr val="bg2"/>
                </a:solidFill>
              </a:rPr>
              <a:t>Frekans</a:t>
            </a:r>
          </a:p>
        </p:txBody>
      </p:sp>
      <p:sp>
        <p:nvSpPr>
          <p:cNvPr id="60434" name="Rectangle 16">
            <a:extLst>
              <a:ext uri="{FF2B5EF4-FFF2-40B4-BE49-F238E27FC236}">
                <a16:creationId xmlns:a16="http://schemas.microsoft.com/office/drawing/2014/main" id="{3F5BFBA2-75F6-59E8-4EA8-8AE93A81C100}"/>
              </a:ext>
            </a:extLst>
          </p:cNvPr>
          <p:cNvSpPr>
            <a:spLocks noChangeArrowheads="1"/>
          </p:cNvSpPr>
          <p:nvPr/>
        </p:nvSpPr>
        <p:spPr bwMode="auto">
          <a:xfrm>
            <a:off x="2106613" y="3663950"/>
            <a:ext cx="23812" cy="5556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35" name="Rectangle 17">
            <a:extLst>
              <a:ext uri="{FF2B5EF4-FFF2-40B4-BE49-F238E27FC236}">
                <a16:creationId xmlns:a16="http://schemas.microsoft.com/office/drawing/2014/main" id="{8A0473DA-4843-7048-F009-8F61AC462D3F}"/>
              </a:ext>
            </a:extLst>
          </p:cNvPr>
          <p:cNvSpPr>
            <a:spLocks noChangeArrowheads="1"/>
          </p:cNvSpPr>
          <p:nvPr/>
        </p:nvSpPr>
        <p:spPr bwMode="auto">
          <a:xfrm>
            <a:off x="2138363" y="3663950"/>
            <a:ext cx="2786062" cy="238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36" name="Rectangle 18">
            <a:extLst>
              <a:ext uri="{FF2B5EF4-FFF2-40B4-BE49-F238E27FC236}">
                <a16:creationId xmlns:a16="http://schemas.microsoft.com/office/drawing/2014/main" id="{934A2388-4A0E-1D3D-1520-052D21ED5CA7}"/>
              </a:ext>
            </a:extLst>
          </p:cNvPr>
          <p:cNvSpPr>
            <a:spLocks noChangeArrowheads="1"/>
          </p:cNvSpPr>
          <p:nvPr/>
        </p:nvSpPr>
        <p:spPr bwMode="auto">
          <a:xfrm>
            <a:off x="2138363" y="3697288"/>
            <a:ext cx="278606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37" name="Rectangle 19">
            <a:extLst>
              <a:ext uri="{FF2B5EF4-FFF2-40B4-BE49-F238E27FC236}">
                <a16:creationId xmlns:a16="http://schemas.microsoft.com/office/drawing/2014/main" id="{91D18630-0CB1-27B4-764A-F7AE580D224A}"/>
              </a:ext>
            </a:extLst>
          </p:cNvPr>
          <p:cNvSpPr>
            <a:spLocks noChangeArrowheads="1"/>
          </p:cNvSpPr>
          <p:nvPr/>
        </p:nvSpPr>
        <p:spPr bwMode="auto">
          <a:xfrm>
            <a:off x="4935538" y="3663950"/>
            <a:ext cx="55562" cy="238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38" name="Rectangle 20">
            <a:extLst>
              <a:ext uri="{FF2B5EF4-FFF2-40B4-BE49-F238E27FC236}">
                <a16:creationId xmlns:a16="http://schemas.microsoft.com/office/drawing/2014/main" id="{63326E5F-C096-8826-5CA1-8C84501CA9C0}"/>
              </a:ext>
            </a:extLst>
          </p:cNvPr>
          <p:cNvSpPr>
            <a:spLocks noChangeArrowheads="1"/>
          </p:cNvSpPr>
          <p:nvPr/>
        </p:nvSpPr>
        <p:spPr bwMode="auto">
          <a:xfrm>
            <a:off x="4935538" y="3697288"/>
            <a:ext cx="5556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39" name="Rectangle 21">
            <a:extLst>
              <a:ext uri="{FF2B5EF4-FFF2-40B4-BE49-F238E27FC236}">
                <a16:creationId xmlns:a16="http://schemas.microsoft.com/office/drawing/2014/main" id="{2FDE14C3-4706-232F-9CA6-AFB68B17EEBC}"/>
              </a:ext>
            </a:extLst>
          </p:cNvPr>
          <p:cNvSpPr>
            <a:spLocks noChangeArrowheads="1"/>
          </p:cNvSpPr>
          <p:nvPr/>
        </p:nvSpPr>
        <p:spPr bwMode="auto">
          <a:xfrm>
            <a:off x="5000625" y="3663950"/>
            <a:ext cx="2249488" cy="238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40" name="Rectangle 22">
            <a:extLst>
              <a:ext uri="{FF2B5EF4-FFF2-40B4-BE49-F238E27FC236}">
                <a16:creationId xmlns:a16="http://schemas.microsoft.com/office/drawing/2014/main" id="{5FE4053F-61F3-3E4B-E0D8-B5219B1ADAC1}"/>
              </a:ext>
            </a:extLst>
          </p:cNvPr>
          <p:cNvSpPr>
            <a:spLocks noChangeArrowheads="1"/>
          </p:cNvSpPr>
          <p:nvPr/>
        </p:nvSpPr>
        <p:spPr bwMode="auto">
          <a:xfrm>
            <a:off x="5000625" y="3697288"/>
            <a:ext cx="2249488"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41" name="Rectangle 23">
            <a:extLst>
              <a:ext uri="{FF2B5EF4-FFF2-40B4-BE49-F238E27FC236}">
                <a16:creationId xmlns:a16="http://schemas.microsoft.com/office/drawing/2014/main" id="{A2EDAC17-48DA-ED0D-3CAA-D2D487EBD175}"/>
              </a:ext>
            </a:extLst>
          </p:cNvPr>
          <p:cNvSpPr>
            <a:spLocks noChangeArrowheads="1"/>
          </p:cNvSpPr>
          <p:nvPr/>
        </p:nvSpPr>
        <p:spPr bwMode="auto">
          <a:xfrm>
            <a:off x="7259638" y="3663950"/>
            <a:ext cx="23812" cy="5556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42" name="Rectangle 24">
            <a:extLst>
              <a:ext uri="{FF2B5EF4-FFF2-40B4-BE49-F238E27FC236}">
                <a16:creationId xmlns:a16="http://schemas.microsoft.com/office/drawing/2014/main" id="{F57A4939-55CB-316C-222B-CB19B203719F}"/>
              </a:ext>
            </a:extLst>
          </p:cNvPr>
          <p:cNvSpPr>
            <a:spLocks noChangeArrowheads="1"/>
          </p:cNvSpPr>
          <p:nvPr/>
        </p:nvSpPr>
        <p:spPr bwMode="auto">
          <a:xfrm>
            <a:off x="2106613" y="3729038"/>
            <a:ext cx="23812" cy="6207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43" name="Rectangle 25">
            <a:extLst>
              <a:ext uri="{FF2B5EF4-FFF2-40B4-BE49-F238E27FC236}">
                <a16:creationId xmlns:a16="http://schemas.microsoft.com/office/drawing/2014/main" id="{63CDD6F8-3976-11FF-B597-34062A66F52C}"/>
              </a:ext>
            </a:extLst>
          </p:cNvPr>
          <p:cNvSpPr>
            <a:spLocks noChangeArrowheads="1"/>
          </p:cNvSpPr>
          <p:nvPr/>
        </p:nvSpPr>
        <p:spPr bwMode="auto">
          <a:xfrm>
            <a:off x="7259638" y="3729038"/>
            <a:ext cx="23812" cy="6207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70" name="Rectangle 26">
            <a:extLst>
              <a:ext uri="{FF2B5EF4-FFF2-40B4-BE49-F238E27FC236}">
                <a16:creationId xmlns:a16="http://schemas.microsoft.com/office/drawing/2014/main" id="{A0DC94A3-0507-2751-B37E-BD3ED966E404}"/>
              </a:ext>
            </a:extLst>
          </p:cNvPr>
          <p:cNvSpPr>
            <a:spLocks noChangeArrowheads="1"/>
          </p:cNvSpPr>
          <p:nvPr/>
        </p:nvSpPr>
        <p:spPr bwMode="auto">
          <a:xfrm>
            <a:off x="2438400" y="3810000"/>
            <a:ext cx="20320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3100" b="0" i="0">
                <a:solidFill>
                  <a:schemeClr val="bg2"/>
                </a:solidFill>
              </a:rPr>
              <a:t>15 ve &lt; 25</a:t>
            </a:r>
          </a:p>
        </p:txBody>
      </p:sp>
      <p:sp>
        <p:nvSpPr>
          <p:cNvPr id="6171" name="Rectangle 27">
            <a:extLst>
              <a:ext uri="{FF2B5EF4-FFF2-40B4-BE49-F238E27FC236}">
                <a16:creationId xmlns:a16="http://schemas.microsoft.com/office/drawing/2014/main" id="{DBC78FE0-7E7F-1515-9A7D-3098808E1349}"/>
              </a:ext>
            </a:extLst>
          </p:cNvPr>
          <p:cNvSpPr>
            <a:spLocks noChangeArrowheads="1"/>
          </p:cNvSpPr>
          <p:nvPr/>
        </p:nvSpPr>
        <p:spPr bwMode="auto">
          <a:xfrm>
            <a:off x="5910263" y="3786188"/>
            <a:ext cx="40005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3100" b="0" i="0">
                <a:solidFill>
                  <a:schemeClr val="bg2"/>
                </a:solidFill>
              </a:rPr>
              <a:t>3</a:t>
            </a:r>
          </a:p>
        </p:txBody>
      </p:sp>
      <p:sp>
        <p:nvSpPr>
          <p:cNvPr id="60446" name="Rectangle 28">
            <a:extLst>
              <a:ext uri="{FF2B5EF4-FFF2-40B4-BE49-F238E27FC236}">
                <a16:creationId xmlns:a16="http://schemas.microsoft.com/office/drawing/2014/main" id="{A3C21A6A-95CB-B253-92CC-0E35454EA5EC}"/>
              </a:ext>
            </a:extLst>
          </p:cNvPr>
          <p:cNvSpPr>
            <a:spLocks noChangeArrowheads="1"/>
          </p:cNvSpPr>
          <p:nvPr/>
        </p:nvSpPr>
        <p:spPr bwMode="auto">
          <a:xfrm>
            <a:off x="2106613" y="4359275"/>
            <a:ext cx="23812" cy="6207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47" name="Rectangle 29">
            <a:extLst>
              <a:ext uri="{FF2B5EF4-FFF2-40B4-BE49-F238E27FC236}">
                <a16:creationId xmlns:a16="http://schemas.microsoft.com/office/drawing/2014/main" id="{C3B3B69E-04DA-A373-A025-A75AD8BC067F}"/>
              </a:ext>
            </a:extLst>
          </p:cNvPr>
          <p:cNvSpPr>
            <a:spLocks noChangeArrowheads="1"/>
          </p:cNvSpPr>
          <p:nvPr/>
        </p:nvSpPr>
        <p:spPr bwMode="auto">
          <a:xfrm>
            <a:off x="7259638" y="4359275"/>
            <a:ext cx="23812" cy="6207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74" name="Rectangle 30">
            <a:extLst>
              <a:ext uri="{FF2B5EF4-FFF2-40B4-BE49-F238E27FC236}">
                <a16:creationId xmlns:a16="http://schemas.microsoft.com/office/drawing/2014/main" id="{9287E267-0291-7BCA-4073-DBBBEB79FA41}"/>
              </a:ext>
            </a:extLst>
          </p:cNvPr>
          <p:cNvSpPr>
            <a:spLocks noChangeArrowheads="1"/>
          </p:cNvSpPr>
          <p:nvPr/>
        </p:nvSpPr>
        <p:spPr bwMode="auto">
          <a:xfrm>
            <a:off x="2459038" y="4418013"/>
            <a:ext cx="20320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3100" b="0" i="0">
                <a:solidFill>
                  <a:schemeClr val="bg2"/>
                </a:solidFill>
              </a:rPr>
              <a:t>25 ve &lt; 35</a:t>
            </a:r>
          </a:p>
        </p:txBody>
      </p:sp>
      <p:sp>
        <p:nvSpPr>
          <p:cNvPr id="6175" name="Rectangle 31">
            <a:extLst>
              <a:ext uri="{FF2B5EF4-FFF2-40B4-BE49-F238E27FC236}">
                <a16:creationId xmlns:a16="http://schemas.microsoft.com/office/drawing/2014/main" id="{52A95F83-2AB6-A72B-0770-81D4CB71CFD9}"/>
              </a:ext>
            </a:extLst>
          </p:cNvPr>
          <p:cNvSpPr>
            <a:spLocks noChangeArrowheads="1"/>
          </p:cNvSpPr>
          <p:nvPr/>
        </p:nvSpPr>
        <p:spPr bwMode="auto">
          <a:xfrm>
            <a:off x="5943600" y="4419600"/>
            <a:ext cx="40005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3100" b="0" i="0">
                <a:solidFill>
                  <a:schemeClr val="bg2"/>
                </a:solidFill>
              </a:rPr>
              <a:t>5</a:t>
            </a:r>
          </a:p>
        </p:txBody>
      </p:sp>
      <p:sp>
        <p:nvSpPr>
          <p:cNvPr id="60450" name="Rectangle 32">
            <a:extLst>
              <a:ext uri="{FF2B5EF4-FFF2-40B4-BE49-F238E27FC236}">
                <a16:creationId xmlns:a16="http://schemas.microsoft.com/office/drawing/2014/main" id="{33E93A3D-DF65-D34C-9691-DB900434D85D}"/>
              </a:ext>
            </a:extLst>
          </p:cNvPr>
          <p:cNvSpPr>
            <a:spLocks noChangeArrowheads="1"/>
          </p:cNvSpPr>
          <p:nvPr/>
        </p:nvSpPr>
        <p:spPr bwMode="auto">
          <a:xfrm>
            <a:off x="2106613" y="4991100"/>
            <a:ext cx="23812" cy="6207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51" name="Rectangle 33">
            <a:extLst>
              <a:ext uri="{FF2B5EF4-FFF2-40B4-BE49-F238E27FC236}">
                <a16:creationId xmlns:a16="http://schemas.microsoft.com/office/drawing/2014/main" id="{D09DF83F-5177-6B58-4826-F3281F111BC1}"/>
              </a:ext>
            </a:extLst>
          </p:cNvPr>
          <p:cNvSpPr>
            <a:spLocks noChangeArrowheads="1"/>
          </p:cNvSpPr>
          <p:nvPr/>
        </p:nvSpPr>
        <p:spPr bwMode="auto">
          <a:xfrm>
            <a:off x="2106613" y="5621338"/>
            <a:ext cx="2381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52" name="Rectangle 34">
            <a:extLst>
              <a:ext uri="{FF2B5EF4-FFF2-40B4-BE49-F238E27FC236}">
                <a16:creationId xmlns:a16="http://schemas.microsoft.com/office/drawing/2014/main" id="{67645E16-7BE5-66F8-516D-8FC78F5B72C9}"/>
              </a:ext>
            </a:extLst>
          </p:cNvPr>
          <p:cNvSpPr>
            <a:spLocks noChangeArrowheads="1"/>
          </p:cNvSpPr>
          <p:nvPr/>
        </p:nvSpPr>
        <p:spPr bwMode="auto">
          <a:xfrm>
            <a:off x="2106613" y="5621338"/>
            <a:ext cx="2381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53" name="Rectangle 35">
            <a:extLst>
              <a:ext uri="{FF2B5EF4-FFF2-40B4-BE49-F238E27FC236}">
                <a16:creationId xmlns:a16="http://schemas.microsoft.com/office/drawing/2014/main" id="{D1777521-2336-A8FF-C156-FCE83A739561}"/>
              </a:ext>
            </a:extLst>
          </p:cNvPr>
          <p:cNvSpPr>
            <a:spLocks noChangeArrowheads="1"/>
          </p:cNvSpPr>
          <p:nvPr/>
        </p:nvSpPr>
        <p:spPr bwMode="auto">
          <a:xfrm>
            <a:off x="2138363" y="5621338"/>
            <a:ext cx="278606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54" name="Rectangle 36">
            <a:extLst>
              <a:ext uri="{FF2B5EF4-FFF2-40B4-BE49-F238E27FC236}">
                <a16:creationId xmlns:a16="http://schemas.microsoft.com/office/drawing/2014/main" id="{B9AADEB5-E7B2-2062-6EEA-12F3E51FB163}"/>
              </a:ext>
            </a:extLst>
          </p:cNvPr>
          <p:cNvSpPr>
            <a:spLocks noChangeArrowheads="1"/>
          </p:cNvSpPr>
          <p:nvPr/>
        </p:nvSpPr>
        <p:spPr bwMode="auto">
          <a:xfrm>
            <a:off x="4935538" y="5621338"/>
            <a:ext cx="2381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55" name="Rectangle 37">
            <a:extLst>
              <a:ext uri="{FF2B5EF4-FFF2-40B4-BE49-F238E27FC236}">
                <a16:creationId xmlns:a16="http://schemas.microsoft.com/office/drawing/2014/main" id="{16F3527F-3C73-BA62-B3D0-02C2268B958D}"/>
              </a:ext>
            </a:extLst>
          </p:cNvPr>
          <p:cNvSpPr>
            <a:spLocks noChangeArrowheads="1"/>
          </p:cNvSpPr>
          <p:nvPr/>
        </p:nvSpPr>
        <p:spPr bwMode="auto">
          <a:xfrm>
            <a:off x="4967288" y="5621338"/>
            <a:ext cx="2282825"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56" name="Rectangle 38">
            <a:extLst>
              <a:ext uri="{FF2B5EF4-FFF2-40B4-BE49-F238E27FC236}">
                <a16:creationId xmlns:a16="http://schemas.microsoft.com/office/drawing/2014/main" id="{D5433BFC-EE75-17F8-347A-92B95E371669}"/>
              </a:ext>
            </a:extLst>
          </p:cNvPr>
          <p:cNvSpPr>
            <a:spLocks noChangeArrowheads="1"/>
          </p:cNvSpPr>
          <p:nvPr/>
        </p:nvSpPr>
        <p:spPr bwMode="auto">
          <a:xfrm>
            <a:off x="7259638" y="4991100"/>
            <a:ext cx="23812" cy="6207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57" name="Rectangle 39">
            <a:extLst>
              <a:ext uri="{FF2B5EF4-FFF2-40B4-BE49-F238E27FC236}">
                <a16:creationId xmlns:a16="http://schemas.microsoft.com/office/drawing/2014/main" id="{B6D5879F-5C2F-BEE9-C9FD-A6B9CF4A100B}"/>
              </a:ext>
            </a:extLst>
          </p:cNvPr>
          <p:cNvSpPr>
            <a:spLocks noChangeArrowheads="1"/>
          </p:cNvSpPr>
          <p:nvPr/>
        </p:nvSpPr>
        <p:spPr bwMode="auto">
          <a:xfrm>
            <a:off x="7259638" y="5621338"/>
            <a:ext cx="2381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0458" name="Rectangle 40">
            <a:extLst>
              <a:ext uri="{FF2B5EF4-FFF2-40B4-BE49-F238E27FC236}">
                <a16:creationId xmlns:a16="http://schemas.microsoft.com/office/drawing/2014/main" id="{D83812ED-9F53-18A0-541E-32F0B3A1A4AA}"/>
              </a:ext>
            </a:extLst>
          </p:cNvPr>
          <p:cNvSpPr>
            <a:spLocks noChangeArrowheads="1"/>
          </p:cNvSpPr>
          <p:nvPr/>
        </p:nvSpPr>
        <p:spPr bwMode="auto">
          <a:xfrm>
            <a:off x="7259638" y="5621338"/>
            <a:ext cx="23812" cy="238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85" name="Rectangle 41">
            <a:extLst>
              <a:ext uri="{FF2B5EF4-FFF2-40B4-BE49-F238E27FC236}">
                <a16:creationId xmlns:a16="http://schemas.microsoft.com/office/drawing/2014/main" id="{A2165CB2-C2BF-0E7C-F851-B6C0FAAD9CA2}"/>
              </a:ext>
            </a:extLst>
          </p:cNvPr>
          <p:cNvSpPr>
            <a:spLocks noChangeArrowheads="1"/>
          </p:cNvSpPr>
          <p:nvPr/>
        </p:nvSpPr>
        <p:spPr bwMode="auto">
          <a:xfrm>
            <a:off x="2438400" y="5029200"/>
            <a:ext cx="20320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3100" b="0" i="0">
                <a:solidFill>
                  <a:schemeClr val="bg2"/>
                </a:solidFill>
              </a:rPr>
              <a:t>35 ve &lt; 45</a:t>
            </a:r>
          </a:p>
        </p:txBody>
      </p:sp>
      <p:sp>
        <p:nvSpPr>
          <p:cNvPr id="6186" name="Rectangle 42">
            <a:extLst>
              <a:ext uri="{FF2B5EF4-FFF2-40B4-BE49-F238E27FC236}">
                <a16:creationId xmlns:a16="http://schemas.microsoft.com/office/drawing/2014/main" id="{91140B02-7BF4-DEF1-6E67-794FB1DDDA31}"/>
              </a:ext>
            </a:extLst>
          </p:cNvPr>
          <p:cNvSpPr>
            <a:spLocks noChangeArrowheads="1"/>
          </p:cNvSpPr>
          <p:nvPr/>
        </p:nvSpPr>
        <p:spPr bwMode="auto">
          <a:xfrm>
            <a:off x="5910263" y="5048250"/>
            <a:ext cx="40005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3100" b="0" i="0">
                <a:solidFill>
                  <a:schemeClr val="bg2"/>
                </a:solidFill>
              </a:rPr>
              <a:t>2</a:t>
            </a:r>
          </a:p>
        </p:txBody>
      </p:sp>
      <p:sp>
        <p:nvSpPr>
          <p:cNvPr id="60459"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wipe(left)">
                                      <p:cBhvr>
                                        <p:cTn id="7" dur="500"/>
                                        <p:tgtEl>
                                          <p:spTgt spid="61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58"/>
                                        </p:tgtEl>
                                        <p:attrNameLst>
                                          <p:attrName>style.visibility</p:attrName>
                                        </p:attrNameLst>
                                      </p:cBhvr>
                                      <p:to>
                                        <p:strVal val="visible"/>
                                      </p:to>
                                    </p:set>
                                    <p:animEffect transition="in" filter="wipe(left)">
                                      <p:cBhvr>
                                        <p:cTn id="12" dur="500"/>
                                        <p:tgtEl>
                                          <p:spTgt spid="6158"/>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6159"/>
                                        </p:tgtEl>
                                        <p:attrNameLst>
                                          <p:attrName>style.visibility</p:attrName>
                                        </p:attrNameLst>
                                      </p:cBhvr>
                                      <p:to>
                                        <p:strVal val="visible"/>
                                      </p:to>
                                    </p:set>
                                    <p:animEffect transition="in" filter="wipe(left)">
                                      <p:cBhvr>
                                        <p:cTn id="15" dur="500"/>
                                        <p:tgtEl>
                                          <p:spTgt spid="615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170"/>
                                        </p:tgtEl>
                                        <p:attrNameLst>
                                          <p:attrName>style.visibility</p:attrName>
                                        </p:attrNameLst>
                                      </p:cBhvr>
                                      <p:to>
                                        <p:strVal val="visible"/>
                                      </p:to>
                                    </p:set>
                                    <p:animEffect transition="in" filter="wipe(left)">
                                      <p:cBhvr>
                                        <p:cTn id="20" dur="500"/>
                                        <p:tgtEl>
                                          <p:spTgt spid="6170"/>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6171"/>
                                        </p:tgtEl>
                                        <p:attrNameLst>
                                          <p:attrName>style.visibility</p:attrName>
                                        </p:attrNameLst>
                                      </p:cBhvr>
                                      <p:to>
                                        <p:strVal val="visible"/>
                                      </p:to>
                                    </p:set>
                                    <p:animEffect transition="in" filter="wipe(left)">
                                      <p:cBhvr>
                                        <p:cTn id="23" dur="500"/>
                                        <p:tgtEl>
                                          <p:spTgt spid="617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174"/>
                                        </p:tgtEl>
                                        <p:attrNameLst>
                                          <p:attrName>style.visibility</p:attrName>
                                        </p:attrNameLst>
                                      </p:cBhvr>
                                      <p:to>
                                        <p:strVal val="visible"/>
                                      </p:to>
                                    </p:set>
                                    <p:animEffect transition="in" filter="wipe(left)">
                                      <p:cBhvr>
                                        <p:cTn id="28" dur="500"/>
                                        <p:tgtEl>
                                          <p:spTgt spid="6174"/>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6175"/>
                                        </p:tgtEl>
                                        <p:attrNameLst>
                                          <p:attrName>style.visibility</p:attrName>
                                        </p:attrNameLst>
                                      </p:cBhvr>
                                      <p:to>
                                        <p:strVal val="visible"/>
                                      </p:to>
                                    </p:set>
                                    <p:animEffect transition="in" filter="wipe(left)">
                                      <p:cBhvr>
                                        <p:cTn id="31" dur="500"/>
                                        <p:tgtEl>
                                          <p:spTgt spid="617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6185"/>
                                        </p:tgtEl>
                                        <p:attrNameLst>
                                          <p:attrName>style.visibility</p:attrName>
                                        </p:attrNameLst>
                                      </p:cBhvr>
                                      <p:to>
                                        <p:strVal val="visible"/>
                                      </p:to>
                                    </p:set>
                                    <p:animEffect transition="in" filter="wipe(left)">
                                      <p:cBhvr>
                                        <p:cTn id="36" dur="500"/>
                                        <p:tgtEl>
                                          <p:spTgt spid="6185"/>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6186"/>
                                        </p:tgtEl>
                                        <p:attrNameLst>
                                          <p:attrName>style.visibility</p:attrName>
                                        </p:attrNameLst>
                                      </p:cBhvr>
                                      <p:to>
                                        <p:strVal val="visible"/>
                                      </p:to>
                                    </p:set>
                                    <p:animEffect transition="in" filter="wipe(left)">
                                      <p:cBhvr>
                                        <p:cTn id="39" dur="500"/>
                                        <p:tgtEl>
                                          <p:spTgt spid="6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58" grpId="0"/>
      <p:bldP spid="6159" grpId="0"/>
      <p:bldP spid="6170" grpId="0"/>
      <p:bldP spid="6171" grpId="0"/>
      <p:bldP spid="6174" grpId="0"/>
      <p:bldP spid="6175" grpId="0"/>
      <p:bldP spid="6185" grpId="0"/>
      <p:bldP spid="618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3 Slayt Numarası Yer Tutucusu">
            <a:extLst>
              <a:ext uri="{FF2B5EF4-FFF2-40B4-BE49-F238E27FC236}">
                <a16:creationId xmlns:a16="http://schemas.microsoft.com/office/drawing/2014/main" id="{08D590C3-9BB1-77ED-E508-9F3CC473F05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0C5E0C59-E9A0-4A4B-888B-503713518350}" type="slidenum">
              <a:rPr lang="tr-TR" altLang="tr-TR" b="0" i="0"/>
              <a:pPr eaLnBrk="1" hangingPunct="1"/>
              <a:t>70</a:t>
            </a:fld>
            <a:endParaRPr lang="tr-TR" altLang="tr-TR" b="0" i="0"/>
          </a:p>
        </p:txBody>
      </p:sp>
      <p:sp>
        <p:nvSpPr>
          <p:cNvPr id="61443" name="Rectangle 2">
            <a:extLst>
              <a:ext uri="{FF2B5EF4-FFF2-40B4-BE49-F238E27FC236}">
                <a16:creationId xmlns:a16="http://schemas.microsoft.com/office/drawing/2014/main" id="{789E754C-AB75-170E-065B-877E27278438}"/>
              </a:ext>
            </a:extLst>
          </p:cNvPr>
          <p:cNvSpPr>
            <a:spLocks noGrp="1" noChangeArrowheads="1"/>
          </p:cNvSpPr>
          <p:nvPr>
            <p:ph type="title" sz="quarter" idx="4294967295"/>
          </p:nvPr>
        </p:nvSpPr>
        <p:spPr>
          <a:xfrm>
            <a:off x="323850" y="620713"/>
            <a:ext cx="8640763" cy="1143000"/>
          </a:xfrm>
          <a:noFill/>
        </p:spPr>
        <p:txBody>
          <a:bodyPr lIns="90488" tIns="44450" rIns="90488" bIns="44450" anchorCtr="1"/>
          <a:lstStyle/>
          <a:p>
            <a:pPr eaLnBrk="1" hangingPunct="1">
              <a:lnSpc>
                <a:spcPct val="95000"/>
              </a:lnSpc>
            </a:pPr>
            <a:r>
              <a:rPr lang="tr-TR" altLang="tr-TR" dirty="0">
                <a:solidFill>
                  <a:srgbClr val="C00000"/>
                </a:solidFill>
              </a:rPr>
              <a:t>Bağıl Frekans &amp; </a:t>
            </a:r>
            <a:br>
              <a:rPr lang="tr-TR" altLang="tr-TR" dirty="0">
                <a:solidFill>
                  <a:srgbClr val="C00000"/>
                </a:solidFill>
              </a:rPr>
            </a:br>
            <a:r>
              <a:rPr lang="tr-TR" altLang="tr-TR" dirty="0">
                <a:solidFill>
                  <a:srgbClr val="C00000"/>
                </a:solidFill>
              </a:rPr>
              <a:t>% Yüzde Dağılımı Tabloları</a:t>
            </a:r>
          </a:p>
        </p:txBody>
      </p:sp>
      <p:sp>
        <p:nvSpPr>
          <p:cNvPr id="12291" name="Rectangle 3">
            <a:extLst>
              <a:ext uri="{FF2B5EF4-FFF2-40B4-BE49-F238E27FC236}">
                <a16:creationId xmlns:a16="http://schemas.microsoft.com/office/drawing/2014/main" id="{9F8E671C-49AE-773D-C1B0-48683C8FCE58}"/>
              </a:ext>
            </a:extLst>
          </p:cNvPr>
          <p:cNvSpPr>
            <a:spLocks noChangeArrowheads="1"/>
          </p:cNvSpPr>
          <p:nvPr/>
        </p:nvSpPr>
        <p:spPr bwMode="auto">
          <a:xfrm>
            <a:off x="4859338" y="2276475"/>
            <a:ext cx="36544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spcBef>
                <a:spcPct val="50000"/>
              </a:spcBef>
            </a:pPr>
            <a:r>
              <a:rPr lang="tr-TR" altLang="tr-TR" sz="2400" i="0">
                <a:solidFill>
                  <a:schemeClr val="bg2"/>
                </a:solidFill>
              </a:rPr>
              <a:t>Yüzde Dağılımı</a:t>
            </a:r>
          </a:p>
        </p:txBody>
      </p:sp>
      <p:sp>
        <p:nvSpPr>
          <p:cNvPr id="61445" name="Rectangle 4">
            <a:extLst>
              <a:ext uri="{FF2B5EF4-FFF2-40B4-BE49-F238E27FC236}">
                <a16:creationId xmlns:a16="http://schemas.microsoft.com/office/drawing/2014/main" id="{B1A4EE78-D546-9B51-0F7E-A5413A1DAB79}"/>
              </a:ext>
            </a:extLst>
          </p:cNvPr>
          <p:cNvSpPr>
            <a:spLocks noChangeArrowheads="1"/>
          </p:cNvSpPr>
          <p:nvPr/>
        </p:nvSpPr>
        <p:spPr bwMode="auto">
          <a:xfrm>
            <a:off x="5638800" y="1676400"/>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2293" name="Rectangle 5">
            <a:extLst>
              <a:ext uri="{FF2B5EF4-FFF2-40B4-BE49-F238E27FC236}">
                <a16:creationId xmlns:a16="http://schemas.microsoft.com/office/drawing/2014/main" id="{C719A967-89C0-5C44-5A97-6C38E090A5A8}"/>
              </a:ext>
            </a:extLst>
          </p:cNvPr>
          <p:cNvSpPr>
            <a:spLocks noChangeArrowheads="1"/>
          </p:cNvSpPr>
          <p:nvPr/>
        </p:nvSpPr>
        <p:spPr bwMode="auto">
          <a:xfrm>
            <a:off x="323850" y="2276475"/>
            <a:ext cx="41116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spcBef>
                <a:spcPct val="50000"/>
              </a:spcBef>
            </a:pPr>
            <a:r>
              <a:rPr lang="tr-TR" altLang="tr-TR" sz="2400" i="0">
                <a:solidFill>
                  <a:schemeClr val="bg2"/>
                </a:solidFill>
              </a:rPr>
              <a:t>Bağıl Frekans Dağılımı</a:t>
            </a:r>
          </a:p>
        </p:txBody>
      </p:sp>
      <p:sp>
        <p:nvSpPr>
          <p:cNvPr id="61447" name="Rectangle 6">
            <a:extLst>
              <a:ext uri="{FF2B5EF4-FFF2-40B4-BE49-F238E27FC236}">
                <a16:creationId xmlns:a16="http://schemas.microsoft.com/office/drawing/2014/main" id="{47735E0A-D26E-168E-63C6-AF02549C7907}"/>
              </a:ext>
            </a:extLst>
          </p:cNvPr>
          <p:cNvSpPr>
            <a:spLocks noChangeArrowheads="1"/>
          </p:cNvSpPr>
          <p:nvPr/>
        </p:nvSpPr>
        <p:spPr bwMode="auto">
          <a:xfrm>
            <a:off x="692150" y="3149600"/>
            <a:ext cx="17463"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48" name="Rectangle 7">
            <a:extLst>
              <a:ext uri="{FF2B5EF4-FFF2-40B4-BE49-F238E27FC236}">
                <a16:creationId xmlns:a16="http://schemas.microsoft.com/office/drawing/2014/main" id="{92D6758A-FC65-53B1-12FD-393E95B1E28D}"/>
              </a:ext>
            </a:extLst>
          </p:cNvPr>
          <p:cNvSpPr>
            <a:spLocks noChangeArrowheads="1"/>
          </p:cNvSpPr>
          <p:nvPr/>
        </p:nvSpPr>
        <p:spPr bwMode="auto">
          <a:xfrm>
            <a:off x="692150" y="3149600"/>
            <a:ext cx="17463"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49" name="Rectangle 8">
            <a:extLst>
              <a:ext uri="{FF2B5EF4-FFF2-40B4-BE49-F238E27FC236}">
                <a16:creationId xmlns:a16="http://schemas.microsoft.com/office/drawing/2014/main" id="{5F1B48FF-09D6-FEEC-75CE-78AA560FB35A}"/>
              </a:ext>
            </a:extLst>
          </p:cNvPr>
          <p:cNvSpPr>
            <a:spLocks noChangeArrowheads="1"/>
          </p:cNvSpPr>
          <p:nvPr/>
        </p:nvSpPr>
        <p:spPr bwMode="auto">
          <a:xfrm>
            <a:off x="720725" y="3149600"/>
            <a:ext cx="2352675"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50" name="Rectangle 9">
            <a:extLst>
              <a:ext uri="{FF2B5EF4-FFF2-40B4-BE49-F238E27FC236}">
                <a16:creationId xmlns:a16="http://schemas.microsoft.com/office/drawing/2014/main" id="{A259E8FC-69E5-F356-B39C-49DDE7043E86}"/>
              </a:ext>
            </a:extLst>
          </p:cNvPr>
          <p:cNvSpPr>
            <a:spLocks noChangeArrowheads="1"/>
          </p:cNvSpPr>
          <p:nvPr/>
        </p:nvSpPr>
        <p:spPr bwMode="auto">
          <a:xfrm>
            <a:off x="3082925" y="3149600"/>
            <a:ext cx="17463"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51" name="Rectangle 10">
            <a:extLst>
              <a:ext uri="{FF2B5EF4-FFF2-40B4-BE49-F238E27FC236}">
                <a16:creationId xmlns:a16="http://schemas.microsoft.com/office/drawing/2014/main" id="{B78ED061-CB2E-8C5F-6047-D064BF9AA941}"/>
              </a:ext>
            </a:extLst>
          </p:cNvPr>
          <p:cNvSpPr>
            <a:spLocks noChangeArrowheads="1"/>
          </p:cNvSpPr>
          <p:nvPr/>
        </p:nvSpPr>
        <p:spPr bwMode="auto">
          <a:xfrm>
            <a:off x="3111500" y="3149600"/>
            <a:ext cx="1103313"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52" name="Rectangle 11">
            <a:extLst>
              <a:ext uri="{FF2B5EF4-FFF2-40B4-BE49-F238E27FC236}">
                <a16:creationId xmlns:a16="http://schemas.microsoft.com/office/drawing/2014/main" id="{46FB5FE7-0A8A-AD0D-9D94-498A1C246CBD}"/>
              </a:ext>
            </a:extLst>
          </p:cNvPr>
          <p:cNvSpPr>
            <a:spLocks noChangeArrowheads="1"/>
          </p:cNvSpPr>
          <p:nvPr/>
        </p:nvSpPr>
        <p:spPr bwMode="auto">
          <a:xfrm>
            <a:off x="4222750" y="3149600"/>
            <a:ext cx="17463"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53" name="Rectangle 12">
            <a:extLst>
              <a:ext uri="{FF2B5EF4-FFF2-40B4-BE49-F238E27FC236}">
                <a16:creationId xmlns:a16="http://schemas.microsoft.com/office/drawing/2014/main" id="{2705790A-27D5-652D-2743-8CABA7768D82}"/>
              </a:ext>
            </a:extLst>
          </p:cNvPr>
          <p:cNvSpPr>
            <a:spLocks noChangeArrowheads="1"/>
          </p:cNvSpPr>
          <p:nvPr/>
        </p:nvSpPr>
        <p:spPr bwMode="auto">
          <a:xfrm>
            <a:off x="4222750" y="3149600"/>
            <a:ext cx="17463"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54" name="Rectangle 13">
            <a:extLst>
              <a:ext uri="{FF2B5EF4-FFF2-40B4-BE49-F238E27FC236}">
                <a16:creationId xmlns:a16="http://schemas.microsoft.com/office/drawing/2014/main" id="{9426E354-159B-D5F1-7424-48C7791645EC}"/>
              </a:ext>
            </a:extLst>
          </p:cNvPr>
          <p:cNvSpPr>
            <a:spLocks noChangeArrowheads="1"/>
          </p:cNvSpPr>
          <p:nvPr/>
        </p:nvSpPr>
        <p:spPr bwMode="auto">
          <a:xfrm>
            <a:off x="692150" y="3179763"/>
            <a:ext cx="17463" cy="5397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55" name="Rectangle 14">
            <a:extLst>
              <a:ext uri="{FF2B5EF4-FFF2-40B4-BE49-F238E27FC236}">
                <a16:creationId xmlns:a16="http://schemas.microsoft.com/office/drawing/2014/main" id="{BD100792-2937-DC10-26FE-AECE9E73689C}"/>
              </a:ext>
            </a:extLst>
          </p:cNvPr>
          <p:cNvSpPr>
            <a:spLocks noChangeArrowheads="1"/>
          </p:cNvSpPr>
          <p:nvPr/>
        </p:nvSpPr>
        <p:spPr bwMode="auto">
          <a:xfrm>
            <a:off x="4222750" y="3179763"/>
            <a:ext cx="17463" cy="5397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2303" name="Rectangle 15">
            <a:extLst>
              <a:ext uri="{FF2B5EF4-FFF2-40B4-BE49-F238E27FC236}">
                <a16:creationId xmlns:a16="http://schemas.microsoft.com/office/drawing/2014/main" id="{A34EC8DD-C7FB-7D25-1A36-AA5BD2C10760}"/>
              </a:ext>
            </a:extLst>
          </p:cNvPr>
          <p:cNvSpPr>
            <a:spLocks noChangeArrowheads="1"/>
          </p:cNvSpPr>
          <p:nvPr/>
        </p:nvSpPr>
        <p:spPr bwMode="auto">
          <a:xfrm>
            <a:off x="1371600" y="3200400"/>
            <a:ext cx="896938"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i="0">
                <a:solidFill>
                  <a:schemeClr val="bg2"/>
                </a:solidFill>
              </a:rPr>
              <a:t>Sınıf</a:t>
            </a:r>
          </a:p>
        </p:txBody>
      </p:sp>
      <p:sp>
        <p:nvSpPr>
          <p:cNvPr id="12304" name="Rectangle 16">
            <a:extLst>
              <a:ext uri="{FF2B5EF4-FFF2-40B4-BE49-F238E27FC236}">
                <a16:creationId xmlns:a16="http://schemas.microsoft.com/office/drawing/2014/main" id="{2FE99605-953B-07CD-CF31-5F6D98C5E5EC}"/>
              </a:ext>
            </a:extLst>
          </p:cNvPr>
          <p:cNvSpPr>
            <a:spLocks noChangeArrowheads="1"/>
          </p:cNvSpPr>
          <p:nvPr/>
        </p:nvSpPr>
        <p:spPr bwMode="auto">
          <a:xfrm>
            <a:off x="3176588" y="3230563"/>
            <a:ext cx="860425"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i="0">
                <a:solidFill>
                  <a:schemeClr val="bg2"/>
                </a:solidFill>
                <a:latin typeface=";" charset="0"/>
              </a:rPr>
              <a:t>oran</a:t>
            </a:r>
          </a:p>
        </p:txBody>
      </p:sp>
      <p:sp>
        <p:nvSpPr>
          <p:cNvPr id="61458" name="Rectangle 17">
            <a:extLst>
              <a:ext uri="{FF2B5EF4-FFF2-40B4-BE49-F238E27FC236}">
                <a16:creationId xmlns:a16="http://schemas.microsoft.com/office/drawing/2014/main" id="{52C44F11-55B1-FA65-3982-C8433B43C0B2}"/>
              </a:ext>
            </a:extLst>
          </p:cNvPr>
          <p:cNvSpPr>
            <a:spLocks noChangeArrowheads="1"/>
          </p:cNvSpPr>
          <p:nvPr/>
        </p:nvSpPr>
        <p:spPr bwMode="auto">
          <a:xfrm>
            <a:off x="692150" y="3729038"/>
            <a:ext cx="17463" cy="492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59" name="Rectangle 18">
            <a:extLst>
              <a:ext uri="{FF2B5EF4-FFF2-40B4-BE49-F238E27FC236}">
                <a16:creationId xmlns:a16="http://schemas.microsoft.com/office/drawing/2014/main" id="{9AA1059F-C52F-77F3-7920-E0D11BC6A1E3}"/>
              </a:ext>
            </a:extLst>
          </p:cNvPr>
          <p:cNvSpPr>
            <a:spLocks noChangeArrowheads="1"/>
          </p:cNvSpPr>
          <p:nvPr/>
        </p:nvSpPr>
        <p:spPr bwMode="auto">
          <a:xfrm>
            <a:off x="720725" y="3729038"/>
            <a:ext cx="2352675"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60" name="Rectangle 19">
            <a:extLst>
              <a:ext uri="{FF2B5EF4-FFF2-40B4-BE49-F238E27FC236}">
                <a16:creationId xmlns:a16="http://schemas.microsoft.com/office/drawing/2014/main" id="{ADE2F50C-6599-8171-207C-BA29DFB869F5}"/>
              </a:ext>
            </a:extLst>
          </p:cNvPr>
          <p:cNvSpPr>
            <a:spLocks noChangeArrowheads="1"/>
          </p:cNvSpPr>
          <p:nvPr/>
        </p:nvSpPr>
        <p:spPr bwMode="auto">
          <a:xfrm>
            <a:off x="720725" y="3759200"/>
            <a:ext cx="2352675"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61" name="Rectangle 20">
            <a:extLst>
              <a:ext uri="{FF2B5EF4-FFF2-40B4-BE49-F238E27FC236}">
                <a16:creationId xmlns:a16="http://schemas.microsoft.com/office/drawing/2014/main" id="{6A034534-3B6E-90CF-CC0C-7AE3B3973D78}"/>
              </a:ext>
            </a:extLst>
          </p:cNvPr>
          <p:cNvSpPr>
            <a:spLocks noChangeArrowheads="1"/>
          </p:cNvSpPr>
          <p:nvPr/>
        </p:nvSpPr>
        <p:spPr bwMode="auto">
          <a:xfrm>
            <a:off x="3082925" y="3729038"/>
            <a:ext cx="46038"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62" name="Rectangle 21">
            <a:extLst>
              <a:ext uri="{FF2B5EF4-FFF2-40B4-BE49-F238E27FC236}">
                <a16:creationId xmlns:a16="http://schemas.microsoft.com/office/drawing/2014/main" id="{5C17A2B4-FD8F-EDB6-B88A-309DD5D41864}"/>
              </a:ext>
            </a:extLst>
          </p:cNvPr>
          <p:cNvSpPr>
            <a:spLocks noChangeArrowheads="1"/>
          </p:cNvSpPr>
          <p:nvPr/>
        </p:nvSpPr>
        <p:spPr bwMode="auto">
          <a:xfrm>
            <a:off x="3082925" y="3759200"/>
            <a:ext cx="46038"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63" name="Rectangle 22">
            <a:extLst>
              <a:ext uri="{FF2B5EF4-FFF2-40B4-BE49-F238E27FC236}">
                <a16:creationId xmlns:a16="http://schemas.microsoft.com/office/drawing/2014/main" id="{085D5B7A-C13A-2646-5DFB-14AC12259400}"/>
              </a:ext>
            </a:extLst>
          </p:cNvPr>
          <p:cNvSpPr>
            <a:spLocks noChangeArrowheads="1"/>
          </p:cNvSpPr>
          <p:nvPr/>
        </p:nvSpPr>
        <p:spPr bwMode="auto">
          <a:xfrm>
            <a:off x="3138488" y="3729038"/>
            <a:ext cx="1074737"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64" name="Rectangle 23">
            <a:extLst>
              <a:ext uri="{FF2B5EF4-FFF2-40B4-BE49-F238E27FC236}">
                <a16:creationId xmlns:a16="http://schemas.microsoft.com/office/drawing/2014/main" id="{CE941A93-4CE9-3BDF-128D-6FAF12BFB89A}"/>
              </a:ext>
            </a:extLst>
          </p:cNvPr>
          <p:cNvSpPr>
            <a:spLocks noChangeArrowheads="1"/>
          </p:cNvSpPr>
          <p:nvPr/>
        </p:nvSpPr>
        <p:spPr bwMode="auto">
          <a:xfrm>
            <a:off x="3138488" y="3759200"/>
            <a:ext cx="1074737"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65" name="Rectangle 24">
            <a:extLst>
              <a:ext uri="{FF2B5EF4-FFF2-40B4-BE49-F238E27FC236}">
                <a16:creationId xmlns:a16="http://schemas.microsoft.com/office/drawing/2014/main" id="{3A786320-9C32-5F84-AD87-ABFC6E404EA3}"/>
              </a:ext>
            </a:extLst>
          </p:cNvPr>
          <p:cNvSpPr>
            <a:spLocks noChangeArrowheads="1"/>
          </p:cNvSpPr>
          <p:nvPr/>
        </p:nvSpPr>
        <p:spPr bwMode="auto">
          <a:xfrm>
            <a:off x="4222750" y="3729038"/>
            <a:ext cx="17463" cy="492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66" name="Rectangle 25">
            <a:extLst>
              <a:ext uri="{FF2B5EF4-FFF2-40B4-BE49-F238E27FC236}">
                <a16:creationId xmlns:a16="http://schemas.microsoft.com/office/drawing/2014/main" id="{4AD06604-9140-4A29-9403-E9D9AF3B2D80}"/>
              </a:ext>
            </a:extLst>
          </p:cNvPr>
          <p:cNvSpPr>
            <a:spLocks noChangeArrowheads="1"/>
          </p:cNvSpPr>
          <p:nvPr/>
        </p:nvSpPr>
        <p:spPr bwMode="auto">
          <a:xfrm>
            <a:off x="692150" y="3787775"/>
            <a:ext cx="17463" cy="5302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67" name="Rectangle 26">
            <a:extLst>
              <a:ext uri="{FF2B5EF4-FFF2-40B4-BE49-F238E27FC236}">
                <a16:creationId xmlns:a16="http://schemas.microsoft.com/office/drawing/2014/main" id="{545E6E4F-54AC-B8A9-24E5-DC2D8ED1DF1E}"/>
              </a:ext>
            </a:extLst>
          </p:cNvPr>
          <p:cNvSpPr>
            <a:spLocks noChangeArrowheads="1"/>
          </p:cNvSpPr>
          <p:nvPr/>
        </p:nvSpPr>
        <p:spPr bwMode="auto">
          <a:xfrm>
            <a:off x="4222750" y="3787775"/>
            <a:ext cx="17463" cy="5302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2315" name="Rectangle 27">
            <a:extLst>
              <a:ext uri="{FF2B5EF4-FFF2-40B4-BE49-F238E27FC236}">
                <a16:creationId xmlns:a16="http://schemas.microsoft.com/office/drawing/2014/main" id="{4A973A76-6E19-EB38-B85D-CC59C45E57C8}"/>
              </a:ext>
            </a:extLst>
          </p:cNvPr>
          <p:cNvSpPr>
            <a:spLocks noChangeArrowheads="1"/>
          </p:cNvSpPr>
          <p:nvPr/>
        </p:nvSpPr>
        <p:spPr bwMode="auto">
          <a:xfrm>
            <a:off x="1031875" y="3830638"/>
            <a:ext cx="1735138"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b="0" i="0">
                <a:solidFill>
                  <a:schemeClr val="bg2"/>
                </a:solidFill>
              </a:rPr>
              <a:t>15 ve &lt; 25</a:t>
            </a:r>
          </a:p>
        </p:txBody>
      </p:sp>
      <p:sp>
        <p:nvSpPr>
          <p:cNvPr id="12316" name="Rectangle 28">
            <a:extLst>
              <a:ext uri="{FF2B5EF4-FFF2-40B4-BE49-F238E27FC236}">
                <a16:creationId xmlns:a16="http://schemas.microsoft.com/office/drawing/2014/main" id="{6A2F284C-9F08-BC4C-C900-EA8E27BC0E10}"/>
              </a:ext>
            </a:extLst>
          </p:cNvPr>
          <p:cNvSpPr>
            <a:spLocks noChangeArrowheads="1"/>
          </p:cNvSpPr>
          <p:nvPr/>
        </p:nvSpPr>
        <p:spPr bwMode="auto">
          <a:xfrm>
            <a:off x="3440113" y="3830638"/>
            <a:ext cx="4572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b="0" i="0">
                <a:solidFill>
                  <a:schemeClr val="bg2"/>
                </a:solidFill>
              </a:rPr>
              <a:t>.3</a:t>
            </a:r>
          </a:p>
        </p:txBody>
      </p:sp>
      <p:sp>
        <p:nvSpPr>
          <p:cNvPr id="61470" name="Rectangle 29">
            <a:extLst>
              <a:ext uri="{FF2B5EF4-FFF2-40B4-BE49-F238E27FC236}">
                <a16:creationId xmlns:a16="http://schemas.microsoft.com/office/drawing/2014/main" id="{27E1035E-BEF6-1370-A9BF-7358C1C4B102}"/>
              </a:ext>
            </a:extLst>
          </p:cNvPr>
          <p:cNvSpPr>
            <a:spLocks noChangeArrowheads="1"/>
          </p:cNvSpPr>
          <p:nvPr/>
        </p:nvSpPr>
        <p:spPr bwMode="auto">
          <a:xfrm>
            <a:off x="692150" y="4327525"/>
            <a:ext cx="17463" cy="5302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71" name="Rectangle 30">
            <a:extLst>
              <a:ext uri="{FF2B5EF4-FFF2-40B4-BE49-F238E27FC236}">
                <a16:creationId xmlns:a16="http://schemas.microsoft.com/office/drawing/2014/main" id="{4E82DC61-A6C5-8FFF-DFD5-8FFEF37B55BA}"/>
              </a:ext>
            </a:extLst>
          </p:cNvPr>
          <p:cNvSpPr>
            <a:spLocks noChangeArrowheads="1"/>
          </p:cNvSpPr>
          <p:nvPr/>
        </p:nvSpPr>
        <p:spPr bwMode="auto">
          <a:xfrm>
            <a:off x="4222750" y="4327525"/>
            <a:ext cx="17463" cy="5302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2319" name="Rectangle 31">
            <a:extLst>
              <a:ext uri="{FF2B5EF4-FFF2-40B4-BE49-F238E27FC236}">
                <a16:creationId xmlns:a16="http://schemas.microsoft.com/office/drawing/2014/main" id="{A0907FDD-916D-A020-061D-8D80DF8E9757}"/>
              </a:ext>
            </a:extLst>
          </p:cNvPr>
          <p:cNvSpPr>
            <a:spLocks noChangeArrowheads="1"/>
          </p:cNvSpPr>
          <p:nvPr/>
        </p:nvSpPr>
        <p:spPr bwMode="auto">
          <a:xfrm>
            <a:off x="1066800" y="4343400"/>
            <a:ext cx="1735138"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b="0" i="0">
                <a:solidFill>
                  <a:schemeClr val="bg2"/>
                </a:solidFill>
              </a:rPr>
              <a:t>25 ve &lt; 35</a:t>
            </a:r>
          </a:p>
        </p:txBody>
      </p:sp>
      <p:sp>
        <p:nvSpPr>
          <p:cNvPr id="12320" name="Rectangle 32">
            <a:extLst>
              <a:ext uri="{FF2B5EF4-FFF2-40B4-BE49-F238E27FC236}">
                <a16:creationId xmlns:a16="http://schemas.microsoft.com/office/drawing/2014/main" id="{8E790726-A277-3B23-A071-7D08CC94E2FF}"/>
              </a:ext>
            </a:extLst>
          </p:cNvPr>
          <p:cNvSpPr>
            <a:spLocks noChangeArrowheads="1"/>
          </p:cNvSpPr>
          <p:nvPr/>
        </p:nvSpPr>
        <p:spPr bwMode="auto">
          <a:xfrm>
            <a:off x="3429000" y="4343400"/>
            <a:ext cx="4572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b="0" i="0">
                <a:solidFill>
                  <a:schemeClr val="bg2"/>
                </a:solidFill>
              </a:rPr>
              <a:t>.5</a:t>
            </a:r>
          </a:p>
        </p:txBody>
      </p:sp>
      <p:sp>
        <p:nvSpPr>
          <p:cNvPr id="61474" name="Rectangle 33">
            <a:extLst>
              <a:ext uri="{FF2B5EF4-FFF2-40B4-BE49-F238E27FC236}">
                <a16:creationId xmlns:a16="http://schemas.microsoft.com/office/drawing/2014/main" id="{3B71564E-417A-A49C-C1E2-53D84FCFFF64}"/>
              </a:ext>
            </a:extLst>
          </p:cNvPr>
          <p:cNvSpPr>
            <a:spLocks noChangeArrowheads="1"/>
          </p:cNvSpPr>
          <p:nvPr/>
        </p:nvSpPr>
        <p:spPr bwMode="auto">
          <a:xfrm>
            <a:off x="692150" y="4868863"/>
            <a:ext cx="17463" cy="5302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75" name="Rectangle 34">
            <a:extLst>
              <a:ext uri="{FF2B5EF4-FFF2-40B4-BE49-F238E27FC236}">
                <a16:creationId xmlns:a16="http://schemas.microsoft.com/office/drawing/2014/main" id="{FE4BE455-E47B-C062-5923-A5023822A480}"/>
              </a:ext>
            </a:extLst>
          </p:cNvPr>
          <p:cNvSpPr>
            <a:spLocks noChangeArrowheads="1"/>
          </p:cNvSpPr>
          <p:nvPr/>
        </p:nvSpPr>
        <p:spPr bwMode="auto">
          <a:xfrm>
            <a:off x="692150" y="5408613"/>
            <a:ext cx="17463"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76" name="Rectangle 35">
            <a:extLst>
              <a:ext uri="{FF2B5EF4-FFF2-40B4-BE49-F238E27FC236}">
                <a16:creationId xmlns:a16="http://schemas.microsoft.com/office/drawing/2014/main" id="{953CD371-D268-5F8E-6A8D-CAFDB8984110}"/>
              </a:ext>
            </a:extLst>
          </p:cNvPr>
          <p:cNvSpPr>
            <a:spLocks noChangeArrowheads="1"/>
          </p:cNvSpPr>
          <p:nvPr/>
        </p:nvSpPr>
        <p:spPr bwMode="auto">
          <a:xfrm>
            <a:off x="692150" y="5408613"/>
            <a:ext cx="17463"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77" name="Rectangle 36">
            <a:extLst>
              <a:ext uri="{FF2B5EF4-FFF2-40B4-BE49-F238E27FC236}">
                <a16:creationId xmlns:a16="http://schemas.microsoft.com/office/drawing/2014/main" id="{80AA3244-ED4A-CB61-1ADF-1ECD61497A84}"/>
              </a:ext>
            </a:extLst>
          </p:cNvPr>
          <p:cNvSpPr>
            <a:spLocks noChangeArrowheads="1"/>
          </p:cNvSpPr>
          <p:nvPr/>
        </p:nvSpPr>
        <p:spPr bwMode="auto">
          <a:xfrm>
            <a:off x="720725" y="5408613"/>
            <a:ext cx="2352675"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78" name="Rectangle 37">
            <a:extLst>
              <a:ext uri="{FF2B5EF4-FFF2-40B4-BE49-F238E27FC236}">
                <a16:creationId xmlns:a16="http://schemas.microsoft.com/office/drawing/2014/main" id="{9DFEC574-D734-5A5F-30D2-5042CAD0F8C3}"/>
              </a:ext>
            </a:extLst>
          </p:cNvPr>
          <p:cNvSpPr>
            <a:spLocks noChangeArrowheads="1"/>
          </p:cNvSpPr>
          <p:nvPr/>
        </p:nvSpPr>
        <p:spPr bwMode="auto">
          <a:xfrm>
            <a:off x="3082925" y="5408613"/>
            <a:ext cx="17463"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79" name="Rectangle 38">
            <a:extLst>
              <a:ext uri="{FF2B5EF4-FFF2-40B4-BE49-F238E27FC236}">
                <a16:creationId xmlns:a16="http://schemas.microsoft.com/office/drawing/2014/main" id="{E97BDCA7-D4A5-80DE-57E1-1968BF7886F3}"/>
              </a:ext>
            </a:extLst>
          </p:cNvPr>
          <p:cNvSpPr>
            <a:spLocks noChangeArrowheads="1"/>
          </p:cNvSpPr>
          <p:nvPr/>
        </p:nvSpPr>
        <p:spPr bwMode="auto">
          <a:xfrm>
            <a:off x="3111500" y="5408613"/>
            <a:ext cx="1103313"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80" name="Rectangle 39">
            <a:extLst>
              <a:ext uri="{FF2B5EF4-FFF2-40B4-BE49-F238E27FC236}">
                <a16:creationId xmlns:a16="http://schemas.microsoft.com/office/drawing/2014/main" id="{72EC892B-B132-196C-9732-E27087749616}"/>
              </a:ext>
            </a:extLst>
          </p:cNvPr>
          <p:cNvSpPr>
            <a:spLocks noChangeArrowheads="1"/>
          </p:cNvSpPr>
          <p:nvPr/>
        </p:nvSpPr>
        <p:spPr bwMode="auto">
          <a:xfrm>
            <a:off x="4222750" y="4868863"/>
            <a:ext cx="17463" cy="5302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81" name="Rectangle 40">
            <a:extLst>
              <a:ext uri="{FF2B5EF4-FFF2-40B4-BE49-F238E27FC236}">
                <a16:creationId xmlns:a16="http://schemas.microsoft.com/office/drawing/2014/main" id="{989BB9BB-173B-F4D7-CD59-919BE09CD78B}"/>
              </a:ext>
            </a:extLst>
          </p:cNvPr>
          <p:cNvSpPr>
            <a:spLocks noChangeArrowheads="1"/>
          </p:cNvSpPr>
          <p:nvPr/>
        </p:nvSpPr>
        <p:spPr bwMode="auto">
          <a:xfrm>
            <a:off x="4222750" y="5408613"/>
            <a:ext cx="17463"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82" name="Rectangle 41">
            <a:extLst>
              <a:ext uri="{FF2B5EF4-FFF2-40B4-BE49-F238E27FC236}">
                <a16:creationId xmlns:a16="http://schemas.microsoft.com/office/drawing/2014/main" id="{44E9DF14-A4FF-83EB-D42F-E75B242D3B07}"/>
              </a:ext>
            </a:extLst>
          </p:cNvPr>
          <p:cNvSpPr>
            <a:spLocks noChangeArrowheads="1"/>
          </p:cNvSpPr>
          <p:nvPr/>
        </p:nvSpPr>
        <p:spPr bwMode="auto">
          <a:xfrm>
            <a:off x="4222750" y="5408613"/>
            <a:ext cx="17463"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2330" name="Rectangle 42">
            <a:extLst>
              <a:ext uri="{FF2B5EF4-FFF2-40B4-BE49-F238E27FC236}">
                <a16:creationId xmlns:a16="http://schemas.microsoft.com/office/drawing/2014/main" id="{0E9C535E-2973-F24A-7B2D-71B53E6270EE}"/>
              </a:ext>
            </a:extLst>
          </p:cNvPr>
          <p:cNvSpPr>
            <a:spLocks noChangeArrowheads="1"/>
          </p:cNvSpPr>
          <p:nvPr/>
        </p:nvSpPr>
        <p:spPr bwMode="auto">
          <a:xfrm>
            <a:off x="1031875" y="4910138"/>
            <a:ext cx="1735138"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b="0" i="0">
                <a:solidFill>
                  <a:schemeClr val="bg2"/>
                </a:solidFill>
              </a:rPr>
              <a:t>35 ve &lt; 45</a:t>
            </a:r>
          </a:p>
        </p:txBody>
      </p:sp>
      <p:sp>
        <p:nvSpPr>
          <p:cNvPr id="12331" name="Rectangle 43">
            <a:extLst>
              <a:ext uri="{FF2B5EF4-FFF2-40B4-BE49-F238E27FC236}">
                <a16:creationId xmlns:a16="http://schemas.microsoft.com/office/drawing/2014/main" id="{9F943984-3ACA-4F5A-2968-E3A6C84CC1B5}"/>
              </a:ext>
            </a:extLst>
          </p:cNvPr>
          <p:cNvSpPr>
            <a:spLocks noChangeArrowheads="1"/>
          </p:cNvSpPr>
          <p:nvPr/>
        </p:nvSpPr>
        <p:spPr bwMode="auto">
          <a:xfrm>
            <a:off x="3440113" y="4910138"/>
            <a:ext cx="4572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b="0" i="0">
                <a:solidFill>
                  <a:schemeClr val="bg2"/>
                </a:solidFill>
              </a:rPr>
              <a:t>.2</a:t>
            </a:r>
          </a:p>
        </p:txBody>
      </p:sp>
      <p:sp>
        <p:nvSpPr>
          <p:cNvPr id="61485" name="Rectangle 44">
            <a:extLst>
              <a:ext uri="{FF2B5EF4-FFF2-40B4-BE49-F238E27FC236}">
                <a16:creationId xmlns:a16="http://schemas.microsoft.com/office/drawing/2014/main" id="{AD804BD9-6751-0419-D212-17ABFF13BB0C}"/>
              </a:ext>
            </a:extLst>
          </p:cNvPr>
          <p:cNvSpPr>
            <a:spLocks noChangeArrowheads="1"/>
          </p:cNvSpPr>
          <p:nvPr/>
        </p:nvSpPr>
        <p:spPr bwMode="auto">
          <a:xfrm>
            <a:off x="4887913" y="3149600"/>
            <a:ext cx="17462"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86" name="Rectangle 45">
            <a:extLst>
              <a:ext uri="{FF2B5EF4-FFF2-40B4-BE49-F238E27FC236}">
                <a16:creationId xmlns:a16="http://schemas.microsoft.com/office/drawing/2014/main" id="{D9A92C9F-0FA5-A7FF-6722-A8A2902147C2}"/>
              </a:ext>
            </a:extLst>
          </p:cNvPr>
          <p:cNvSpPr>
            <a:spLocks noChangeArrowheads="1"/>
          </p:cNvSpPr>
          <p:nvPr/>
        </p:nvSpPr>
        <p:spPr bwMode="auto">
          <a:xfrm>
            <a:off x="4887913" y="3149600"/>
            <a:ext cx="17462"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87" name="Rectangle 46">
            <a:extLst>
              <a:ext uri="{FF2B5EF4-FFF2-40B4-BE49-F238E27FC236}">
                <a16:creationId xmlns:a16="http://schemas.microsoft.com/office/drawing/2014/main" id="{52D7733A-D4F8-A87D-4892-908913CCC4F2}"/>
              </a:ext>
            </a:extLst>
          </p:cNvPr>
          <p:cNvSpPr>
            <a:spLocks noChangeArrowheads="1"/>
          </p:cNvSpPr>
          <p:nvPr/>
        </p:nvSpPr>
        <p:spPr bwMode="auto">
          <a:xfrm>
            <a:off x="4916488" y="3149600"/>
            <a:ext cx="2352675"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88" name="Rectangle 47">
            <a:extLst>
              <a:ext uri="{FF2B5EF4-FFF2-40B4-BE49-F238E27FC236}">
                <a16:creationId xmlns:a16="http://schemas.microsoft.com/office/drawing/2014/main" id="{67EE8618-6C5D-D236-138F-474067E17984}"/>
              </a:ext>
            </a:extLst>
          </p:cNvPr>
          <p:cNvSpPr>
            <a:spLocks noChangeArrowheads="1"/>
          </p:cNvSpPr>
          <p:nvPr/>
        </p:nvSpPr>
        <p:spPr bwMode="auto">
          <a:xfrm>
            <a:off x="7278688" y="3149600"/>
            <a:ext cx="17462"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89" name="Rectangle 48">
            <a:extLst>
              <a:ext uri="{FF2B5EF4-FFF2-40B4-BE49-F238E27FC236}">
                <a16:creationId xmlns:a16="http://schemas.microsoft.com/office/drawing/2014/main" id="{98D80EAD-B07C-B338-78B4-8F540D5638BD}"/>
              </a:ext>
            </a:extLst>
          </p:cNvPr>
          <p:cNvSpPr>
            <a:spLocks noChangeArrowheads="1"/>
          </p:cNvSpPr>
          <p:nvPr/>
        </p:nvSpPr>
        <p:spPr bwMode="auto">
          <a:xfrm>
            <a:off x="7307263" y="3149600"/>
            <a:ext cx="1103312"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90" name="Rectangle 49">
            <a:extLst>
              <a:ext uri="{FF2B5EF4-FFF2-40B4-BE49-F238E27FC236}">
                <a16:creationId xmlns:a16="http://schemas.microsoft.com/office/drawing/2014/main" id="{1D9B580E-CE74-08BF-5C0A-FE721D129E79}"/>
              </a:ext>
            </a:extLst>
          </p:cNvPr>
          <p:cNvSpPr>
            <a:spLocks noChangeArrowheads="1"/>
          </p:cNvSpPr>
          <p:nvPr/>
        </p:nvSpPr>
        <p:spPr bwMode="auto">
          <a:xfrm>
            <a:off x="8418513" y="3149600"/>
            <a:ext cx="17462"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91" name="Rectangle 50">
            <a:extLst>
              <a:ext uri="{FF2B5EF4-FFF2-40B4-BE49-F238E27FC236}">
                <a16:creationId xmlns:a16="http://schemas.microsoft.com/office/drawing/2014/main" id="{A0AC25A7-4CB3-536B-DEBB-254BAF4E04D0}"/>
              </a:ext>
            </a:extLst>
          </p:cNvPr>
          <p:cNvSpPr>
            <a:spLocks noChangeArrowheads="1"/>
          </p:cNvSpPr>
          <p:nvPr/>
        </p:nvSpPr>
        <p:spPr bwMode="auto">
          <a:xfrm>
            <a:off x="8418513" y="3149600"/>
            <a:ext cx="17462"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92" name="Rectangle 51">
            <a:extLst>
              <a:ext uri="{FF2B5EF4-FFF2-40B4-BE49-F238E27FC236}">
                <a16:creationId xmlns:a16="http://schemas.microsoft.com/office/drawing/2014/main" id="{4847F3EE-6C73-7D9A-44EE-FE59DB664F0C}"/>
              </a:ext>
            </a:extLst>
          </p:cNvPr>
          <p:cNvSpPr>
            <a:spLocks noChangeArrowheads="1"/>
          </p:cNvSpPr>
          <p:nvPr/>
        </p:nvSpPr>
        <p:spPr bwMode="auto">
          <a:xfrm>
            <a:off x="4887913" y="3179763"/>
            <a:ext cx="17462" cy="5397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93" name="Rectangle 52">
            <a:extLst>
              <a:ext uri="{FF2B5EF4-FFF2-40B4-BE49-F238E27FC236}">
                <a16:creationId xmlns:a16="http://schemas.microsoft.com/office/drawing/2014/main" id="{1F938663-723B-AC2B-ED05-80EB854DF014}"/>
              </a:ext>
            </a:extLst>
          </p:cNvPr>
          <p:cNvSpPr>
            <a:spLocks noChangeArrowheads="1"/>
          </p:cNvSpPr>
          <p:nvPr/>
        </p:nvSpPr>
        <p:spPr bwMode="auto">
          <a:xfrm>
            <a:off x="8418513" y="3179763"/>
            <a:ext cx="17462" cy="5397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2341" name="Rectangle 53">
            <a:extLst>
              <a:ext uri="{FF2B5EF4-FFF2-40B4-BE49-F238E27FC236}">
                <a16:creationId xmlns:a16="http://schemas.microsoft.com/office/drawing/2014/main" id="{AA457D31-A2C7-DA6C-7385-FEFB7AE9F92E}"/>
              </a:ext>
            </a:extLst>
          </p:cNvPr>
          <p:cNvSpPr>
            <a:spLocks noChangeArrowheads="1"/>
          </p:cNvSpPr>
          <p:nvPr/>
        </p:nvSpPr>
        <p:spPr bwMode="auto">
          <a:xfrm>
            <a:off x="5591175" y="3230563"/>
            <a:ext cx="896938"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i="0">
                <a:solidFill>
                  <a:schemeClr val="bg2"/>
                </a:solidFill>
              </a:rPr>
              <a:t>Sınıf</a:t>
            </a:r>
          </a:p>
        </p:txBody>
      </p:sp>
      <p:sp>
        <p:nvSpPr>
          <p:cNvPr id="12342" name="Rectangle 54">
            <a:extLst>
              <a:ext uri="{FF2B5EF4-FFF2-40B4-BE49-F238E27FC236}">
                <a16:creationId xmlns:a16="http://schemas.microsoft.com/office/drawing/2014/main" id="{902850A1-7F87-8384-70E0-02C7EA890187}"/>
              </a:ext>
            </a:extLst>
          </p:cNvPr>
          <p:cNvSpPr>
            <a:spLocks noChangeArrowheads="1"/>
          </p:cNvSpPr>
          <p:nvPr/>
        </p:nvSpPr>
        <p:spPr bwMode="auto">
          <a:xfrm>
            <a:off x="7629525" y="3230563"/>
            <a:ext cx="474663"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i="0">
                <a:solidFill>
                  <a:schemeClr val="bg2"/>
                </a:solidFill>
              </a:rPr>
              <a:t>%</a:t>
            </a:r>
          </a:p>
        </p:txBody>
      </p:sp>
      <p:sp>
        <p:nvSpPr>
          <p:cNvPr id="61496" name="Rectangle 55">
            <a:extLst>
              <a:ext uri="{FF2B5EF4-FFF2-40B4-BE49-F238E27FC236}">
                <a16:creationId xmlns:a16="http://schemas.microsoft.com/office/drawing/2014/main" id="{4A9F39D1-AA14-75FC-3F98-B85E7F31BD7D}"/>
              </a:ext>
            </a:extLst>
          </p:cNvPr>
          <p:cNvSpPr>
            <a:spLocks noChangeArrowheads="1"/>
          </p:cNvSpPr>
          <p:nvPr/>
        </p:nvSpPr>
        <p:spPr bwMode="auto">
          <a:xfrm>
            <a:off x="4887913" y="3729038"/>
            <a:ext cx="17462" cy="492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97" name="Rectangle 56">
            <a:extLst>
              <a:ext uri="{FF2B5EF4-FFF2-40B4-BE49-F238E27FC236}">
                <a16:creationId xmlns:a16="http://schemas.microsoft.com/office/drawing/2014/main" id="{C2D10027-A3A9-7A3B-F056-39099A032F4F}"/>
              </a:ext>
            </a:extLst>
          </p:cNvPr>
          <p:cNvSpPr>
            <a:spLocks noChangeArrowheads="1"/>
          </p:cNvSpPr>
          <p:nvPr/>
        </p:nvSpPr>
        <p:spPr bwMode="auto">
          <a:xfrm>
            <a:off x="4916488" y="3729038"/>
            <a:ext cx="2352675"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98" name="Rectangle 57">
            <a:extLst>
              <a:ext uri="{FF2B5EF4-FFF2-40B4-BE49-F238E27FC236}">
                <a16:creationId xmlns:a16="http://schemas.microsoft.com/office/drawing/2014/main" id="{0F568397-563F-AD32-198A-9F86D30337D6}"/>
              </a:ext>
            </a:extLst>
          </p:cNvPr>
          <p:cNvSpPr>
            <a:spLocks noChangeArrowheads="1"/>
          </p:cNvSpPr>
          <p:nvPr/>
        </p:nvSpPr>
        <p:spPr bwMode="auto">
          <a:xfrm>
            <a:off x="4916488" y="3759200"/>
            <a:ext cx="2352675"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499" name="Rectangle 58">
            <a:extLst>
              <a:ext uri="{FF2B5EF4-FFF2-40B4-BE49-F238E27FC236}">
                <a16:creationId xmlns:a16="http://schemas.microsoft.com/office/drawing/2014/main" id="{097E47FC-BBF3-D68D-2AC2-B340139DD212}"/>
              </a:ext>
            </a:extLst>
          </p:cNvPr>
          <p:cNvSpPr>
            <a:spLocks noChangeArrowheads="1"/>
          </p:cNvSpPr>
          <p:nvPr/>
        </p:nvSpPr>
        <p:spPr bwMode="auto">
          <a:xfrm>
            <a:off x="7278688" y="3729038"/>
            <a:ext cx="46037"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00" name="Rectangle 59">
            <a:extLst>
              <a:ext uri="{FF2B5EF4-FFF2-40B4-BE49-F238E27FC236}">
                <a16:creationId xmlns:a16="http://schemas.microsoft.com/office/drawing/2014/main" id="{1DD21485-B80F-00D4-DB1C-33359C37A41A}"/>
              </a:ext>
            </a:extLst>
          </p:cNvPr>
          <p:cNvSpPr>
            <a:spLocks noChangeArrowheads="1"/>
          </p:cNvSpPr>
          <p:nvPr/>
        </p:nvSpPr>
        <p:spPr bwMode="auto">
          <a:xfrm>
            <a:off x="7278688" y="3759200"/>
            <a:ext cx="46037"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01" name="Rectangle 60">
            <a:extLst>
              <a:ext uri="{FF2B5EF4-FFF2-40B4-BE49-F238E27FC236}">
                <a16:creationId xmlns:a16="http://schemas.microsoft.com/office/drawing/2014/main" id="{277DF2BB-E8A4-2549-B61A-E586EEC4B6E0}"/>
              </a:ext>
            </a:extLst>
          </p:cNvPr>
          <p:cNvSpPr>
            <a:spLocks noChangeArrowheads="1"/>
          </p:cNvSpPr>
          <p:nvPr/>
        </p:nvSpPr>
        <p:spPr bwMode="auto">
          <a:xfrm>
            <a:off x="7334250" y="3729038"/>
            <a:ext cx="1074738"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02" name="Rectangle 61">
            <a:extLst>
              <a:ext uri="{FF2B5EF4-FFF2-40B4-BE49-F238E27FC236}">
                <a16:creationId xmlns:a16="http://schemas.microsoft.com/office/drawing/2014/main" id="{D3A3C83F-7B57-50A5-1426-7392132D2989}"/>
              </a:ext>
            </a:extLst>
          </p:cNvPr>
          <p:cNvSpPr>
            <a:spLocks noChangeArrowheads="1"/>
          </p:cNvSpPr>
          <p:nvPr/>
        </p:nvSpPr>
        <p:spPr bwMode="auto">
          <a:xfrm>
            <a:off x="7334250" y="3759200"/>
            <a:ext cx="1074738" cy="20638"/>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03" name="Rectangle 62">
            <a:extLst>
              <a:ext uri="{FF2B5EF4-FFF2-40B4-BE49-F238E27FC236}">
                <a16:creationId xmlns:a16="http://schemas.microsoft.com/office/drawing/2014/main" id="{49E43511-C87E-A4BB-04D0-9A6CC8913C81}"/>
              </a:ext>
            </a:extLst>
          </p:cNvPr>
          <p:cNvSpPr>
            <a:spLocks noChangeArrowheads="1"/>
          </p:cNvSpPr>
          <p:nvPr/>
        </p:nvSpPr>
        <p:spPr bwMode="auto">
          <a:xfrm>
            <a:off x="8418513" y="3729038"/>
            <a:ext cx="17462" cy="492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04" name="Rectangle 63">
            <a:extLst>
              <a:ext uri="{FF2B5EF4-FFF2-40B4-BE49-F238E27FC236}">
                <a16:creationId xmlns:a16="http://schemas.microsoft.com/office/drawing/2014/main" id="{136A1671-7A9B-5E10-2B9D-991832B58239}"/>
              </a:ext>
            </a:extLst>
          </p:cNvPr>
          <p:cNvSpPr>
            <a:spLocks noChangeArrowheads="1"/>
          </p:cNvSpPr>
          <p:nvPr/>
        </p:nvSpPr>
        <p:spPr bwMode="auto">
          <a:xfrm>
            <a:off x="4887913" y="3787775"/>
            <a:ext cx="17462" cy="5302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05" name="Rectangle 64">
            <a:extLst>
              <a:ext uri="{FF2B5EF4-FFF2-40B4-BE49-F238E27FC236}">
                <a16:creationId xmlns:a16="http://schemas.microsoft.com/office/drawing/2014/main" id="{0422F010-732F-9557-27A5-B49CB9EC9128}"/>
              </a:ext>
            </a:extLst>
          </p:cNvPr>
          <p:cNvSpPr>
            <a:spLocks noChangeArrowheads="1"/>
          </p:cNvSpPr>
          <p:nvPr/>
        </p:nvSpPr>
        <p:spPr bwMode="auto">
          <a:xfrm>
            <a:off x="8418513" y="3787775"/>
            <a:ext cx="17462" cy="5302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2353" name="Rectangle 65">
            <a:extLst>
              <a:ext uri="{FF2B5EF4-FFF2-40B4-BE49-F238E27FC236}">
                <a16:creationId xmlns:a16="http://schemas.microsoft.com/office/drawing/2014/main" id="{334236BB-BFD7-423C-F62A-27D0BB71D078}"/>
              </a:ext>
            </a:extLst>
          </p:cNvPr>
          <p:cNvSpPr>
            <a:spLocks noChangeArrowheads="1"/>
          </p:cNvSpPr>
          <p:nvPr/>
        </p:nvSpPr>
        <p:spPr bwMode="auto">
          <a:xfrm>
            <a:off x="5227638" y="3830638"/>
            <a:ext cx="1846262"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b="0" i="0">
                <a:solidFill>
                  <a:schemeClr val="bg2"/>
                </a:solidFill>
              </a:rPr>
              <a:t>15 ve &lt; 25</a:t>
            </a:r>
          </a:p>
        </p:txBody>
      </p:sp>
      <p:sp>
        <p:nvSpPr>
          <p:cNvPr id="12354" name="Rectangle 66">
            <a:extLst>
              <a:ext uri="{FF2B5EF4-FFF2-40B4-BE49-F238E27FC236}">
                <a16:creationId xmlns:a16="http://schemas.microsoft.com/office/drawing/2014/main" id="{A5404B3F-E4DC-4D3A-CF91-F701E85CD417}"/>
              </a:ext>
            </a:extLst>
          </p:cNvPr>
          <p:cNvSpPr>
            <a:spLocks noChangeArrowheads="1"/>
          </p:cNvSpPr>
          <p:nvPr/>
        </p:nvSpPr>
        <p:spPr bwMode="auto">
          <a:xfrm>
            <a:off x="7464425" y="3830638"/>
            <a:ext cx="8255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b="0" i="0">
                <a:solidFill>
                  <a:schemeClr val="bg2"/>
                </a:solidFill>
              </a:rPr>
              <a:t>30.0</a:t>
            </a:r>
          </a:p>
        </p:txBody>
      </p:sp>
      <p:sp>
        <p:nvSpPr>
          <p:cNvPr id="61508" name="Rectangle 67">
            <a:extLst>
              <a:ext uri="{FF2B5EF4-FFF2-40B4-BE49-F238E27FC236}">
                <a16:creationId xmlns:a16="http://schemas.microsoft.com/office/drawing/2014/main" id="{AFA93745-00CD-0F78-9AF8-CCFD3DAF3CAA}"/>
              </a:ext>
            </a:extLst>
          </p:cNvPr>
          <p:cNvSpPr>
            <a:spLocks noChangeArrowheads="1"/>
          </p:cNvSpPr>
          <p:nvPr/>
        </p:nvSpPr>
        <p:spPr bwMode="auto">
          <a:xfrm>
            <a:off x="4887913" y="4327525"/>
            <a:ext cx="17462" cy="5302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09" name="Rectangle 68">
            <a:extLst>
              <a:ext uri="{FF2B5EF4-FFF2-40B4-BE49-F238E27FC236}">
                <a16:creationId xmlns:a16="http://schemas.microsoft.com/office/drawing/2014/main" id="{995C8555-2C98-DB90-D79D-3EF10FC420DA}"/>
              </a:ext>
            </a:extLst>
          </p:cNvPr>
          <p:cNvSpPr>
            <a:spLocks noChangeArrowheads="1"/>
          </p:cNvSpPr>
          <p:nvPr/>
        </p:nvSpPr>
        <p:spPr bwMode="auto">
          <a:xfrm>
            <a:off x="8418513" y="4327525"/>
            <a:ext cx="17462" cy="5302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2357" name="Rectangle 69">
            <a:extLst>
              <a:ext uri="{FF2B5EF4-FFF2-40B4-BE49-F238E27FC236}">
                <a16:creationId xmlns:a16="http://schemas.microsoft.com/office/drawing/2014/main" id="{DD8C8E94-D5E0-2EE2-D6A8-E364716A5C87}"/>
              </a:ext>
            </a:extLst>
          </p:cNvPr>
          <p:cNvSpPr>
            <a:spLocks noChangeArrowheads="1"/>
          </p:cNvSpPr>
          <p:nvPr/>
        </p:nvSpPr>
        <p:spPr bwMode="auto">
          <a:xfrm>
            <a:off x="5227638" y="4370388"/>
            <a:ext cx="1846262"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b="0" i="0">
                <a:solidFill>
                  <a:schemeClr val="bg2"/>
                </a:solidFill>
              </a:rPr>
              <a:t>25 ve &lt; 35</a:t>
            </a:r>
          </a:p>
        </p:txBody>
      </p:sp>
      <p:sp>
        <p:nvSpPr>
          <p:cNvPr id="12358" name="Rectangle 70">
            <a:extLst>
              <a:ext uri="{FF2B5EF4-FFF2-40B4-BE49-F238E27FC236}">
                <a16:creationId xmlns:a16="http://schemas.microsoft.com/office/drawing/2014/main" id="{C2F71F77-49F9-CEF6-2385-DA7B08C386F6}"/>
              </a:ext>
            </a:extLst>
          </p:cNvPr>
          <p:cNvSpPr>
            <a:spLocks noChangeArrowheads="1"/>
          </p:cNvSpPr>
          <p:nvPr/>
        </p:nvSpPr>
        <p:spPr bwMode="auto">
          <a:xfrm>
            <a:off x="7467600" y="4343400"/>
            <a:ext cx="8255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b="0" i="0">
                <a:solidFill>
                  <a:schemeClr val="bg2"/>
                </a:solidFill>
              </a:rPr>
              <a:t>50.0</a:t>
            </a:r>
          </a:p>
        </p:txBody>
      </p:sp>
      <p:sp>
        <p:nvSpPr>
          <p:cNvPr id="61512" name="Rectangle 71">
            <a:extLst>
              <a:ext uri="{FF2B5EF4-FFF2-40B4-BE49-F238E27FC236}">
                <a16:creationId xmlns:a16="http://schemas.microsoft.com/office/drawing/2014/main" id="{201785FC-8D4C-05C2-9C6F-D5E77975E8B6}"/>
              </a:ext>
            </a:extLst>
          </p:cNvPr>
          <p:cNvSpPr>
            <a:spLocks noChangeArrowheads="1"/>
          </p:cNvSpPr>
          <p:nvPr/>
        </p:nvSpPr>
        <p:spPr bwMode="auto">
          <a:xfrm>
            <a:off x="4887913" y="4868863"/>
            <a:ext cx="17462" cy="5302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13" name="Rectangle 72">
            <a:extLst>
              <a:ext uri="{FF2B5EF4-FFF2-40B4-BE49-F238E27FC236}">
                <a16:creationId xmlns:a16="http://schemas.microsoft.com/office/drawing/2014/main" id="{EFEF2361-4EB7-6149-CD07-6D3872E2836D}"/>
              </a:ext>
            </a:extLst>
          </p:cNvPr>
          <p:cNvSpPr>
            <a:spLocks noChangeArrowheads="1"/>
          </p:cNvSpPr>
          <p:nvPr/>
        </p:nvSpPr>
        <p:spPr bwMode="auto">
          <a:xfrm>
            <a:off x="4887913" y="5408613"/>
            <a:ext cx="17462"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14" name="Rectangle 73">
            <a:extLst>
              <a:ext uri="{FF2B5EF4-FFF2-40B4-BE49-F238E27FC236}">
                <a16:creationId xmlns:a16="http://schemas.microsoft.com/office/drawing/2014/main" id="{DCA6ACE4-7CE2-03E9-A025-4231B95DC332}"/>
              </a:ext>
            </a:extLst>
          </p:cNvPr>
          <p:cNvSpPr>
            <a:spLocks noChangeArrowheads="1"/>
          </p:cNvSpPr>
          <p:nvPr/>
        </p:nvSpPr>
        <p:spPr bwMode="auto">
          <a:xfrm>
            <a:off x="4887913" y="5408613"/>
            <a:ext cx="17462"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15" name="Rectangle 74">
            <a:extLst>
              <a:ext uri="{FF2B5EF4-FFF2-40B4-BE49-F238E27FC236}">
                <a16:creationId xmlns:a16="http://schemas.microsoft.com/office/drawing/2014/main" id="{39C724AE-4412-77B7-56D7-DB100F58BCF5}"/>
              </a:ext>
            </a:extLst>
          </p:cNvPr>
          <p:cNvSpPr>
            <a:spLocks noChangeArrowheads="1"/>
          </p:cNvSpPr>
          <p:nvPr/>
        </p:nvSpPr>
        <p:spPr bwMode="auto">
          <a:xfrm>
            <a:off x="4916488" y="5408613"/>
            <a:ext cx="2352675"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16" name="Rectangle 75">
            <a:extLst>
              <a:ext uri="{FF2B5EF4-FFF2-40B4-BE49-F238E27FC236}">
                <a16:creationId xmlns:a16="http://schemas.microsoft.com/office/drawing/2014/main" id="{353BB1C7-E7D1-EA2F-B126-C9F464642301}"/>
              </a:ext>
            </a:extLst>
          </p:cNvPr>
          <p:cNvSpPr>
            <a:spLocks noChangeArrowheads="1"/>
          </p:cNvSpPr>
          <p:nvPr/>
        </p:nvSpPr>
        <p:spPr bwMode="auto">
          <a:xfrm>
            <a:off x="7278688" y="5408613"/>
            <a:ext cx="17462"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17" name="Rectangle 76">
            <a:extLst>
              <a:ext uri="{FF2B5EF4-FFF2-40B4-BE49-F238E27FC236}">
                <a16:creationId xmlns:a16="http://schemas.microsoft.com/office/drawing/2014/main" id="{F1D65F81-9B11-05C8-62D8-8931BA8939DF}"/>
              </a:ext>
            </a:extLst>
          </p:cNvPr>
          <p:cNvSpPr>
            <a:spLocks noChangeArrowheads="1"/>
          </p:cNvSpPr>
          <p:nvPr/>
        </p:nvSpPr>
        <p:spPr bwMode="auto">
          <a:xfrm>
            <a:off x="7307263" y="5408613"/>
            <a:ext cx="1103312"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18" name="Rectangle 77">
            <a:extLst>
              <a:ext uri="{FF2B5EF4-FFF2-40B4-BE49-F238E27FC236}">
                <a16:creationId xmlns:a16="http://schemas.microsoft.com/office/drawing/2014/main" id="{E5F9D8CB-C543-919E-6580-32366FE81C3D}"/>
              </a:ext>
            </a:extLst>
          </p:cNvPr>
          <p:cNvSpPr>
            <a:spLocks noChangeArrowheads="1"/>
          </p:cNvSpPr>
          <p:nvPr/>
        </p:nvSpPr>
        <p:spPr bwMode="auto">
          <a:xfrm>
            <a:off x="8418513" y="4868863"/>
            <a:ext cx="17462" cy="5302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19" name="Rectangle 78">
            <a:extLst>
              <a:ext uri="{FF2B5EF4-FFF2-40B4-BE49-F238E27FC236}">
                <a16:creationId xmlns:a16="http://schemas.microsoft.com/office/drawing/2014/main" id="{F2D43446-552E-4CBB-46D2-D634186B306F}"/>
              </a:ext>
            </a:extLst>
          </p:cNvPr>
          <p:cNvSpPr>
            <a:spLocks noChangeArrowheads="1"/>
          </p:cNvSpPr>
          <p:nvPr/>
        </p:nvSpPr>
        <p:spPr bwMode="auto">
          <a:xfrm>
            <a:off x="8418513" y="5408613"/>
            <a:ext cx="17462"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1520" name="Rectangle 79">
            <a:extLst>
              <a:ext uri="{FF2B5EF4-FFF2-40B4-BE49-F238E27FC236}">
                <a16:creationId xmlns:a16="http://schemas.microsoft.com/office/drawing/2014/main" id="{089BB966-E951-88F5-6C2F-533225F8C7EB}"/>
              </a:ext>
            </a:extLst>
          </p:cNvPr>
          <p:cNvSpPr>
            <a:spLocks noChangeArrowheads="1"/>
          </p:cNvSpPr>
          <p:nvPr/>
        </p:nvSpPr>
        <p:spPr bwMode="auto">
          <a:xfrm>
            <a:off x="8418513" y="5408613"/>
            <a:ext cx="17462" cy="20637"/>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2368" name="Rectangle 80">
            <a:extLst>
              <a:ext uri="{FF2B5EF4-FFF2-40B4-BE49-F238E27FC236}">
                <a16:creationId xmlns:a16="http://schemas.microsoft.com/office/drawing/2014/main" id="{16966B1E-3F5B-B3EF-77FD-5369E5A85CF5}"/>
              </a:ext>
            </a:extLst>
          </p:cNvPr>
          <p:cNvSpPr>
            <a:spLocks noChangeArrowheads="1"/>
          </p:cNvSpPr>
          <p:nvPr/>
        </p:nvSpPr>
        <p:spPr bwMode="auto">
          <a:xfrm>
            <a:off x="5227638" y="4910138"/>
            <a:ext cx="1846262"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b="0" i="0">
                <a:solidFill>
                  <a:schemeClr val="bg2"/>
                </a:solidFill>
              </a:rPr>
              <a:t>35 ve &lt; 45</a:t>
            </a:r>
          </a:p>
        </p:txBody>
      </p:sp>
      <p:sp>
        <p:nvSpPr>
          <p:cNvPr id="12369" name="Rectangle 81">
            <a:extLst>
              <a:ext uri="{FF2B5EF4-FFF2-40B4-BE49-F238E27FC236}">
                <a16:creationId xmlns:a16="http://schemas.microsoft.com/office/drawing/2014/main" id="{F9E4C0E3-C4CE-41A4-92EB-05D91CD997DF}"/>
              </a:ext>
            </a:extLst>
          </p:cNvPr>
          <p:cNvSpPr>
            <a:spLocks noChangeArrowheads="1"/>
          </p:cNvSpPr>
          <p:nvPr/>
        </p:nvSpPr>
        <p:spPr bwMode="auto">
          <a:xfrm>
            <a:off x="7464425" y="4910138"/>
            <a:ext cx="8255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600" b="0" i="0">
                <a:solidFill>
                  <a:schemeClr val="bg2"/>
                </a:solidFill>
              </a:rPr>
              <a:t>20.0</a:t>
            </a:r>
          </a:p>
        </p:txBody>
      </p:sp>
      <p:sp>
        <p:nvSpPr>
          <p:cNvPr id="61521"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wipe(left)">
                                      <p:cBhvr>
                                        <p:cTn id="7" dur="500"/>
                                        <p:tgtEl>
                                          <p:spTgt spid="122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303"/>
                                        </p:tgtEl>
                                        <p:attrNameLst>
                                          <p:attrName>style.visibility</p:attrName>
                                        </p:attrNameLst>
                                      </p:cBhvr>
                                      <p:to>
                                        <p:strVal val="visible"/>
                                      </p:to>
                                    </p:set>
                                    <p:animEffect transition="in" filter="wipe(left)">
                                      <p:cBhvr>
                                        <p:cTn id="12" dur="500"/>
                                        <p:tgtEl>
                                          <p:spTgt spid="12303"/>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2315"/>
                                        </p:tgtEl>
                                        <p:attrNameLst>
                                          <p:attrName>style.visibility</p:attrName>
                                        </p:attrNameLst>
                                      </p:cBhvr>
                                      <p:to>
                                        <p:strVal val="visible"/>
                                      </p:to>
                                    </p:set>
                                    <p:animEffect transition="in" filter="wipe(left)">
                                      <p:cBhvr>
                                        <p:cTn id="16" dur="500"/>
                                        <p:tgtEl>
                                          <p:spTgt spid="12315"/>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2319"/>
                                        </p:tgtEl>
                                        <p:attrNameLst>
                                          <p:attrName>style.visibility</p:attrName>
                                        </p:attrNameLst>
                                      </p:cBhvr>
                                      <p:to>
                                        <p:strVal val="visible"/>
                                      </p:to>
                                    </p:set>
                                    <p:animEffect transition="in" filter="wipe(left)">
                                      <p:cBhvr>
                                        <p:cTn id="20" dur="500"/>
                                        <p:tgtEl>
                                          <p:spTgt spid="12319"/>
                                        </p:tgtEl>
                                      </p:cBhvr>
                                    </p:animEffect>
                                  </p:childTnLst>
                                </p:cTn>
                              </p:par>
                            </p:childTnLst>
                          </p:cTn>
                        </p:par>
                        <p:par>
                          <p:cTn id="21" fill="hold" nodeType="afterGroup">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2330"/>
                                        </p:tgtEl>
                                        <p:attrNameLst>
                                          <p:attrName>style.visibility</p:attrName>
                                        </p:attrNameLst>
                                      </p:cBhvr>
                                      <p:to>
                                        <p:strVal val="visible"/>
                                      </p:to>
                                    </p:set>
                                    <p:animEffect transition="in" filter="wipe(left)">
                                      <p:cBhvr>
                                        <p:cTn id="24" dur="500"/>
                                        <p:tgtEl>
                                          <p:spTgt spid="1233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2304"/>
                                        </p:tgtEl>
                                        <p:attrNameLst>
                                          <p:attrName>style.visibility</p:attrName>
                                        </p:attrNameLst>
                                      </p:cBhvr>
                                      <p:to>
                                        <p:strVal val="visible"/>
                                      </p:to>
                                    </p:set>
                                    <p:animEffect transition="in" filter="wipe(left)">
                                      <p:cBhvr>
                                        <p:cTn id="29" dur="500"/>
                                        <p:tgtEl>
                                          <p:spTgt spid="12304"/>
                                        </p:tgtEl>
                                      </p:cBhvr>
                                    </p:animEffect>
                                  </p:childTnLst>
                                </p:cTn>
                              </p:par>
                            </p:childTnLst>
                          </p:cTn>
                        </p:par>
                        <p:par>
                          <p:cTn id="30" fill="hold" nodeType="afterGroup">
                            <p:stCondLst>
                              <p:cond delay="500"/>
                            </p:stCondLst>
                            <p:childTnLst>
                              <p:par>
                                <p:cTn id="31" presetID="22" presetClass="entr" presetSubtype="4" fill="hold" grpId="0" nodeType="afterEffect">
                                  <p:stCondLst>
                                    <p:cond delay="0"/>
                                  </p:stCondLst>
                                  <p:childTnLst>
                                    <p:set>
                                      <p:cBhvr>
                                        <p:cTn id="32" dur="1" fill="hold">
                                          <p:stCondLst>
                                            <p:cond delay="0"/>
                                          </p:stCondLst>
                                        </p:cTn>
                                        <p:tgtEl>
                                          <p:spTgt spid="12316"/>
                                        </p:tgtEl>
                                        <p:attrNameLst>
                                          <p:attrName>style.visibility</p:attrName>
                                        </p:attrNameLst>
                                      </p:cBhvr>
                                      <p:to>
                                        <p:strVal val="visible"/>
                                      </p:to>
                                    </p:set>
                                    <p:animEffect transition="in" filter="wipe(down)">
                                      <p:cBhvr>
                                        <p:cTn id="33" dur="500"/>
                                        <p:tgtEl>
                                          <p:spTgt spid="12316"/>
                                        </p:tgtEl>
                                      </p:cBhvr>
                                    </p:animEffect>
                                  </p:childTnLst>
                                </p:cTn>
                              </p:par>
                            </p:childTnLst>
                          </p:cTn>
                        </p:par>
                        <p:par>
                          <p:cTn id="34" fill="hold" nodeType="afterGroup">
                            <p:stCondLst>
                              <p:cond delay="1000"/>
                            </p:stCondLst>
                            <p:childTnLst>
                              <p:par>
                                <p:cTn id="35" presetID="22" presetClass="entr" presetSubtype="4" fill="hold" grpId="0" nodeType="afterEffect">
                                  <p:stCondLst>
                                    <p:cond delay="0"/>
                                  </p:stCondLst>
                                  <p:childTnLst>
                                    <p:set>
                                      <p:cBhvr>
                                        <p:cTn id="36" dur="1" fill="hold">
                                          <p:stCondLst>
                                            <p:cond delay="0"/>
                                          </p:stCondLst>
                                        </p:cTn>
                                        <p:tgtEl>
                                          <p:spTgt spid="12320"/>
                                        </p:tgtEl>
                                        <p:attrNameLst>
                                          <p:attrName>style.visibility</p:attrName>
                                        </p:attrNameLst>
                                      </p:cBhvr>
                                      <p:to>
                                        <p:strVal val="visible"/>
                                      </p:to>
                                    </p:set>
                                    <p:animEffect transition="in" filter="wipe(down)">
                                      <p:cBhvr>
                                        <p:cTn id="37" dur="500"/>
                                        <p:tgtEl>
                                          <p:spTgt spid="12320"/>
                                        </p:tgtEl>
                                      </p:cBhvr>
                                    </p:animEffect>
                                  </p:childTnLst>
                                </p:cTn>
                              </p:par>
                            </p:childTnLst>
                          </p:cTn>
                        </p:par>
                        <p:par>
                          <p:cTn id="38" fill="hold" nodeType="afterGroup">
                            <p:stCondLst>
                              <p:cond delay="1500"/>
                            </p:stCondLst>
                            <p:childTnLst>
                              <p:par>
                                <p:cTn id="39" presetID="22" presetClass="entr" presetSubtype="4" fill="hold" grpId="0" nodeType="afterEffect">
                                  <p:stCondLst>
                                    <p:cond delay="0"/>
                                  </p:stCondLst>
                                  <p:childTnLst>
                                    <p:set>
                                      <p:cBhvr>
                                        <p:cTn id="40" dur="1" fill="hold">
                                          <p:stCondLst>
                                            <p:cond delay="0"/>
                                          </p:stCondLst>
                                        </p:cTn>
                                        <p:tgtEl>
                                          <p:spTgt spid="12331"/>
                                        </p:tgtEl>
                                        <p:attrNameLst>
                                          <p:attrName>style.visibility</p:attrName>
                                        </p:attrNameLst>
                                      </p:cBhvr>
                                      <p:to>
                                        <p:strVal val="visible"/>
                                      </p:to>
                                    </p:set>
                                    <p:animEffect transition="in" filter="wipe(down)">
                                      <p:cBhvr>
                                        <p:cTn id="41" dur="500"/>
                                        <p:tgtEl>
                                          <p:spTgt spid="1233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2291"/>
                                        </p:tgtEl>
                                        <p:attrNameLst>
                                          <p:attrName>style.visibility</p:attrName>
                                        </p:attrNameLst>
                                      </p:cBhvr>
                                      <p:to>
                                        <p:strVal val="visible"/>
                                      </p:to>
                                    </p:set>
                                    <p:animEffect transition="in" filter="wipe(left)">
                                      <p:cBhvr>
                                        <p:cTn id="46" dur="500"/>
                                        <p:tgtEl>
                                          <p:spTgt spid="1229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2341"/>
                                        </p:tgtEl>
                                        <p:attrNameLst>
                                          <p:attrName>style.visibility</p:attrName>
                                        </p:attrNameLst>
                                      </p:cBhvr>
                                      <p:to>
                                        <p:strVal val="visible"/>
                                      </p:to>
                                    </p:set>
                                    <p:animEffect transition="in" filter="wipe(left)">
                                      <p:cBhvr>
                                        <p:cTn id="51" dur="500"/>
                                        <p:tgtEl>
                                          <p:spTgt spid="12341"/>
                                        </p:tgtEl>
                                      </p:cBhvr>
                                    </p:animEffect>
                                  </p:childTnLst>
                                </p:cTn>
                              </p:par>
                            </p:childTnLst>
                          </p:cTn>
                        </p:par>
                        <p:par>
                          <p:cTn id="52" fill="hold" nodeType="afterGroup">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12353"/>
                                        </p:tgtEl>
                                        <p:attrNameLst>
                                          <p:attrName>style.visibility</p:attrName>
                                        </p:attrNameLst>
                                      </p:cBhvr>
                                      <p:to>
                                        <p:strVal val="visible"/>
                                      </p:to>
                                    </p:set>
                                    <p:animEffect transition="in" filter="wipe(left)">
                                      <p:cBhvr>
                                        <p:cTn id="55" dur="500"/>
                                        <p:tgtEl>
                                          <p:spTgt spid="12353"/>
                                        </p:tgtEl>
                                      </p:cBhvr>
                                    </p:animEffect>
                                  </p:childTnLst>
                                </p:cTn>
                              </p:par>
                            </p:childTnLst>
                          </p:cTn>
                        </p:par>
                        <p:par>
                          <p:cTn id="56" fill="hold" nodeType="afterGroup">
                            <p:stCondLst>
                              <p:cond delay="1000"/>
                            </p:stCondLst>
                            <p:childTnLst>
                              <p:par>
                                <p:cTn id="57" presetID="22" presetClass="entr" presetSubtype="8" fill="hold" grpId="0" nodeType="afterEffect">
                                  <p:stCondLst>
                                    <p:cond delay="0"/>
                                  </p:stCondLst>
                                  <p:childTnLst>
                                    <p:set>
                                      <p:cBhvr>
                                        <p:cTn id="58" dur="1" fill="hold">
                                          <p:stCondLst>
                                            <p:cond delay="0"/>
                                          </p:stCondLst>
                                        </p:cTn>
                                        <p:tgtEl>
                                          <p:spTgt spid="12357"/>
                                        </p:tgtEl>
                                        <p:attrNameLst>
                                          <p:attrName>style.visibility</p:attrName>
                                        </p:attrNameLst>
                                      </p:cBhvr>
                                      <p:to>
                                        <p:strVal val="visible"/>
                                      </p:to>
                                    </p:set>
                                    <p:animEffect transition="in" filter="wipe(left)">
                                      <p:cBhvr>
                                        <p:cTn id="59" dur="500"/>
                                        <p:tgtEl>
                                          <p:spTgt spid="12357"/>
                                        </p:tgtEl>
                                      </p:cBhvr>
                                    </p:animEffect>
                                  </p:childTnLst>
                                </p:cTn>
                              </p:par>
                            </p:childTnLst>
                          </p:cTn>
                        </p:par>
                        <p:par>
                          <p:cTn id="60" fill="hold" nodeType="afterGroup">
                            <p:stCondLst>
                              <p:cond delay="1500"/>
                            </p:stCondLst>
                            <p:childTnLst>
                              <p:par>
                                <p:cTn id="61" presetID="22" presetClass="entr" presetSubtype="8" fill="hold" grpId="0" nodeType="afterEffect">
                                  <p:stCondLst>
                                    <p:cond delay="0"/>
                                  </p:stCondLst>
                                  <p:childTnLst>
                                    <p:set>
                                      <p:cBhvr>
                                        <p:cTn id="62" dur="1" fill="hold">
                                          <p:stCondLst>
                                            <p:cond delay="0"/>
                                          </p:stCondLst>
                                        </p:cTn>
                                        <p:tgtEl>
                                          <p:spTgt spid="12368"/>
                                        </p:tgtEl>
                                        <p:attrNameLst>
                                          <p:attrName>style.visibility</p:attrName>
                                        </p:attrNameLst>
                                      </p:cBhvr>
                                      <p:to>
                                        <p:strVal val="visible"/>
                                      </p:to>
                                    </p:set>
                                    <p:animEffect transition="in" filter="wipe(left)">
                                      <p:cBhvr>
                                        <p:cTn id="63" dur="500"/>
                                        <p:tgtEl>
                                          <p:spTgt spid="1236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12342"/>
                                        </p:tgtEl>
                                        <p:attrNameLst>
                                          <p:attrName>style.visibility</p:attrName>
                                        </p:attrNameLst>
                                      </p:cBhvr>
                                      <p:to>
                                        <p:strVal val="visible"/>
                                      </p:to>
                                    </p:set>
                                    <p:animEffect transition="in" filter="wipe(down)">
                                      <p:cBhvr>
                                        <p:cTn id="68" dur="500"/>
                                        <p:tgtEl>
                                          <p:spTgt spid="12342"/>
                                        </p:tgtEl>
                                      </p:cBhvr>
                                    </p:animEffect>
                                  </p:childTnLst>
                                </p:cTn>
                              </p:par>
                            </p:childTnLst>
                          </p:cTn>
                        </p:par>
                        <p:par>
                          <p:cTn id="69" fill="hold" nodeType="afterGroup">
                            <p:stCondLst>
                              <p:cond delay="500"/>
                            </p:stCondLst>
                            <p:childTnLst>
                              <p:par>
                                <p:cTn id="70" presetID="22" presetClass="entr" presetSubtype="4" fill="hold" grpId="0" nodeType="afterEffect">
                                  <p:stCondLst>
                                    <p:cond delay="0"/>
                                  </p:stCondLst>
                                  <p:childTnLst>
                                    <p:set>
                                      <p:cBhvr>
                                        <p:cTn id="71" dur="1" fill="hold">
                                          <p:stCondLst>
                                            <p:cond delay="0"/>
                                          </p:stCondLst>
                                        </p:cTn>
                                        <p:tgtEl>
                                          <p:spTgt spid="12354"/>
                                        </p:tgtEl>
                                        <p:attrNameLst>
                                          <p:attrName>style.visibility</p:attrName>
                                        </p:attrNameLst>
                                      </p:cBhvr>
                                      <p:to>
                                        <p:strVal val="visible"/>
                                      </p:to>
                                    </p:set>
                                    <p:animEffect transition="in" filter="wipe(down)">
                                      <p:cBhvr>
                                        <p:cTn id="72" dur="500"/>
                                        <p:tgtEl>
                                          <p:spTgt spid="12354"/>
                                        </p:tgtEl>
                                      </p:cBhvr>
                                    </p:animEffect>
                                  </p:childTnLst>
                                </p:cTn>
                              </p:par>
                            </p:childTnLst>
                          </p:cTn>
                        </p:par>
                        <p:par>
                          <p:cTn id="73" fill="hold" nodeType="afterGroup">
                            <p:stCondLst>
                              <p:cond delay="1000"/>
                            </p:stCondLst>
                            <p:childTnLst>
                              <p:par>
                                <p:cTn id="74" presetID="22" presetClass="entr" presetSubtype="4" fill="hold" grpId="0" nodeType="afterEffect">
                                  <p:stCondLst>
                                    <p:cond delay="0"/>
                                  </p:stCondLst>
                                  <p:childTnLst>
                                    <p:set>
                                      <p:cBhvr>
                                        <p:cTn id="75" dur="1" fill="hold">
                                          <p:stCondLst>
                                            <p:cond delay="0"/>
                                          </p:stCondLst>
                                        </p:cTn>
                                        <p:tgtEl>
                                          <p:spTgt spid="12358"/>
                                        </p:tgtEl>
                                        <p:attrNameLst>
                                          <p:attrName>style.visibility</p:attrName>
                                        </p:attrNameLst>
                                      </p:cBhvr>
                                      <p:to>
                                        <p:strVal val="visible"/>
                                      </p:to>
                                    </p:set>
                                    <p:animEffect transition="in" filter="wipe(down)">
                                      <p:cBhvr>
                                        <p:cTn id="76" dur="500"/>
                                        <p:tgtEl>
                                          <p:spTgt spid="12358"/>
                                        </p:tgtEl>
                                      </p:cBhvr>
                                    </p:animEffect>
                                  </p:childTnLst>
                                </p:cTn>
                              </p:par>
                            </p:childTnLst>
                          </p:cTn>
                        </p:par>
                        <p:par>
                          <p:cTn id="77" fill="hold" nodeType="afterGroup">
                            <p:stCondLst>
                              <p:cond delay="1500"/>
                            </p:stCondLst>
                            <p:childTnLst>
                              <p:par>
                                <p:cTn id="78" presetID="22" presetClass="entr" presetSubtype="4" fill="hold" grpId="0" nodeType="afterEffect">
                                  <p:stCondLst>
                                    <p:cond delay="0"/>
                                  </p:stCondLst>
                                  <p:childTnLst>
                                    <p:set>
                                      <p:cBhvr>
                                        <p:cTn id="79" dur="1" fill="hold">
                                          <p:stCondLst>
                                            <p:cond delay="0"/>
                                          </p:stCondLst>
                                        </p:cTn>
                                        <p:tgtEl>
                                          <p:spTgt spid="12369"/>
                                        </p:tgtEl>
                                        <p:attrNameLst>
                                          <p:attrName>style.visibility</p:attrName>
                                        </p:attrNameLst>
                                      </p:cBhvr>
                                      <p:to>
                                        <p:strVal val="visible"/>
                                      </p:to>
                                    </p:set>
                                    <p:animEffect transition="in" filter="wipe(down)">
                                      <p:cBhvr>
                                        <p:cTn id="80" dur="500"/>
                                        <p:tgtEl>
                                          <p:spTgt spid="12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P spid="12293" grpId="0"/>
      <p:bldP spid="12303" grpId="0"/>
      <p:bldP spid="12304" grpId="0"/>
      <p:bldP spid="12315" grpId="0"/>
      <p:bldP spid="12316" grpId="0"/>
      <p:bldP spid="12319" grpId="0"/>
      <p:bldP spid="12320" grpId="0"/>
      <p:bldP spid="12330" grpId="0"/>
      <p:bldP spid="12331" grpId="0"/>
      <p:bldP spid="12341" grpId="0"/>
      <p:bldP spid="12342" grpId="0"/>
      <p:bldP spid="12353" grpId="0"/>
      <p:bldP spid="12354" grpId="0"/>
      <p:bldP spid="12357" grpId="0"/>
      <p:bldP spid="12358" grpId="0"/>
      <p:bldP spid="12368" grpId="0"/>
      <p:bldP spid="1236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3 Slayt Numarası Yer Tutucusu">
            <a:extLst>
              <a:ext uri="{FF2B5EF4-FFF2-40B4-BE49-F238E27FC236}">
                <a16:creationId xmlns:a16="http://schemas.microsoft.com/office/drawing/2014/main" id="{A48B9A38-A9AF-E4AB-14F1-020E646EFC6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3C7F376-748C-4CB3-8691-830A1BE4C64B}" type="slidenum">
              <a:rPr lang="tr-TR" altLang="tr-TR" b="0" i="0"/>
              <a:pPr eaLnBrk="1" hangingPunct="1"/>
              <a:t>71</a:t>
            </a:fld>
            <a:endParaRPr lang="tr-TR" altLang="tr-TR" b="0" i="0"/>
          </a:p>
        </p:txBody>
      </p:sp>
      <p:sp>
        <p:nvSpPr>
          <p:cNvPr id="62467" name="4 Slayt Numarası Yer Tutucusu">
            <a:extLst>
              <a:ext uri="{FF2B5EF4-FFF2-40B4-BE49-F238E27FC236}">
                <a16:creationId xmlns:a16="http://schemas.microsoft.com/office/drawing/2014/main" id="{C3229CF3-8CE9-D120-C8EF-BA57899D6B1E}"/>
              </a:ext>
            </a:extLst>
          </p:cNvPr>
          <p:cNvSpPr txBox="1">
            <a:spLocks noGrp="1"/>
          </p:cNvSpPr>
          <p:nvPr/>
        </p:nvSpPr>
        <p:spPr bwMode="auto">
          <a:xfrm>
            <a:off x="6948488" y="6248400"/>
            <a:ext cx="1738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r" eaLnBrk="1" hangingPunct="1"/>
            <a:r>
              <a:rPr lang="tr-TR" altLang="tr-TR" sz="1400" b="0" i="0">
                <a:latin typeface="Arial Black" panose="020B0A04020102020204" pitchFamily="34" charset="0"/>
              </a:rPr>
              <a:t>DERS I - </a:t>
            </a:r>
            <a:fld id="{EDD5E54D-8391-4CF8-BF44-E00E60E79F71}" type="slidenum">
              <a:rPr lang="tr-TR" altLang="tr-TR" sz="1400" b="0" i="0">
                <a:latin typeface="Arial Black" panose="020B0A04020102020204" pitchFamily="34" charset="0"/>
              </a:rPr>
              <a:pPr algn="r" eaLnBrk="1" hangingPunct="1"/>
              <a:t>71</a:t>
            </a:fld>
            <a:r>
              <a:rPr lang="tr-TR" altLang="tr-TR" sz="1400" b="0" i="0">
                <a:latin typeface="Arial Black" panose="020B0A04020102020204" pitchFamily="34" charset="0"/>
              </a:rPr>
              <a:t>/63</a:t>
            </a:r>
          </a:p>
        </p:txBody>
      </p:sp>
      <p:sp>
        <p:nvSpPr>
          <p:cNvPr id="62468" name="Rectangle 2">
            <a:extLst>
              <a:ext uri="{FF2B5EF4-FFF2-40B4-BE49-F238E27FC236}">
                <a16:creationId xmlns:a16="http://schemas.microsoft.com/office/drawing/2014/main" id="{730DA1B2-9E21-5249-E1F3-6073F64D07A3}"/>
              </a:ext>
            </a:extLst>
          </p:cNvPr>
          <p:cNvSpPr>
            <a:spLocks noGrp="1" noChangeArrowheads="1"/>
          </p:cNvSpPr>
          <p:nvPr>
            <p:ph type="title" idx="4294967295"/>
          </p:nvPr>
        </p:nvSpPr>
        <p:spPr>
          <a:xfrm>
            <a:off x="250825" y="188913"/>
            <a:ext cx="8435975" cy="1008062"/>
          </a:xfrm>
          <a:noFill/>
        </p:spPr>
        <p:txBody>
          <a:bodyPr lIns="90488" tIns="44450" rIns="90488" bIns="44450" anchorCtr="1"/>
          <a:lstStyle/>
          <a:p>
            <a:pPr eaLnBrk="1" hangingPunct="1">
              <a:lnSpc>
                <a:spcPct val="95000"/>
              </a:lnSpc>
            </a:pPr>
            <a:r>
              <a:rPr lang="tr-TR" altLang="tr-TR" sz="3600" dirty="0">
                <a:solidFill>
                  <a:srgbClr val="00B050"/>
                </a:solidFill>
              </a:rPr>
              <a:t>Frekans Dağılımı Tablosunun Adımları </a:t>
            </a:r>
          </a:p>
        </p:txBody>
      </p:sp>
      <p:sp>
        <p:nvSpPr>
          <p:cNvPr id="8195" name="Rectangle 3">
            <a:extLst>
              <a:ext uri="{FF2B5EF4-FFF2-40B4-BE49-F238E27FC236}">
                <a16:creationId xmlns:a16="http://schemas.microsoft.com/office/drawing/2014/main" id="{AD7F5668-7E6C-5038-D631-2A9B0E868CDF}"/>
              </a:ext>
            </a:extLst>
          </p:cNvPr>
          <p:cNvSpPr>
            <a:spLocks noGrp="1" noChangeArrowheads="1"/>
          </p:cNvSpPr>
          <p:nvPr>
            <p:ph type="body" idx="4294967295"/>
          </p:nvPr>
        </p:nvSpPr>
        <p:spPr>
          <a:xfrm>
            <a:off x="395288" y="1196975"/>
            <a:ext cx="8534400" cy="5256213"/>
          </a:xfrm>
          <a:noFill/>
        </p:spPr>
        <p:txBody>
          <a:bodyPr lIns="90488" tIns="44450" rIns="90488" bIns="44450"/>
          <a:lstStyle/>
          <a:p>
            <a:pPr marL="571500" indent="-571500" eaLnBrk="1" hangingPunct="1"/>
            <a:r>
              <a:rPr lang="tr-TR" altLang="tr-TR" sz="2400"/>
              <a:t>1.	Aralığın Belirlenmesi</a:t>
            </a:r>
          </a:p>
          <a:p>
            <a:pPr marL="571500" indent="-571500" eaLnBrk="1" hangingPunct="1">
              <a:spcBef>
                <a:spcPct val="33000"/>
              </a:spcBef>
            </a:pPr>
            <a:r>
              <a:rPr lang="tr-TR" altLang="tr-TR" sz="2400"/>
              <a:t>2.	Sınıf Sayısının Seçilmesi</a:t>
            </a:r>
          </a:p>
          <a:p>
            <a:pPr marL="971550" lvl="1" eaLnBrk="1" hangingPunct="1">
              <a:buSzPct val="65000"/>
            </a:pPr>
            <a:r>
              <a:rPr lang="tr-TR" altLang="tr-TR" sz="2400" i="1"/>
              <a:t>Genelde</a:t>
            </a:r>
            <a:r>
              <a:rPr lang="tr-TR" altLang="tr-TR" sz="2400"/>
              <a:t> 5 &amp; 15 (hariç) aralığında</a:t>
            </a:r>
          </a:p>
          <a:p>
            <a:pPr marL="571500" indent="-571500" eaLnBrk="1" hangingPunct="1">
              <a:spcBef>
                <a:spcPct val="33000"/>
              </a:spcBef>
            </a:pPr>
            <a:r>
              <a:rPr lang="tr-TR" altLang="tr-TR" sz="2400"/>
              <a:t>3.	Sınıf Aralıklarının Hesaplanması (Genişlik):Bir sınıfın üst  ve alt sınırları arasındaki farka sınıf genişliği denir. </a:t>
            </a:r>
          </a:p>
          <a:p>
            <a:pPr marL="571500" indent="-571500" eaLnBrk="1" hangingPunct="1">
              <a:spcBef>
                <a:spcPct val="33000"/>
              </a:spcBef>
            </a:pPr>
            <a:r>
              <a:rPr lang="tr-TR" altLang="tr-TR" sz="2400"/>
              <a:t>4.	Sınıf Sınırlarının Belirlenmesi (Limitler):Her sınıfın alt ve üst değerleridir. </a:t>
            </a:r>
          </a:p>
          <a:p>
            <a:pPr marL="571500" indent="-571500" eaLnBrk="1" hangingPunct="1">
              <a:spcBef>
                <a:spcPct val="33000"/>
              </a:spcBef>
            </a:pPr>
            <a:r>
              <a:rPr lang="tr-TR" altLang="tr-TR" sz="2400"/>
              <a:t>5.	Sınıf Orta Noktalarının Belirlenmesi:Alt ve üst sınıf uçlarının toplanıp ikiye bölünmesidir.</a:t>
            </a:r>
          </a:p>
          <a:p>
            <a:pPr marL="571500" indent="-571500" eaLnBrk="1" hangingPunct="1">
              <a:spcBef>
                <a:spcPct val="33000"/>
              </a:spcBef>
            </a:pPr>
            <a:r>
              <a:rPr lang="tr-TR" altLang="tr-TR" sz="2400"/>
              <a:t>6.	Gözlemlerin Sayılması, Sınıflara İşlenmesi</a:t>
            </a:r>
          </a:p>
        </p:txBody>
      </p:sp>
      <p:sp>
        <p:nvSpPr>
          <p:cNvPr id="62469"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down)">
                                      <p:cBhvr>
                                        <p:cTn id="7" dur="500"/>
                                        <p:tgtEl>
                                          <p:spTgt spid="81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down)">
                                      <p:cBhvr>
                                        <p:cTn id="12" dur="500"/>
                                        <p:tgtEl>
                                          <p:spTgt spid="8195">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animEffect transition="in" filter="wipe(down)">
                                      <p:cBhvr>
                                        <p:cTn id="15" dur="500"/>
                                        <p:tgtEl>
                                          <p:spTgt spid="8195">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8195">
                                            <p:txEl>
                                              <p:pRg st="3" end="3"/>
                                            </p:txEl>
                                          </p:spTgt>
                                        </p:tgtEl>
                                        <p:attrNameLst>
                                          <p:attrName>style.visibility</p:attrName>
                                        </p:attrNameLst>
                                      </p:cBhvr>
                                      <p:to>
                                        <p:strVal val="visible"/>
                                      </p:to>
                                    </p:set>
                                    <p:animEffect transition="in" filter="wipe(down)">
                                      <p:cBhvr>
                                        <p:cTn id="20" dur="500"/>
                                        <p:tgtEl>
                                          <p:spTgt spid="8195">
                                            <p:txEl>
                                              <p:pRg st="3" end="3"/>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8195">
                                            <p:txEl>
                                              <p:pRg st="4" end="4"/>
                                            </p:txEl>
                                          </p:spTgt>
                                        </p:tgtEl>
                                        <p:attrNameLst>
                                          <p:attrName>style.visibility</p:attrName>
                                        </p:attrNameLst>
                                      </p:cBhvr>
                                      <p:to>
                                        <p:strVal val="visible"/>
                                      </p:to>
                                    </p:set>
                                    <p:animEffect transition="in" filter="wipe(down)">
                                      <p:cBhvr>
                                        <p:cTn id="25" dur="500"/>
                                        <p:tgtEl>
                                          <p:spTgt spid="8195">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8195">
                                            <p:txEl>
                                              <p:pRg st="5" end="5"/>
                                            </p:txEl>
                                          </p:spTgt>
                                        </p:tgtEl>
                                        <p:attrNameLst>
                                          <p:attrName>style.visibility</p:attrName>
                                        </p:attrNameLst>
                                      </p:cBhvr>
                                      <p:to>
                                        <p:strVal val="visible"/>
                                      </p:to>
                                    </p:set>
                                    <p:animEffect transition="in" filter="wipe(down)">
                                      <p:cBhvr>
                                        <p:cTn id="30" dur="500"/>
                                        <p:tgtEl>
                                          <p:spTgt spid="8195">
                                            <p:txEl>
                                              <p:pRg st="5" end="5"/>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8195">
                                            <p:txEl>
                                              <p:pRg st="6" end="6"/>
                                            </p:txEl>
                                          </p:spTgt>
                                        </p:tgtEl>
                                        <p:attrNameLst>
                                          <p:attrName>style.visibility</p:attrName>
                                        </p:attrNameLst>
                                      </p:cBhvr>
                                      <p:to>
                                        <p:strVal val="visible"/>
                                      </p:to>
                                    </p:set>
                                    <p:animEffect transition="in" filter="wipe(down)">
                                      <p:cBhvr>
                                        <p:cTn id="35" dur="5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3 Slayt Numarası Yer Tutucusu">
            <a:extLst>
              <a:ext uri="{FF2B5EF4-FFF2-40B4-BE49-F238E27FC236}">
                <a16:creationId xmlns:a16="http://schemas.microsoft.com/office/drawing/2014/main" id="{01C2EF6A-7E12-2271-D19F-DC160E08399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D996BE95-6ECF-4C50-AFDC-F24152D53E0B}" type="slidenum">
              <a:rPr lang="tr-TR" altLang="tr-TR" b="0" i="0"/>
              <a:pPr eaLnBrk="1" hangingPunct="1"/>
              <a:t>72</a:t>
            </a:fld>
            <a:endParaRPr lang="tr-TR" altLang="tr-TR" b="0" i="0"/>
          </a:p>
        </p:txBody>
      </p:sp>
      <p:sp>
        <p:nvSpPr>
          <p:cNvPr id="9220" name="4 Slayt Numarası Yer Tutucusu">
            <a:extLst>
              <a:ext uri="{FF2B5EF4-FFF2-40B4-BE49-F238E27FC236}">
                <a16:creationId xmlns:a16="http://schemas.microsoft.com/office/drawing/2014/main" id="{D4BC81A2-6D22-3BE5-5F40-FB3B2690A774}"/>
              </a:ext>
            </a:extLst>
          </p:cNvPr>
          <p:cNvSpPr txBox="1">
            <a:spLocks noGrp="1"/>
          </p:cNvSpPr>
          <p:nvPr/>
        </p:nvSpPr>
        <p:spPr bwMode="auto">
          <a:xfrm>
            <a:off x="6948488" y="6248400"/>
            <a:ext cx="1738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r" eaLnBrk="1" hangingPunct="1"/>
            <a:r>
              <a:rPr lang="tr-TR" altLang="tr-TR" sz="1400" b="0" i="0">
                <a:latin typeface="Arial Black" panose="020B0A04020102020204" pitchFamily="34" charset="0"/>
              </a:rPr>
              <a:t>DERS I - </a:t>
            </a:r>
            <a:fld id="{87BC42D2-7059-4720-86BD-299B0E8DC59D}" type="slidenum">
              <a:rPr lang="tr-TR" altLang="tr-TR" sz="1400" b="0" i="0">
                <a:latin typeface="Arial Black" panose="020B0A04020102020204" pitchFamily="34" charset="0"/>
              </a:rPr>
              <a:pPr algn="r" eaLnBrk="1" hangingPunct="1"/>
              <a:t>72</a:t>
            </a:fld>
            <a:r>
              <a:rPr lang="tr-TR" altLang="tr-TR" sz="1400" b="0" i="0">
                <a:latin typeface="Arial Black" panose="020B0A04020102020204" pitchFamily="34" charset="0"/>
              </a:rPr>
              <a:t>/63</a:t>
            </a:r>
          </a:p>
        </p:txBody>
      </p:sp>
      <p:sp>
        <p:nvSpPr>
          <p:cNvPr id="9221" name="Rectangle 2">
            <a:extLst>
              <a:ext uri="{FF2B5EF4-FFF2-40B4-BE49-F238E27FC236}">
                <a16:creationId xmlns:a16="http://schemas.microsoft.com/office/drawing/2014/main" id="{94E089E7-2CA2-F01B-A357-E2923E76B21C}"/>
              </a:ext>
            </a:extLst>
          </p:cNvPr>
          <p:cNvSpPr>
            <a:spLocks noGrp="1" noChangeArrowheads="1"/>
          </p:cNvSpPr>
          <p:nvPr>
            <p:ph type="title" idx="4294967295"/>
          </p:nvPr>
        </p:nvSpPr>
        <p:spPr>
          <a:xfrm>
            <a:off x="0" y="457200"/>
            <a:ext cx="8686800" cy="1100138"/>
          </a:xfrm>
          <a:noFill/>
        </p:spPr>
        <p:txBody>
          <a:bodyPr lIns="90488" tIns="44450" rIns="90488" bIns="44450" anchorCtr="1"/>
          <a:lstStyle/>
          <a:p>
            <a:pPr eaLnBrk="1" hangingPunct="1">
              <a:lnSpc>
                <a:spcPct val="95000"/>
              </a:lnSpc>
            </a:pPr>
            <a:r>
              <a:rPr lang="tr-TR" altLang="tr-TR" sz="4000" dirty="0">
                <a:solidFill>
                  <a:srgbClr val="00B050"/>
                </a:solidFill>
              </a:rPr>
              <a:t>Frekans Dağılımı Tablosu Örneği</a:t>
            </a:r>
          </a:p>
        </p:txBody>
      </p:sp>
      <p:sp>
        <p:nvSpPr>
          <p:cNvPr id="10243" name="Rectangle 3">
            <a:extLst>
              <a:ext uri="{FF2B5EF4-FFF2-40B4-BE49-F238E27FC236}">
                <a16:creationId xmlns:a16="http://schemas.microsoft.com/office/drawing/2014/main" id="{3121FBF5-A208-C3C3-A5E8-49C352B6E57C}"/>
              </a:ext>
            </a:extLst>
          </p:cNvPr>
          <p:cNvSpPr>
            <a:spLocks noChangeArrowheads="1"/>
          </p:cNvSpPr>
          <p:nvPr/>
        </p:nvSpPr>
        <p:spPr bwMode="auto">
          <a:xfrm>
            <a:off x="468313" y="1773238"/>
            <a:ext cx="8153400"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2800" b="0" i="0">
                <a:solidFill>
                  <a:schemeClr val="bg2"/>
                </a:solidFill>
              </a:rPr>
              <a:t>Ham Veriler</a:t>
            </a:r>
            <a:r>
              <a:rPr lang="tr-TR" altLang="tr-TR" sz="2800" b="0" i="0">
                <a:solidFill>
                  <a:srgbClr val="FCFEB9"/>
                </a:solidFill>
              </a:rPr>
              <a:t> </a:t>
            </a:r>
            <a:r>
              <a:rPr lang="tr-TR" altLang="tr-TR" sz="2800" b="0" i="0">
                <a:solidFill>
                  <a:schemeClr val="tx2"/>
                </a:solidFill>
              </a:rPr>
              <a:t>24</a:t>
            </a:r>
            <a:r>
              <a:rPr lang="tr-TR" altLang="tr-TR" sz="2800" b="0" i="0">
                <a:solidFill>
                  <a:srgbClr val="FCFEB9"/>
                </a:solidFill>
              </a:rPr>
              <a:t>, </a:t>
            </a:r>
            <a:r>
              <a:rPr lang="tr-TR" altLang="tr-TR" sz="2800" b="0" i="0">
                <a:solidFill>
                  <a:schemeClr val="folHlink"/>
                </a:solidFill>
              </a:rPr>
              <a:t>26</a:t>
            </a:r>
            <a:r>
              <a:rPr lang="tr-TR" altLang="tr-TR" sz="2800" b="0" i="0">
                <a:solidFill>
                  <a:srgbClr val="FCFEB9"/>
                </a:solidFill>
              </a:rPr>
              <a:t>, </a:t>
            </a:r>
            <a:r>
              <a:rPr lang="tr-TR" altLang="tr-TR" sz="2800" b="0" i="0">
                <a:solidFill>
                  <a:schemeClr val="tx2"/>
                </a:solidFill>
              </a:rPr>
              <a:t>24</a:t>
            </a:r>
            <a:r>
              <a:rPr lang="tr-TR" altLang="tr-TR" sz="2800" b="0" i="0">
                <a:solidFill>
                  <a:srgbClr val="FCFEB9"/>
                </a:solidFill>
              </a:rPr>
              <a:t>, </a:t>
            </a:r>
            <a:r>
              <a:rPr lang="tr-TR" altLang="tr-TR" sz="2800" b="0" i="0">
                <a:solidFill>
                  <a:schemeClr val="tx2"/>
                </a:solidFill>
              </a:rPr>
              <a:t>21</a:t>
            </a:r>
            <a:r>
              <a:rPr lang="tr-TR" altLang="tr-TR" sz="2800" b="0" i="0">
                <a:solidFill>
                  <a:srgbClr val="FCFEB9"/>
                </a:solidFill>
              </a:rPr>
              <a:t>, </a:t>
            </a:r>
            <a:r>
              <a:rPr lang="tr-TR" altLang="tr-TR" sz="2800" b="0" i="0">
                <a:solidFill>
                  <a:schemeClr val="folHlink"/>
                </a:solidFill>
              </a:rPr>
              <a:t>27</a:t>
            </a:r>
            <a:r>
              <a:rPr lang="tr-TR" altLang="tr-TR" sz="2800" b="0" i="0">
                <a:solidFill>
                  <a:srgbClr val="FCFEB9"/>
                </a:solidFill>
              </a:rPr>
              <a:t>, </a:t>
            </a:r>
            <a:r>
              <a:rPr lang="tr-TR" altLang="tr-TR" sz="2800" b="0" i="0">
                <a:solidFill>
                  <a:schemeClr val="folHlink"/>
                </a:solidFill>
              </a:rPr>
              <a:t>27</a:t>
            </a:r>
            <a:r>
              <a:rPr lang="tr-TR" altLang="tr-TR" sz="2800" b="0" i="0">
                <a:solidFill>
                  <a:srgbClr val="FCFEB9"/>
                </a:solidFill>
              </a:rPr>
              <a:t>, </a:t>
            </a:r>
            <a:r>
              <a:rPr lang="tr-TR" altLang="tr-TR" sz="2800" b="0" i="0">
                <a:solidFill>
                  <a:schemeClr val="folHlink"/>
                </a:solidFill>
              </a:rPr>
              <a:t>30</a:t>
            </a:r>
            <a:r>
              <a:rPr lang="tr-TR" altLang="tr-TR" sz="2800" b="0" i="0">
                <a:solidFill>
                  <a:srgbClr val="FCFEB9"/>
                </a:solidFill>
              </a:rPr>
              <a:t>, </a:t>
            </a:r>
            <a:r>
              <a:rPr lang="tr-TR" altLang="tr-TR" sz="2800" b="0" i="0">
                <a:solidFill>
                  <a:schemeClr val="hlink"/>
                </a:solidFill>
              </a:rPr>
              <a:t>41</a:t>
            </a:r>
            <a:r>
              <a:rPr lang="tr-TR" altLang="tr-TR" sz="2800" b="0" i="0">
                <a:solidFill>
                  <a:srgbClr val="FCFEB9"/>
                </a:solidFill>
              </a:rPr>
              <a:t>, </a:t>
            </a:r>
            <a:r>
              <a:rPr lang="tr-TR" altLang="tr-TR" sz="2800" b="0" i="0">
                <a:solidFill>
                  <a:schemeClr val="folHlink"/>
                </a:solidFill>
              </a:rPr>
              <a:t>32</a:t>
            </a:r>
            <a:r>
              <a:rPr lang="tr-TR" altLang="tr-TR" sz="2800" b="0" i="0">
                <a:solidFill>
                  <a:srgbClr val="FCFEB9"/>
                </a:solidFill>
              </a:rPr>
              <a:t>, </a:t>
            </a:r>
            <a:r>
              <a:rPr lang="tr-TR" altLang="tr-TR" sz="2800" b="0" i="0">
                <a:solidFill>
                  <a:schemeClr val="hlink"/>
                </a:solidFill>
              </a:rPr>
              <a:t>38</a:t>
            </a:r>
          </a:p>
        </p:txBody>
      </p:sp>
      <p:graphicFrame>
        <p:nvGraphicFramePr>
          <p:cNvPr id="10244" name="Object 4">
            <a:hlinkClick r:id="" action="ppaction://ole?verb=0"/>
            <a:extLst>
              <a:ext uri="{FF2B5EF4-FFF2-40B4-BE49-F238E27FC236}">
                <a16:creationId xmlns:a16="http://schemas.microsoft.com/office/drawing/2014/main" id="{E5F34D8A-6175-59F9-1723-BCB212B9BAE4}"/>
              </a:ext>
            </a:extLst>
          </p:cNvPr>
          <p:cNvGraphicFramePr>
            <a:graphicFrameLocks/>
          </p:cNvGraphicFramePr>
          <p:nvPr/>
        </p:nvGraphicFramePr>
        <p:xfrm>
          <a:off x="1163638" y="3548063"/>
          <a:ext cx="296862" cy="1425575"/>
        </p:xfrm>
        <a:graphic>
          <a:graphicData uri="http://schemas.openxmlformats.org/presentationml/2006/ole">
            <mc:AlternateContent xmlns:mc="http://schemas.openxmlformats.org/markup-compatibility/2006">
              <mc:Choice xmlns:v="urn:schemas-microsoft-com:vml" Requires="v">
                <p:oleObj name="Klip" r:id="rId3" imgW="295200" imgH="1423800" progId="MS_ClipArt_Gallery.2">
                  <p:embed/>
                </p:oleObj>
              </mc:Choice>
              <mc:Fallback>
                <p:oleObj name="Klip" r:id="rId3" imgW="295200" imgH="1423800" progId="MS_ClipArt_Gallery.2">
                  <p:embed/>
                  <p:pic>
                    <p:nvPicPr>
                      <p:cNvPr id="10244" name="Object 4">
                        <a:hlinkClick r:id="" action="ppaction://ole?verb=0"/>
                        <a:extLst>
                          <a:ext uri="{FF2B5EF4-FFF2-40B4-BE49-F238E27FC236}">
                            <a16:creationId xmlns:a16="http://schemas.microsoft.com/office/drawing/2014/main" id="{E5F34D8A-6175-59F9-1723-BCB212B9BAE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3638" y="3548063"/>
                        <a:ext cx="296862" cy="142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5" name="Rectangle 5">
            <a:extLst>
              <a:ext uri="{FF2B5EF4-FFF2-40B4-BE49-F238E27FC236}">
                <a16:creationId xmlns:a16="http://schemas.microsoft.com/office/drawing/2014/main" id="{E130194C-33BC-5342-B9D2-9633139B0905}"/>
              </a:ext>
            </a:extLst>
          </p:cNvPr>
          <p:cNvSpPr>
            <a:spLocks noChangeArrowheads="1"/>
          </p:cNvSpPr>
          <p:nvPr/>
        </p:nvSpPr>
        <p:spPr bwMode="auto">
          <a:xfrm>
            <a:off x="1524000" y="6019800"/>
            <a:ext cx="19018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spcBef>
                <a:spcPct val="50000"/>
              </a:spcBef>
            </a:pPr>
            <a:r>
              <a:rPr lang="tr-TR" altLang="tr-TR" sz="2400" b="0" i="0">
                <a:solidFill>
                  <a:schemeClr val="bg2"/>
                </a:solidFill>
              </a:rPr>
              <a:t>Sınırlar</a:t>
            </a:r>
          </a:p>
        </p:txBody>
      </p:sp>
      <p:sp>
        <p:nvSpPr>
          <p:cNvPr id="10246" name="Line 6">
            <a:extLst>
              <a:ext uri="{FF2B5EF4-FFF2-40B4-BE49-F238E27FC236}">
                <a16:creationId xmlns:a16="http://schemas.microsoft.com/office/drawing/2014/main" id="{5E341542-0E4F-E78D-9EBA-E5EB00AD5F38}"/>
              </a:ext>
            </a:extLst>
          </p:cNvPr>
          <p:cNvSpPr>
            <a:spLocks noChangeShapeType="1"/>
          </p:cNvSpPr>
          <p:nvPr/>
        </p:nvSpPr>
        <p:spPr bwMode="auto">
          <a:xfrm>
            <a:off x="1919288" y="5500688"/>
            <a:ext cx="277812" cy="430212"/>
          </a:xfrm>
          <a:prstGeom prst="line">
            <a:avLst/>
          </a:prstGeom>
          <a:noFill/>
          <a:ln w="12700">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tr-TR"/>
          </a:p>
        </p:txBody>
      </p:sp>
      <p:sp>
        <p:nvSpPr>
          <p:cNvPr id="10247" name="Line 7">
            <a:extLst>
              <a:ext uri="{FF2B5EF4-FFF2-40B4-BE49-F238E27FC236}">
                <a16:creationId xmlns:a16="http://schemas.microsoft.com/office/drawing/2014/main" id="{C7118370-4586-EBF4-597C-C4B4DC1A12D8}"/>
              </a:ext>
            </a:extLst>
          </p:cNvPr>
          <p:cNvSpPr>
            <a:spLocks noChangeShapeType="1"/>
          </p:cNvSpPr>
          <p:nvPr/>
        </p:nvSpPr>
        <p:spPr bwMode="auto">
          <a:xfrm flipV="1">
            <a:off x="2757488" y="5475288"/>
            <a:ext cx="354012" cy="481012"/>
          </a:xfrm>
          <a:prstGeom prst="line">
            <a:avLst/>
          </a:prstGeom>
          <a:noFill/>
          <a:ln w="127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10248" name="Rectangle 8">
            <a:extLst>
              <a:ext uri="{FF2B5EF4-FFF2-40B4-BE49-F238E27FC236}">
                <a16:creationId xmlns:a16="http://schemas.microsoft.com/office/drawing/2014/main" id="{F959DFD4-3C94-6C31-F51D-8E1542EF0FA5}"/>
              </a:ext>
            </a:extLst>
          </p:cNvPr>
          <p:cNvSpPr>
            <a:spLocks noChangeArrowheads="1"/>
          </p:cNvSpPr>
          <p:nvPr/>
        </p:nvSpPr>
        <p:spPr bwMode="auto">
          <a:xfrm>
            <a:off x="3886200" y="5867400"/>
            <a:ext cx="46450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spcBef>
                <a:spcPct val="50000"/>
              </a:spcBef>
            </a:pPr>
            <a:r>
              <a:rPr lang="tr-TR" altLang="tr-TR" sz="2400" b="0" i="0">
                <a:solidFill>
                  <a:schemeClr val="bg2"/>
                </a:solidFill>
              </a:rPr>
              <a:t>(Üst + Alt Sınırlar) / 2</a:t>
            </a:r>
          </a:p>
        </p:txBody>
      </p:sp>
      <p:sp>
        <p:nvSpPr>
          <p:cNvPr id="10249" name="Line 9">
            <a:extLst>
              <a:ext uri="{FF2B5EF4-FFF2-40B4-BE49-F238E27FC236}">
                <a16:creationId xmlns:a16="http://schemas.microsoft.com/office/drawing/2014/main" id="{E5ED5051-E6C1-6FAB-787C-44F5B7399EAE}"/>
              </a:ext>
            </a:extLst>
          </p:cNvPr>
          <p:cNvSpPr>
            <a:spLocks noChangeShapeType="1"/>
          </p:cNvSpPr>
          <p:nvPr/>
        </p:nvSpPr>
        <p:spPr bwMode="auto">
          <a:xfrm>
            <a:off x="4891088" y="5424488"/>
            <a:ext cx="201612" cy="354012"/>
          </a:xfrm>
          <a:prstGeom prst="line">
            <a:avLst/>
          </a:prstGeom>
          <a:noFill/>
          <a:ln w="12700">
            <a:solidFill>
              <a:schemeClr val="tx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tr-TR"/>
          </a:p>
        </p:txBody>
      </p:sp>
      <p:sp>
        <p:nvSpPr>
          <p:cNvPr id="9228" name="Rectangle 11">
            <a:extLst>
              <a:ext uri="{FF2B5EF4-FFF2-40B4-BE49-F238E27FC236}">
                <a16:creationId xmlns:a16="http://schemas.microsoft.com/office/drawing/2014/main" id="{4E5B101C-18B2-CEC6-8B20-FD45CF4CAC13}"/>
              </a:ext>
            </a:extLst>
          </p:cNvPr>
          <p:cNvSpPr>
            <a:spLocks noChangeArrowheads="1"/>
          </p:cNvSpPr>
          <p:nvPr/>
        </p:nvSpPr>
        <p:spPr bwMode="auto">
          <a:xfrm>
            <a:off x="3657600" y="2667000"/>
            <a:ext cx="17463" cy="7175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29" name="Rectangle 12">
            <a:extLst>
              <a:ext uri="{FF2B5EF4-FFF2-40B4-BE49-F238E27FC236}">
                <a16:creationId xmlns:a16="http://schemas.microsoft.com/office/drawing/2014/main" id="{ADE62389-E5AC-BAF3-7922-7CF046685EFB}"/>
              </a:ext>
            </a:extLst>
          </p:cNvPr>
          <p:cNvSpPr>
            <a:spLocks noChangeArrowheads="1"/>
          </p:cNvSpPr>
          <p:nvPr/>
        </p:nvSpPr>
        <p:spPr bwMode="auto">
          <a:xfrm>
            <a:off x="5449888" y="2654300"/>
            <a:ext cx="17462" cy="7175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0253" name="Rectangle 13">
            <a:extLst>
              <a:ext uri="{FF2B5EF4-FFF2-40B4-BE49-F238E27FC236}">
                <a16:creationId xmlns:a16="http://schemas.microsoft.com/office/drawing/2014/main" id="{B090DE60-BBD0-C2C1-65C9-951084CE4178}"/>
              </a:ext>
            </a:extLst>
          </p:cNvPr>
          <p:cNvSpPr>
            <a:spLocks noChangeArrowheads="1"/>
          </p:cNvSpPr>
          <p:nvPr/>
        </p:nvSpPr>
        <p:spPr bwMode="auto">
          <a:xfrm>
            <a:off x="2065338" y="2786063"/>
            <a:ext cx="950912"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800" i="0">
                <a:solidFill>
                  <a:schemeClr val="bg2"/>
                </a:solidFill>
              </a:rPr>
              <a:t>Sınıf</a:t>
            </a:r>
          </a:p>
        </p:txBody>
      </p:sp>
      <p:sp>
        <p:nvSpPr>
          <p:cNvPr id="10254" name="Rectangle 14">
            <a:extLst>
              <a:ext uri="{FF2B5EF4-FFF2-40B4-BE49-F238E27FC236}">
                <a16:creationId xmlns:a16="http://schemas.microsoft.com/office/drawing/2014/main" id="{AEB5FFB0-AADD-E646-B3E1-649BBE5CAA30}"/>
              </a:ext>
            </a:extLst>
          </p:cNvPr>
          <p:cNvSpPr>
            <a:spLocks noChangeArrowheads="1"/>
          </p:cNvSpPr>
          <p:nvPr/>
        </p:nvSpPr>
        <p:spPr bwMode="auto">
          <a:xfrm>
            <a:off x="3581400" y="2819400"/>
            <a:ext cx="200183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800" i="0">
                <a:solidFill>
                  <a:schemeClr val="bg2"/>
                </a:solidFill>
              </a:rPr>
              <a:t>Orta Nokta</a:t>
            </a:r>
          </a:p>
        </p:txBody>
      </p:sp>
      <p:sp>
        <p:nvSpPr>
          <p:cNvPr id="10255" name="Rectangle 15">
            <a:extLst>
              <a:ext uri="{FF2B5EF4-FFF2-40B4-BE49-F238E27FC236}">
                <a16:creationId xmlns:a16="http://schemas.microsoft.com/office/drawing/2014/main" id="{5F8C726B-9180-03AA-9CC8-35B95E51C67B}"/>
              </a:ext>
            </a:extLst>
          </p:cNvPr>
          <p:cNvSpPr>
            <a:spLocks noChangeArrowheads="1"/>
          </p:cNvSpPr>
          <p:nvPr/>
        </p:nvSpPr>
        <p:spPr bwMode="auto">
          <a:xfrm>
            <a:off x="5554663" y="2786063"/>
            <a:ext cx="1547812"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800" i="0">
                <a:solidFill>
                  <a:schemeClr val="bg2"/>
                </a:solidFill>
              </a:rPr>
              <a:t>Frekans</a:t>
            </a:r>
          </a:p>
        </p:txBody>
      </p:sp>
      <p:sp>
        <p:nvSpPr>
          <p:cNvPr id="9233" name="Rectangle 16">
            <a:extLst>
              <a:ext uri="{FF2B5EF4-FFF2-40B4-BE49-F238E27FC236}">
                <a16:creationId xmlns:a16="http://schemas.microsoft.com/office/drawing/2014/main" id="{D0FDBF77-DBF2-FA5B-8624-0CF3C5EB4803}"/>
              </a:ext>
            </a:extLst>
          </p:cNvPr>
          <p:cNvSpPr>
            <a:spLocks noChangeArrowheads="1"/>
          </p:cNvSpPr>
          <p:nvPr/>
        </p:nvSpPr>
        <p:spPr bwMode="auto">
          <a:xfrm>
            <a:off x="1570038" y="3381375"/>
            <a:ext cx="2101850" cy="1746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34" name="Rectangle 17">
            <a:extLst>
              <a:ext uri="{FF2B5EF4-FFF2-40B4-BE49-F238E27FC236}">
                <a16:creationId xmlns:a16="http://schemas.microsoft.com/office/drawing/2014/main" id="{90026E8D-B41C-D83D-F336-31DD37298345}"/>
              </a:ext>
            </a:extLst>
          </p:cNvPr>
          <p:cNvSpPr>
            <a:spLocks noChangeArrowheads="1"/>
          </p:cNvSpPr>
          <p:nvPr/>
        </p:nvSpPr>
        <p:spPr bwMode="auto">
          <a:xfrm>
            <a:off x="1570038" y="3408363"/>
            <a:ext cx="2101850"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35" name="Rectangle 18">
            <a:extLst>
              <a:ext uri="{FF2B5EF4-FFF2-40B4-BE49-F238E27FC236}">
                <a16:creationId xmlns:a16="http://schemas.microsoft.com/office/drawing/2014/main" id="{A38CE13F-8373-84CE-9F71-03FF7ED9A287}"/>
              </a:ext>
            </a:extLst>
          </p:cNvPr>
          <p:cNvSpPr>
            <a:spLocks noChangeArrowheads="1"/>
          </p:cNvSpPr>
          <p:nvPr/>
        </p:nvSpPr>
        <p:spPr bwMode="auto">
          <a:xfrm>
            <a:off x="3683000" y="3381375"/>
            <a:ext cx="46038" cy="1746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36" name="Rectangle 19">
            <a:extLst>
              <a:ext uri="{FF2B5EF4-FFF2-40B4-BE49-F238E27FC236}">
                <a16:creationId xmlns:a16="http://schemas.microsoft.com/office/drawing/2014/main" id="{C103FE2D-064B-E20E-CB95-F2DCCFF74FA1}"/>
              </a:ext>
            </a:extLst>
          </p:cNvPr>
          <p:cNvSpPr>
            <a:spLocks noChangeArrowheads="1"/>
          </p:cNvSpPr>
          <p:nvPr/>
        </p:nvSpPr>
        <p:spPr bwMode="auto">
          <a:xfrm>
            <a:off x="3683000" y="3408363"/>
            <a:ext cx="46038"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37" name="Rectangle 20">
            <a:extLst>
              <a:ext uri="{FF2B5EF4-FFF2-40B4-BE49-F238E27FC236}">
                <a16:creationId xmlns:a16="http://schemas.microsoft.com/office/drawing/2014/main" id="{F51EC701-83A1-513E-E865-FC8797CFF082}"/>
              </a:ext>
            </a:extLst>
          </p:cNvPr>
          <p:cNvSpPr>
            <a:spLocks noChangeArrowheads="1"/>
          </p:cNvSpPr>
          <p:nvPr/>
        </p:nvSpPr>
        <p:spPr bwMode="auto">
          <a:xfrm>
            <a:off x="3736975" y="3381375"/>
            <a:ext cx="1701800" cy="1746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38" name="Rectangle 21">
            <a:extLst>
              <a:ext uri="{FF2B5EF4-FFF2-40B4-BE49-F238E27FC236}">
                <a16:creationId xmlns:a16="http://schemas.microsoft.com/office/drawing/2014/main" id="{F70C55CC-961D-2E7B-8ED1-D6FE84C3A34D}"/>
              </a:ext>
            </a:extLst>
          </p:cNvPr>
          <p:cNvSpPr>
            <a:spLocks noChangeArrowheads="1"/>
          </p:cNvSpPr>
          <p:nvPr/>
        </p:nvSpPr>
        <p:spPr bwMode="auto">
          <a:xfrm>
            <a:off x="3736975" y="3408363"/>
            <a:ext cx="1701800"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39" name="Rectangle 22">
            <a:extLst>
              <a:ext uri="{FF2B5EF4-FFF2-40B4-BE49-F238E27FC236}">
                <a16:creationId xmlns:a16="http://schemas.microsoft.com/office/drawing/2014/main" id="{4CFC9721-89DB-2038-6C1C-7BA5059DF2F0}"/>
              </a:ext>
            </a:extLst>
          </p:cNvPr>
          <p:cNvSpPr>
            <a:spLocks noChangeArrowheads="1"/>
          </p:cNvSpPr>
          <p:nvPr/>
        </p:nvSpPr>
        <p:spPr bwMode="auto">
          <a:xfrm>
            <a:off x="5449888" y="3381375"/>
            <a:ext cx="46037" cy="1746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40" name="Rectangle 23">
            <a:extLst>
              <a:ext uri="{FF2B5EF4-FFF2-40B4-BE49-F238E27FC236}">
                <a16:creationId xmlns:a16="http://schemas.microsoft.com/office/drawing/2014/main" id="{E48F5A9A-5035-F846-E166-6CF1DB2C11F0}"/>
              </a:ext>
            </a:extLst>
          </p:cNvPr>
          <p:cNvSpPr>
            <a:spLocks noChangeArrowheads="1"/>
          </p:cNvSpPr>
          <p:nvPr/>
        </p:nvSpPr>
        <p:spPr bwMode="auto">
          <a:xfrm>
            <a:off x="5449888" y="3408363"/>
            <a:ext cx="46037"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41" name="Rectangle 24">
            <a:extLst>
              <a:ext uri="{FF2B5EF4-FFF2-40B4-BE49-F238E27FC236}">
                <a16:creationId xmlns:a16="http://schemas.microsoft.com/office/drawing/2014/main" id="{97D7513C-87F7-A6C3-A63C-F146EE4C3CDC}"/>
              </a:ext>
            </a:extLst>
          </p:cNvPr>
          <p:cNvSpPr>
            <a:spLocks noChangeArrowheads="1"/>
          </p:cNvSpPr>
          <p:nvPr/>
        </p:nvSpPr>
        <p:spPr bwMode="auto">
          <a:xfrm>
            <a:off x="5503863" y="3381375"/>
            <a:ext cx="2095500" cy="1746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42" name="Rectangle 25">
            <a:extLst>
              <a:ext uri="{FF2B5EF4-FFF2-40B4-BE49-F238E27FC236}">
                <a16:creationId xmlns:a16="http://schemas.microsoft.com/office/drawing/2014/main" id="{E081B3FB-9729-E41E-AD65-D08E458A4E2D}"/>
              </a:ext>
            </a:extLst>
          </p:cNvPr>
          <p:cNvSpPr>
            <a:spLocks noChangeArrowheads="1"/>
          </p:cNvSpPr>
          <p:nvPr/>
        </p:nvSpPr>
        <p:spPr bwMode="auto">
          <a:xfrm>
            <a:off x="5503863" y="3408363"/>
            <a:ext cx="2095500"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43" name="Rectangle 26">
            <a:extLst>
              <a:ext uri="{FF2B5EF4-FFF2-40B4-BE49-F238E27FC236}">
                <a16:creationId xmlns:a16="http://schemas.microsoft.com/office/drawing/2014/main" id="{FCC8A2A7-4384-E9F5-7971-EE6BD6DB70C3}"/>
              </a:ext>
            </a:extLst>
          </p:cNvPr>
          <p:cNvSpPr>
            <a:spLocks noChangeArrowheads="1"/>
          </p:cNvSpPr>
          <p:nvPr/>
        </p:nvSpPr>
        <p:spPr bwMode="auto">
          <a:xfrm>
            <a:off x="3657600" y="3429000"/>
            <a:ext cx="17463" cy="7080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44" name="Rectangle 27">
            <a:extLst>
              <a:ext uri="{FF2B5EF4-FFF2-40B4-BE49-F238E27FC236}">
                <a16:creationId xmlns:a16="http://schemas.microsoft.com/office/drawing/2014/main" id="{CAF0BAAB-922F-F789-3343-E7712119203A}"/>
              </a:ext>
            </a:extLst>
          </p:cNvPr>
          <p:cNvSpPr>
            <a:spLocks noChangeArrowheads="1"/>
          </p:cNvSpPr>
          <p:nvPr/>
        </p:nvSpPr>
        <p:spPr bwMode="auto">
          <a:xfrm>
            <a:off x="5449888" y="3436938"/>
            <a:ext cx="17462" cy="7080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0268" name="Rectangle 28">
            <a:extLst>
              <a:ext uri="{FF2B5EF4-FFF2-40B4-BE49-F238E27FC236}">
                <a16:creationId xmlns:a16="http://schemas.microsoft.com/office/drawing/2014/main" id="{E971160E-7172-1813-CA11-F6727EC06134}"/>
              </a:ext>
            </a:extLst>
          </p:cNvPr>
          <p:cNvSpPr>
            <a:spLocks noChangeArrowheads="1"/>
          </p:cNvSpPr>
          <p:nvPr/>
        </p:nvSpPr>
        <p:spPr bwMode="auto">
          <a:xfrm>
            <a:off x="1550988" y="3557588"/>
            <a:ext cx="1854200"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800" b="0" i="0">
                <a:solidFill>
                  <a:schemeClr val="bg2"/>
                </a:solidFill>
              </a:rPr>
              <a:t>15 ve &lt; 25</a:t>
            </a:r>
          </a:p>
        </p:txBody>
      </p:sp>
      <p:sp>
        <p:nvSpPr>
          <p:cNvPr id="10269" name="Rectangle 29">
            <a:extLst>
              <a:ext uri="{FF2B5EF4-FFF2-40B4-BE49-F238E27FC236}">
                <a16:creationId xmlns:a16="http://schemas.microsoft.com/office/drawing/2014/main" id="{8AEFDA87-724F-14FA-CEF2-0D4FBF634BE8}"/>
              </a:ext>
            </a:extLst>
          </p:cNvPr>
          <p:cNvSpPr>
            <a:spLocks noChangeArrowheads="1"/>
          </p:cNvSpPr>
          <p:nvPr/>
        </p:nvSpPr>
        <p:spPr bwMode="auto">
          <a:xfrm>
            <a:off x="4294188" y="3557588"/>
            <a:ext cx="577850"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800" b="0" i="0">
                <a:solidFill>
                  <a:schemeClr val="bg2"/>
                </a:solidFill>
              </a:rPr>
              <a:t>20</a:t>
            </a:r>
          </a:p>
        </p:txBody>
      </p:sp>
      <p:sp>
        <p:nvSpPr>
          <p:cNvPr id="10270" name="Rectangle 30">
            <a:extLst>
              <a:ext uri="{FF2B5EF4-FFF2-40B4-BE49-F238E27FC236}">
                <a16:creationId xmlns:a16="http://schemas.microsoft.com/office/drawing/2014/main" id="{9F2BF61A-67C7-AD8E-043C-3738429C8964}"/>
              </a:ext>
            </a:extLst>
          </p:cNvPr>
          <p:cNvSpPr>
            <a:spLocks noChangeArrowheads="1"/>
          </p:cNvSpPr>
          <p:nvPr/>
        </p:nvSpPr>
        <p:spPr bwMode="auto">
          <a:xfrm>
            <a:off x="6351588" y="3557588"/>
            <a:ext cx="379412"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800" b="0" i="0">
                <a:solidFill>
                  <a:schemeClr val="bg2"/>
                </a:solidFill>
              </a:rPr>
              <a:t>3</a:t>
            </a:r>
          </a:p>
        </p:txBody>
      </p:sp>
      <p:sp>
        <p:nvSpPr>
          <p:cNvPr id="9248" name="Rectangle 31">
            <a:extLst>
              <a:ext uri="{FF2B5EF4-FFF2-40B4-BE49-F238E27FC236}">
                <a16:creationId xmlns:a16="http://schemas.microsoft.com/office/drawing/2014/main" id="{63365D52-55E3-BCA0-C9AF-DA529DAADB35}"/>
              </a:ext>
            </a:extLst>
          </p:cNvPr>
          <p:cNvSpPr>
            <a:spLocks noChangeArrowheads="1"/>
          </p:cNvSpPr>
          <p:nvPr/>
        </p:nvSpPr>
        <p:spPr bwMode="auto">
          <a:xfrm>
            <a:off x="1570038" y="4154488"/>
            <a:ext cx="2101850"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49" name="Rectangle 32">
            <a:extLst>
              <a:ext uri="{FF2B5EF4-FFF2-40B4-BE49-F238E27FC236}">
                <a16:creationId xmlns:a16="http://schemas.microsoft.com/office/drawing/2014/main" id="{19DA5ACB-F103-4A6E-2D5B-BC8CFC19DA71}"/>
              </a:ext>
            </a:extLst>
          </p:cNvPr>
          <p:cNvSpPr>
            <a:spLocks noChangeArrowheads="1"/>
          </p:cNvSpPr>
          <p:nvPr/>
        </p:nvSpPr>
        <p:spPr bwMode="auto">
          <a:xfrm>
            <a:off x="3683000" y="4154488"/>
            <a:ext cx="17463"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50" name="Rectangle 33">
            <a:extLst>
              <a:ext uri="{FF2B5EF4-FFF2-40B4-BE49-F238E27FC236}">
                <a16:creationId xmlns:a16="http://schemas.microsoft.com/office/drawing/2014/main" id="{86D40A54-48F2-6F61-CF30-A70E3B3A3063}"/>
              </a:ext>
            </a:extLst>
          </p:cNvPr>
          <p:cNvSpPr>
            <a:spLocks noChangeArrowheads="1"/>
          </p:cNvSpPr>
          <p:nvPr/>
        </p:nvSpPr>
        <p:spPr bwMode="auto">
          <a:xfrm>
            <a:off x="3709988" y="4154488"/>
            <a:ext cx="1730375"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51" name="Rectangle 34">
            <a:extLst>
              <a:ext uri="{FF2B5EF4-FFF2-40B4-BE49-F238E27FC236}">
                <a16:creationId xmlns:a16="http://schemas.microsoft.com/office/drawing/2014/main" id="{092D555D-A378-5CB6-41DF-E27B74E5AEB7}"/>
              </a:ext>
            </a:extLst>
          </p:cNvPr>
          <p:cNvSpPr>
            <a:spLocks noChangeArrowheads="1"/>
          </p:cNvSpPr>
          <p:nvPr/>
        </p:nvSpPr>
        <p:spPr bwMode="auto">
          <a:xfrm>
            <a:off x="5449888" y="4154488"/>
            <a:ext cx="17462"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52" name="Rectangle 35">
            <a:extLst>
              <a:ext uri="{FF2B5EF4-FFF2-40B4-BE49-F238E27FC236}">
                <a16:creationId xmlns:a16="http://schemas.microsoft.com/office/drawing/2014/main" id="{06DEBCEB-C87E-4669-ED8C-22DBE74FD7F7}"/>
              </a:ext>
            </a:extLst>
          </p:cNvPr>
          <p:cNvSpPr>
            <a:spLocks noChangeArrowheads="1"/>
          </p:cNvSpPr>
          <p:nvPr/>
        </p:nvSpPr>
        <p:spPr bwMode="auto">
          <a:xfrm>
            <a:off x="5476875" y="4154488"/>
            <a:ext cx="2124075"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53" name="Rectangle 36">
            <a:extLst>
              <a:ext uri="{FF2B5EF4-FFF2-40B4-BE49-F238E27FC236}">
                <a16:creationId xmlns:a16="http://schemas.microsoft.com/office/drawing/2014/main" id="{1C9EB6A8-3796-768C-6D6A-5E19A43408A4}"/>
              </a:ext>
            </a:extLst>
          </p:cNvPr>
          <p:cNvSpPr>
            <a:spLocks noChangeArrowheads="1"/>
          </p:cNvSpPr>
          <p:nvPr/>
        </p:nvSpPr>
        <p:spPr bwMode="auto">
          <a:xfrm>
            <a:off x="3657600" y="4191000"/>
            <a:ext cx="17463" cy="7080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54" name="Rectangle 37">
            <a:extLst>
              <a:ext uri="{FF2B5EF4-FFF2-40B4-BE49-F238E27FC236}">
                <a16:creationId xmlns:a16="http://schemas.microsoft.com/office/drawing/2014/main" id="{2F110EEC-19FF-AA04-7A0C-D41DAA7224B5}"/>
              </a:ext>
            </a:extLst>
          </p:cNvPr>
          <p:cNvSpPr>
            <a:spLocks noChangeArrowheads="1"/>
          </p:cNvSpPr>
          <p:nvPr/>
        </p:nvSpPr>
        <p:spPr bwMode="auto">
          <a:xfrm>
            <a:off x="5449888" y="4181475"/>
            <a:ext cx="17462" cy="7080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0278" name="Rectangle 38">
            <a:extLst>
              <a:ext uri="{FF2B5EF4-FFF2-40B4-BE49-F238E27FC236}">
                <a16:creationId xmlns:a16="http://schemas.microsoft.com/office/drawing/2014/main" id="{59A33C7F-4B23-8CF9-2A8B-A4A464807520}"/>
              </a:ext>
            </a:extLst>
          </p:cNvPr>
          <p:cNvSpPr>
            <a:spLocks noChangeArrowheads="1"/>
          </p:cNvSpPr>
          <p:nvPr/>
        </p:nvSpPr>
        <p:spPr bwMode="auto">
          <a:xfrm>
            <a:off x="1524000" y="4267200"/>
            <a:ext cx="18542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800" b="0" i="0">
                <a:solidFill>
                  <a:schemeClr val="bg2"/>
                </a:solidFill>
              </a:rPr>
              <a:t>25 ve &lt; 35</a:t>
            </a:r>
          </a:p>
        </p:txBody>
      </p:sp>
      <p:sp>
        <p:nvSpPr>
          <p:cNvPr id="10279" name="Rectangle 39">
            <a:extLst>
              <a:ext uri="{FF2B5EF4-FFF2-40B4-BE49-F238E27FC236}">
                <a16:creationId xmlns:a16="http://schemas.microsoft.com/office/drawing/2014/main" id="{C9C644E8-31CE-7AD6-1750-BFF9EA4C6F2A}"/>
              </a:ext>
            </a:extLst>
          </p:cNvPr>
          <p:cNvSpPr>
            <a:spLocks noChangeArrowheads="1"/>
          </p:cNvSpPr>
          <p:nvPr/>
        </p:nvSpPr>
        <p:spPr bwMode="auto">
          <a:xfrm>
            <a:off x="4294188" y="4302125"/>
            <a:ext cx="5778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800" b="0" i="0">
                <a:solidFill>
                  <a:schemeClr val="bg2"/>
                </a:solidFill>
              </a:rPr>
              <a:t>30</a:t>
            </a:r>
          </a:p>
        </p:txBody>
      </p:sp>
      <p:sp>
        <p:nvSpPr>
          <p:cNvPr id="10280" name="Rectangle 40">
            <a:extLst>
              <a:ext uri="{FF2B5EF4-FFF2-40B4-BE49-F238E27FC236}">
                <a16:creationId xmlns:a16="http://schemas.microsoft.com/office/drawing/2014/main" id="{58FBD9C4-4DB9-D6C2-E393-86852701DE4C}"/>
              </a:ext>
            </a:extLst>
          </p:cNvPr>
          <p:cNvSpPr>
            <a:spLocks noChangeArrowheads="1"/>
          </p:cNvSpPr>
          <p:nvPr/>
        </p:nvSpPr>
        <p:spPr bwMode="auto">
          <a:xfrm>
            <a:off x="6351588" y="4302125"/>
            <a:ext cx="3794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800" b="0" i="0">
                <a:solidFill>
                  <a:schemeClr val="bg2"/>
                </a:solidFill>
              </a:rPr>
              <a:t>5</a:t>
            </a:r>
          </a:p>
        </p:txBody>
      </p:sp>
      <p:sp>
        <p:nvSpPr>
          <p:cNvPr id="9258" name="Rectangle 41">
            <a:extLst>
              <a:ext uri="{FF2B5EF4-FFF2-40B4-BE49-F238E27FC236}">
                <a16:creationId xmlns:a16="http://schemas.microsoft.com/office/drawing/2014/main" id="{678F6F17-9031-8DBE-9EB4-256BFA63D88E}"/>
              </a:ext>
            </a:extLst>
          </p:cNvPr>
          <p:cNvSpPr>
            <a:spLocks noChangeArrowheads="1"/>
          </p:cNvSpPr>
          <p:nvPr/>
        </p:nvSpPr>
        <p:spPr bwMode="auto">
          <a:xfrm>
            <a:off x="1570038" y="4900613"/>
            <a:ext cx="2101850"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59" name="Rectangle 42">
            <a:extLst>
              <a:ext uri="{FF2B5EF4-FFF2-40B4-BE49-F238E27FC236}">
                <a16:creationId xmlns:a16="http://schemas.microsoft.com/office/drawing/2014/main" id="{3C059410-2BAE-044F-F32F-3EA59630D47B}"/>
              </a:ext>
            </a:extLst>
          </p:cNvPr>
          <p:cNvSpPr>
            <a:spLocks noChangeArrowheads="1"/>
          </p:cNvSpPr>
          <p:nvPr/>
        </p:nvSpPr>
        <p:spPr bwMode="auto">
          <a:xfrm>
            <a:off x="3683000" y="4900613"/>
            <a:ext cx="17463"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60" name="Rectangle 43">
            <a:extLst>
              <a:ext uri="{FF2B5EF4-FFF2-40B4-BE49-F238E27FC236}">
                <a16:creationId xmlns:a16="http://schemas.microsoft.com/office/drawing/2014/main" id="{543DF956-12D9-CA11-6BFC-546E9F0D587F}"/>
              </a:ext>
            </a:extLst>
          </p:cNvPr>
          <p:cNvSpPr>
            <a:spLocks noChangeArrowheads="1"/>
          </p:cNvSpPr>
          <p:nvPr/>
        </p:nvSpPr>
        <p:spPr bwMode="auto">
          <a:xfrm>
            <a:off x="3709988" y="4900613"/>
            <a:ext cx="1730375"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61" name="Rectangle 44">
            <a:extLst>
              <a:ext uri="{FF2B5EF4-FFF2-40B4-BE49-F238E27FC236}">
                <a16:creationId xmlns:a16="http://schemas.microsoft.com/office/drawing/2014/main" id="{2E4B26F8-A717-1511-A9A3-A9A7620D107B}"/>
              </a:ext>
            </a:extLst>
          </p:cNvPr>
          <p:cNvSpPr>
            <a:spLocks noChangeArrowheads="1"/>
          </p:cNvSpPr>
          <p:nvPr/>
        </p:nvSpPr>
        <p:spPr bwMode="auto">
          <a:xfrm>
            <a:off x="5449888" y="4900613"/>
            <a:ext cx="17462"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62" name="Rectangle 45">
            <a:extLst>
              <a:ext uri="{FF2B5EF4-FFF2-40B4-BE49-F238E27FC236}">
                <a16:creationId xmlns:a16="http://schemas.microsoft.com/office/drawing/2014/main" id="{A233172B-3CB2-85E5-165B-7CDEC982E1EC}"/>
              </a:ext>
            </a:extLst>
          </p:cNvPr>
          <p:cNvSpPr>
            <a:spLocks noChangeArrowheads="1"/>
          </p:cNvSpPr>
          <p:nvPr/>
        </p:nvSpPr>
        <p:spPr bwMode="auto">
          <a:xfrm>
            <a:off x="5476875" y="4900613"/>
            <a:ext cx="2124075" cy="1746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63" name="Rectangle 46">
            <a:extLst>
              <a:ext uri="{FF2B5EF4-FFF2-40B4-BE49-F238E27FC236}">
                <a16:creationId xmlns:a16="http://schemas.microsoft.com/office/drawing/2014/main" id="{5DF21F40-AF86-DF57-44E9-F6B217625A2B}"/>
              </a:ext>
            </a:extLst>
          </p:cNvPr>
          <p:cNvSpPr>
            <a:spLocks noChangeArrowheads="1"/>
          </p:cNvSpPr>
          <p:nvPr/>
        </p:nvSpPr>
        <p:spPr bwMode="auto">
          <a:xfrm>
            <a:off x="3657600" y="4953000"/>
            <a:ext cx="17463" cy="7080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9264" name="Rectangle 47">
            <a:extLst>
              <a:ext uri="{FF2B5EF4-FFF2-40B4-BE49-F238E27FC236}">
                <a16:creationId xmlns:a16="http://schemas.microsoft.com/office/drawing/2014/main" id="{E7FCE015-A486-8387-6391-67D7445EB3E2}"/>
              </a:ext>
            </a:extLst>
          </p:cNvPr>
          <p:cNvSpPr>
            <a:spLocks noChangeArrowheads="1"/>
          </p:cNvSpPr>
          <p:nvPr/>
        </p:nvSpPr>
        <p:spPr bwMode="auto">
          <a:xfrm>
            <a:off x="5449888" y="4927600"/>
            <a:ext cx="17462" cy="70802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0288" name="Rectangle 48">
            <a:extLst>
              <a:ext uri="{FF2B5EF4-FFF2-40B4-BE49-F238E27FC236}">
                <a16:creationId xmlns:a16="http://schemas.microsoft.com/office/drawing/2014/main" id="{BA5CF4CC-85D4-485E-F03A-68355F8C44A5}"/>
              </a:ext>
            </a:extLst>
          </p:cNvPr>
          <p:cNvSpPr>
            <a:spLocks noChangeArrowheads="1"/>
          </p:cNvSpPr>
          <p:nvPr/>
        </p:nvSpPr>
        <p:spPr bwMode="auto">
          <a:xfrm>
            <a:off x="1524000" y="5029200"/>
            <a:ext cx="185420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800" b="0" i="0">
                <a:solidFill>
                  <a:schemeClr val="bg2"/>
                </a:solidFill>
              </a:rPr>
              <a:t>35 ve &lt; 45</a:t>
            </a:r>
          </a:p>
        </p:txBody>
      </p:sp>
      <p:sp>
        <p:nvSpPr>
          <p:cNvPr id="10289" name="Rectangle 49">
            <a:extLst>
              <a:ext uri="{FF2B5EF4-FFF2-40B4-BE49-F238E27FC236}">
                <a16:creationId xmlns:a16="http://schemas.microsoft.com/office/drawing/2014/main" id="{A7C09C79-6C90-0F7A-1746-D4FCD7CD33F6}"/>
              </a:ext>
            </a:extLst>
          </p:cNvPr>
          <p:cNvSpPr>
            <a:spLocks noChangeArrowheads="1"/>
          </p:cNvSpPr>
          <p:nvPr/>
        </p:nvSpPr>
        <p:spPr bwMode="auto">
          <a:xfrm>
            <a:off x="4294188" y="5048250"/>
            <a:ext cx="5778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800" b="0" i="0">
                <a:solidFill>
                  <a:schemeClr val="bg2"/>
                </a:solidFill>
              </a:rPr>
              <a:t>40</a:t>
            </a:r>
          </a:p>
        </p:txBody>
      </p:sp>
      <p:sp>
        <p:nvSpPr>
          <p:cNvPr id="10290" name="Rectangle 50">
            <a:extLst>
              <a:ext uri="{FF2B5EF4-FFF2-40B4-BE49-F238E27FC236}">
                <a16:creationId xmlns:a16="http://schemas.microsoft.com/office/drawing/2014/main" id="{12902796-7929-E7BA-2194-AC87782CB49A}"/>
              </a:ext>
            </a:extLst>
          </p:cNvPr>
          <p:cNvSpPr>
            <a:spLocks noChangeArrowheads="1"/>
          </p:cNvSpPr>
          <p:nvPr/>
        </p:nvSpPr>
        <p:spPr bwMode="auto">
          <a:xfrm>
            <a:off x="6351588" y="5048250"/>
            <a:ext cx="379412"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800" b="0" i="0">
                <a:solidFill>
                  <a:schemeClr val="bg2"/>
                </a:solidFill>
              </a:rPr>
              <a:t>2</a:t>
            </a:r>
          </a:p>
        </p:txBody>
      </p:sp>
      <p:sp>
        <p:nvSpPr>
          <p:cNvPr id="10291"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gtEl>
                                        <p:attrNameLst>
                                          <p:attrName>style.visibility</p:attrName>
                                        </p:attrNameLst>
                                      </p:cBhvr>
                                      <p:to>
                                        <p:strVal val="visible"/>
                                      </p:to>
                                    </p:set>
                                    <p:animEffect transition="in" filter="wipe(left)">
                                      <p:cBhvr>
                                        <p:cTn id="7" dur="500"/>
                                        <p:tgtEl>
                                          <p:spTgt spid="102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53"/>
                                        </p:tgtEl>
                                        <p:attrNameLst>
                                          <p:attrName>style.visibility</p:attrName>
                                        </p:attrNameLst>
                                      </p:cBhvr>
                                      <p:to>
                                        <p:strVal val="visible"/>
                                      </p:to>
                                    </p:set>
                                    <p:animEffect transition="in" filter="wipe(left)">
                                      <p:cBhvr>
                                        <p:cTn id="12" dur="500"/>
                                        <p:tgtEl>
                                          <p:spTgt spid="10253"/>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0268"/>
                                        </p:tgtEl>
                                        <p:attrNameLst>
                                          <p:attrName>style.visibility</p:attrName>
                                        </p:attrNameLst>
                                      </p:cBhvr>
                                      <p:to>
                                        <p:strVal val="visible"/>
                                      </p:to>
                                    </p:set>
                                    <p:animEffect transition="in" filter="wipe(left)">
                                      <p:cBhvr>
                                        <p:cTn id="16" dur="500"/>
                                        <p:tgtEl>
                                          <p:spTgt spid="10268"/>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0278"/>
                                        </p:tgtEl>
                                        <p:attrNameLst>
                                          <p:attrName>style.visibility</p:attrName>
                                        </p:attrNameLst>
                                      </p:cBhvr>
                                      <p:to>
                                        <p:strVal val="visible"/>
                                      </p:to>
                                    </p:set>
                                    <p:animEffect transition="in" filter="wipe(left)">
                                      <p:cBhvr>
                                        <p:cTn id="20" dur="500"/>
                                        <p:tgtEl>
                                          <p:spTgt spid="10278"/>
                                        </p:tgtEl>
                                      </p:cBhvr>
                                    </p:animEffect>
                                  </p:childTnLst>
                                </p:cTn>
                              </p:par>
                            </p:childTnLst>
                          </p:cTn>
                        </p:par>
                        <p:par>
                          <p:cTn id="21" fill="hold" nodeType="afterGroup">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0288"/>
                                        </p:tgtEl>
                                        <p:attrNameLst>
                                          <p:attrName>style.visibility</p:attrName>
                                        </p:attrNameLst>
                                      </p:cBhvr>
                                      <p:to>
                                        <p:strVal val="visible"/>
                                      </p:to>
                                    </p:set>
                                    <p:animEffect transition="in" filter="wipe(left)">
                                      <p:cBhvr>
                                        <p:cTn id="24" dur="500"/>
                                        <p:tgtEl>
                                          <p:spTgt spid="10288"/>
                                        </p:tgtEl>
                                      </p:cBhvr>
                                    </p:animEffect>
                                  </p:childTnLst>
                                </p:cTn>
                              </p:par>
                            </p:childTnLst>
                          </p:cTn>
                        </p:par>
                        <p:par>
                          <p:cTn id="25" fill="hold" nodeType="afterGroup">
                            <p:stCondLst>
                              <p:cond delay="2000"/>
                            </p:stCondLst>
                            <p:childTnLst>
                              <p:par>
                                <p:cTn id="26" presetID="22" presetClass="entr" presetSubtype="8" fill="hold" nodeType="afterEffect">
                                  <p:stCondLst>
                                    <p:cond delay="0"/>
                                  </p:stCondLst>
                                  <p:childTnLst>
                                    <p:set>
                                      <p:cBhvr>
                                        <p:cTn id="27" dur="1" fill="hold">
                                          <p:stCondLst>
                                            <p:cond delay="0"/>
                                          </p:stCondLst>
                                        </p:cTn>
                                        <p:tgtEl>
                                          <p:spTgt spid="10244"/>
                                        </p:tgtEl>
                                        <p:attrNameLst>
                                          <p:attrName>style.visibility</p:attrName>
                                        </p:attrNameLst>
                                      </p:cBhvr>
                                      <p:to>
                                        <p:strVal val="visible"/>
                                      </p:to>
                                    </p:set>
                                    <p:animEffect transition="in" filter="wipe(left)">
                                      <p:cBhvr>
                                        <p:cTn id="28" dur="500"/>
                                        <p:tgtEl>
                                          <p:spTgt spid="1024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nodeType="clickEffect">
                                  <p:stCondLst>
                                    <p:cond delay="0"/>
                                  </p:stCondLst>
                                  <p:childTnLst>
                                    <p:set>
                                      <p:cBhvr>
                                        <p:cTn id="32" dur="1" fill="hold">
                                          <p:stCondLst>
                                            <p:cond delay="0"/>
                                          </p:stCondLst>
                                        </p:cTn>
                                        <p:tgtEl>
                                          <p:spTgt spid="10246"/>
                                        </p:tgtEl>
                                        <p:attrNameLst>
                                          <p:attrName>style.visibility</p:attrName>
                                        </p:attrNameLst>
                                      </p:cBhvr>
                                      <p:to>
                                        <p:strVal val="visible"/>
                                      </p:to>
                                    </p:set>
                                    <p:animEffect transition="in" filter="wipe(down)">
                                      <p:cBhvr>
                                        <p:cTn id="33" dur="500"/>
                                        <p:tgtEl>
                                          <p:spTgt spid="10246"/>
                                        </p:tgtEl>
                                      </p:cBhvr>
                                    </p:animEffect>
                                  </p:childTnLst>
                                </p:cTn>
                              </p:par>
                              <p:par>
                                <p:cTn id="34" presetID="22" presetClass="entr" presetSubtype="4" fill="hold" nodeType="withEffect">
                                  <p:stCondLst>
                                    <p:cond delay="0"/>
                                  </p:stCondLst>
                                  <p:childTnLst>
                                    <p:set>
                                      <p:cBhvr>
                                        <p:cTn id="35" dur="1" fill="hold">
                                          <p:stCondLst>
                                            <p:cond delay="0"/>
                                          </p:stCondLst>
                                        </p:cTn>
                                        <p:tgtEl>
                                          <p:spTgt spid="10247"/>
                                        </p:tgtEl>
                                        <p:attrNameLst>
                                          <p:attrName>style.visibility</p:attrName>
                                        </p:attrNameLst>
                                      </p:cBhvr>
                                      <p:to>
                                        <p:strVal val="visible"/>
                                      </p:to>
                                    </p:set>
                                    <p:animEffect transition="in" filter="wipe(down)">
                                      <p:cBhvr>
                                        <p:cTn id="36" dur="500"/>
                                        <p:tgtEl>
                                          <p:spTgt spid="10247"/>
                                        </p:tgtEl>
                                      </p:cBhvr>
                                    </p:animEffect>
                                  </p:childTnLst>
                                </p:cTn>
                              </p:par>
                            </p:childTnLst>
                          </p:cTn>
                        </p:par>
                        <p:par>
                          <p:cTn id="37" fill="hold" nodeType="afterGroup">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10245"/>
                                        </p:tgtEl>
                                        <p:attrNameLst>
                                          <p:attrName>style.visibility</p:attrName>
                                        </p:attrNameLst>
                                      </p:cBhvr>
                                      <p:to>
                                        <p:strVal val="visible"/>
                                      </p:to>
                                    </p:set>
                                    <p:animEffect transition="in" filter="wipe(left)">
                                      <p:cBhvr>
                                        <p:cTn id="40" dur="500"/>
                                        <p:tgtEl>
                                          <p:spTgt spid="1024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0254"/>
                                        </p:tgtEl>
                                        <p:attrNameLst>
                                          <p:attrName>style.visibility</p:attrName>
                                        </p:attrNameLst>
                                      </p:cBhvr>
                                      <p:to>
                                        <p:strVal val="visible"/>
                                      </p:to>
                                    </p:set>
                                    <p:animEffect transition="in" filter="wipe(left)">
                                      <p:cBhvr>
                                        <p:cTn id="45" dur="500"/>
                                        <p:tgtEl>
                                          <p:spTgt spid="10254"/>
                                        </p:tgtEl>
                                      </p:cBhvr>
                                    </p:animEffect>
                                  </p:childTnLst>
                                </p:cTn>
                              </p:par>
                            </p:childTnLst>
                          </p:cTn>
                        </p:par>
                        <p:par>
                          <p:cTn id="46" fill="hold" nodeType="afterGroup">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10269"/>
                                        </p:tgtEl>
                                        <p:attrNameLst>
                                          <p:attrName>style.visibility</p:attrName>
                                        </p:attrNameLst>
                                      </p:cBhvr>
                                      <p:to>
                                        <p:strVal val="visible"/>
                                      </p:to>
                                    </p:set>
                                    <p:animEffect transition="in" filter="wipe(left)">
                                      <p:cBhvr>
                                        <p:cTn id="49" dur="500"/>
                                        <p:tgtEl>
                                          <p:spTgt spid="10269"/>
                                        </p:tgtEl>
                                      </p:cBhvr>
                                    </p:animEffect>
                                  </p:childTnLst>
                                </p:cTn>
                              </p:par>
                            </p:childTnLst>
                          </p:cTn>
                        </p:par>
                        <p:par>
                          <p:cTn id="50" fill="hold" nodeType="afterGroup">
                            <p:stCondLst>
                              <p:cond delay="1000"/>
                            </p:stCondLst>
                            <p:childTnLst>
                              <p:par>
                                <p:cTn id="51" presetID="22" presetClass="entr" presetSubtype="8" fill="hold" grpId="0" nodeType="afterEffect">
                                  <p:stCondLst>
                                    <p:cond delay="0"/>
                                  </p:stCondLst>
                                  <p:childTnLst>
                                    <p:set>
                                      <p:cBhvr>
                                        <p:cTn id="52" dur="1" fill="hold">
                                          <p:stCondLst>
                                            <p:cond delay="0"/>
                                          </p:stCondLst>
                                        </p:cTn>
                                        <p:tgtEl>
                                          <p:spTgt spid="10279"/>
                                        </p:tgtEl>
                                        <p:attrNameLst>
                                          <p:attrName>style.visibility</p:attrName>
                                        </p:attrNameLst>
                                      </p:cBhvr>
                                      <p:to>
                                        <p:strVal val="visible"/>
                                      </p:to>
                                    </p:set>
                                    <p:animEffect transition="in" filter="wipe(left)">
                                      <p:cBhvr>
                                        <p:cTn id="53" dur="500"/>
                                        <p:tgtEl>
                                          <p:spTgt spid="10279"/>
                                        </p:tgtEl>
                                      </p:cBhvr>
                                    </p:animEffect>
                                  </p:childTnLst>
                                </p:cTn>
                              </p:par>
                            </p:childTnLst>
                          </p:cTn>
                        </p:par>
                        <p:par>
                          <p:cTn id="54" fill="hold" nodeType="afterGroup">
                            <p:stCondLst>
                              <p:cond delay="1500"/>
                            </p:stCondLst>
                            <p:childTnLst>
                              <p:par>
                                <p:cTn id="55" presetID="22" presetClass="entr" presetSubtype="8" fill="hold" grpId="0" nodeType="afterEffect">
                                  <p:stCondLst>
                                    <p:cond delay="0"/>
                                  </p:stCondLst>
                                  <p:childTnLst>
                                    <p:set>
                                      <p:cBhvr>
                                        <p:cTn id="56" dur="1" fill="hold">
                                          <p:stCondLst>
                                            <p:cond delay="0"/>
                                          </p:stCondLst>
                                        </p:cTn>
                                        <p:tgtEl>
                                          <p:spTgt spid="10289"/>
                                        </p:tgtEl>
                                        <p:attrNameLst>
                                          <p:attrName>style.visibility</p:attrName>
                                        </p:attrNameLst>
                                      </p:cBhvr>
                                      <p:to>
                                        <p:strVal val="visible"/>
                                      </p:to>
                                    </p:set>
                                    <p:animEffect transition="in" filter="wipe(left)">
                                      <p:cBhvr>
                                        <p:cTn id="57" dur="500"/>
                                        <p:tgtEl>
                                          <p:spTgt spid="1028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nodeType="clickEffect">
                                  <p:stCondLst>
                                    <p:cond delay="0"/>
                                  </p:stCondLst>
                                  <p:childTnLst>
                                    <p:set>
                                      <p:cBhvr>
                                        <p:cTn id="61" dur="1" fill="hold">
                                          <p:stCondLst>
                                            <p:cond delay="0"/>
                                          </p:stCondLst>
                                        </p:cTn>
                                        <p:tgtEl>
                                          <p:spTgt spid="10249"/>
                                        </p:tgtEl>
                                        <p:attrNameLst>
                                          <p:attrName>style.visibility</p:attrName>
                                        </p:attrNameLst>
                                      </p:cBhvr>
                                      <p:to>
                                        <p:strVal val="visible"/>
                                      </p:to>
                                    </p:set>
                                    <p:animEffect transition="in" filter="wipe(down)">
                                      <p:cBhvr>
                                        <p:cTn id="62" dur="500"/>
                                        <p:tgtEl>
                                          <p:spTgt spid="1024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0248"/>
                                        </p:tgtEl>
                                        <p:attrNameLst>
                                          <p:attrName>style.visibility</p:attrName>
                                        </p:attrNameLst>
                                      </p:cBhvr>
                                      <p:to>
                                        <p:strVal val="visible"/>
                                      </p:to>
                                    </p:set>
                                    <p:animEffect transition="in" filter="wipe(left)">
                                      <p:cBhvr>
                                        <p:cTn id="67" dur="500"/>
                                        <p:tgtEl>
                                          <p:spTgt spid="1024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0255"/>
                                        </p:tgtEl>
                                        <p:attrNameLst>
                                          <p:attrName>style.visibility</p:attrName>
                                        </p:attrNameLst>
                                      </p:cBhvr>
                                      <p:to>
                                        <p:strVal val="visible"/>
                                      </p:to>
                                    </p:set>
                                    <p:animEffect transition="in" filter="wipe(left)">
                                      <p:cBhvr>
                                        <p:cTn id="72" dur="500"/>
                                        <p:tgtEl>
                                          <p:spTgt spid="10255"/>
                                        </p:tgtEl>
                                      </p:cBhvr>
                                    </p:animEffect>
                                  </p:childTnLst>
                                </p:cTn>
                              </p:par>
                            </p:childTnLst>
                          </p:cTn>
                        </p:par>
                        <p:par>
                          <p:cTn id="73" fill="hold" nodeType="afterGroup">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10270"/>
                                        </p:tgtEl>
                                        <p:attrNameLst>
                                          <p:attrName>style.visibility</p:attrName>
                                        </p:attrNameLst>
                                      </p:cBhvr>
                                      <p:to>
                                        <p:strVal val="visible"/>
                                      </p:to>
                                    </p:set>
                                    <p:animEffect transition="in" filter="wipe(left)">
                                      <p:cBhvr>
                                        <p:cTn id="76" dur="500"/>
                                        <p:tgtEl>
                                          <p:spTgt spid="10270"/>
                                        </p:tgtEl>
                                      </p:cBhvr>
                                    </p:animEffect>
                                  </p:childTnLst>
                                </p:cTn>
                              </p:par>
                            </p:childTnLst>
                          </p:cTn>
                        </p:par>
                        <p:par>
                          <p:cTn id="77" fill="hold" nodeType="afterGroup">
                            <p:stCondLst>
                              <p:cond delay="1000"/>
                            </p:stCondLst>
                            <p:childTnLst>
                              <p:par>
                                <p:cTn id="78" presetID="22" presetClass="entr" presetSubtype="8" fill="hold" grpId="0" nodeType="afterEffect">
                                  <p:stCondLst>
                                    <p:cond delay="0"/>
                                  </p:stCondLst>
                                  <p:childTnLst>
                                    <p:set>
                                      <p:cBhvr>
                                        <p:cTn id="79" dur="1" fill="hold">
                                          <p:stCondLst>
                                            <p:cond delay="0"/>
                                          </p:stCondLst>
                                        </p:cTn>
                                        <p:tgtEl>
                                          <p:spTgt spid="10280"/>
                                        </p:tgtEl>
                                        <p:attrNameLst>
                                          <p:attrName>style.visibility</p:attrName>
                                        </p:attrNameLst>
                                      </p:cBhvr>
                                      <p:to>
                                        <p:strVal val="visible"/>
                                      </p:to>
                                    </p:set>
                                    <p:animEffect transition="in" filter="wipe(left)">
                                      <p:cBhvr>
                                        <p:cTn id="80" dur="500"/>
                                        <p:tgtEl>
                                          <p:spTgt spid="10280"/>
                                        </p:tgtEl>
                                      </p:cBhvr>
                                    </p:animEffect>
                                  </p:childTnLst>
                                </p:cTn>
                              </p:par>
                            </p:childTnLst>
                          </p:cTn>
                        </p:par>
                        <p:par>
                          <p:cTn id="81" fill="hold" nodeType="afterGroup">
                            <p:stCondLst>
                              <p:cond delay="1500"/>
                            </p:stCondLst>
                            <p:childTnLst>
                              <p:par>
                                <p:cTn id="82" presetID="22" presetClass="entr" presetSubtype="8" fill="hold" grpId="0" nodeType="afterEffect">
                                  <p:stCondLst>
                                    <p:cond delay="0"/>
                                  </p:stCondLst>
                                  <p:childTnLst>
                                    <p:set>
                                      <p:cBhvr>
                                        <p:cTn id="83" dur="1" fill="hold">
                                          <p:stCondLst>
                                            <p:cond delay="0"/>
                                          </p:stCondLst>
                                        </p:cTn>
                                        <p:tgtEl>
                                          <p:spTgt spid="10290"/>
                                        </p:tgtEl>
                                        <p:attrNameLst>
                                          <p:attrName>style.visibility</p:attrName>
                                        </p:attrNameLst>
                                      </p:cBhvr>
                                      <p:to>
                                        <p:strVal val="visible"/>
                                      </p:to>
                                    </p:set>
                                    <p:animEffect transition="in" filter="wipe(left)">
                                      <p:cBhvr>
                                        <p:cTn id="84" dur="500"/>
                                        <p:tgtEl>
                                          <p:spTgt spid="10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P spid="10245" grpId="0"/>
      <p:bldP spid="10248" grpId="0"/>
      <p:bldP spid="10253" grpId="0"/>
      <p:bldP spid="10254" grpId="0"/>
      <p:bldP spid="10255" grpId="0"/>
      <p:bldP spid="10268" grpId="0"/>
      <p:bldP spid="10269" grpId="0"/>
      <p:bldP spid="10270" grpId="0"/>
      <p:bldP spid="10278" grpId="0"/>
      <p:bldP spid="10279" grpId="0"/>
      <p:bldP spid="10280" grpId="0"/>
      <p:bldP spid="10288" grpId="0"/>
      <p:bldP spid="10289" grpId="0"/>
      <p:bldP spid="1029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3 Slayt Numarası Yer Tutucusu">
            <a:extLst>
              <a:ext uri="{FF2B5EF4-FFF2-40B4-BE49-F238E27FC236}">
                <a16:creationId xmlns:a16="http://schemas.microsoft.com/office/drawing/2014/main" id="{4658D77E-7526-4A5B-71B7-8B2A896AA3A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F99B58F4-F8EE-4EBD-AD60-B29D715E5F8F}" type="slidenum">
              <a:rPr lang="tr-TR" altLang="tr-TR" b="0" i="0"/>
              <a:pPr eaLnBrk="1" hangingPunct="1"/>
              <a:t>73</a:t>
            </a:fld>
            <a:endParaRPr lang="tr-TR" altLang="tr-TR" b="0" i="0"/>
          </a:p>
        </p:txBody>
      </p:sp>
      <p:sp>
        <p:nvSpPr>
          <p:cNvPr id="63491" name="4 Slayt Numarası Yer Tutucusu">
            <a:extLst>
              <a:ext uri="{FF2B5EF4-FFF2-40B4-BE49-F238E27FC236}">
                <a16:creationId xmlns:a16="http://schemas.microsoft.com/office/drawing/2014/main" id="{CD9BCA59-2C59-55BF-D71A-988F42128414}"/>
              </a:ext>
            </a:extLst>
          </p:cNvPr>
          <p:cNvSpPr txBox="1">
            <a:spLocks noGrp="1"/>
          </p:cNvSpPr>
          <p:nvPr/>
        </p:nvSpPr>
        <p:spPr bwMode="auto">
          <a:xfrm>
            <a:off x="6948488" y="6248400"/>
            <a:ext cx="1738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r" eaLnBrk="1" hangingPunct="1"/>
            <a:r>
              <a:rPr lang="tr-TR" altLang="tr-TR" sz="1400" b="0" i="0">
                <a:latin typeface="Arial Black" panose="020B0A04020102020204" pitchFamily="34" charset="0"/>
              </a:rPr>
              <a:t>DERS I - </a:t>
            </a:r>
            <a:fld id="{94069FD3-0AE2-4EB6-AF41-74DD01FDDADC}" type="slidenum">
              <a:rPr lang="tr-TR" altLang="tr-TR" sz="1400" b="0" i="0">
                <a:latin typeface="Arial Black" panose="020B0A04020102020204" pitchFamily="34" charset="0"/>
              </a:rPr>
              <a:pPr algn="r" eaLnBrk="1" hangingPunct="1"/>
              <a:t>73</a:t>
            </a:fld>
            <a:r>
              <a:rPr lang="tr-TR" altLang="tr-TR" sz="1400" b="0" i="0">
                <a:latin typeface="Arial Black" panose="020B0A04020102020204" pitchFamily="34" charset="0"/>
              </a:rPr>
              <a:t>/63</a:t>
            </a:r>
          </a:p>
        </p:txBody>
      </p:sp>
      <p:sp>
        <p:nvSpPr>
          <p:cNvPr id="16386" name="Freeform 2">
            <a:extLst>
              <a:ext uri="{FF2B5EF4-FFF2-40B4-BE49-F238E27FC236}">
                <a16:creationId xmlns:a16="http://schemas.microsoft.com/office/drawing/2014/main" id="{1A28F3B9-86AC-3796-F15F-D9682E6CBAAF}"/>
              </a:ext>
            </a:extLst>
          </p:cNvPr>
          <p:cNvSpPr>
            <a:spLocks/>
          </p:cNvSpPr>
          <p:nvPr/>
        </p:nvSpPr>
        <p:spPr bwMode="auto">
          <a:xfrm>
            <a:off x="3643313" y="3767138"/>
            <a:ext cx="857250" cy="1428750"/>
          </a:xfrm>
          <a:custGeom>
            <a:avLst/>
            <a:gdLst>
              <a:gd name="T0" fmla="*/ 0 w 540"/>
              <a:gd name="T1" fmla="*/ 0 h 900"/>
              <a:gd name="T2" fmla="*/ 1358364795 w 540"/>
              <a:gd name="T3" fmla="*/ 0 h 900"/>
              <a:gd name="T4" fmla="*/ 1358364795 w 540"/>
              <a:gd name="T5" fmla="*/ 2147483647 h 900"/>
              <a:gd name="T6" fmla="*/ 0 w 540"/>
              <a:gd name="T7" fmla="*/ 2147483647 h 900"/>
              <a:gd name="T8" fmla="*/ 0 w 540"/>
              <a:gd name="T9" fmla="*/ 0 h 900"/>
              <a:gd name="T10" fmla="*/ 0 60000 65536"/>
              <a:gd name="T11" fmla="*/ 0 60000 65536"/>
              <a:gd name="T12" fmla="*/ 0 60000 65536"/>
              <a:gd name="T13" fmla="*/ 0 60000 65536"/>
              <a:gd name="T14" fmla="*/ 0 60000 65536"/>
              <a:gd name="T15" fmla="*/ 0 w 540"/>
              <a:gd name="T16" fmla="*/ 0 h 900"/>
              <a:gd name="T17" fmla="*/ 540 w 540"/>
              <a:gd name="T18" fmla="*/ 900 h 900"/>
            </a:gdLst>
            <a:ahLst/>
            <a:cxnLst>
              <a:cxn ang="T10">
                <a:pos x="T0" y="T1"/>
              </a:cxn>
              <a:cxn ang="T11">
                <a:pos x="T2" y="T3"/>
              </a:cxn>
              <a:cxn ang="T12">
                <a:pos x="T4" y="T5"/>
              </a:cxn>
              <a:cxn ang="T13">
                <a:pos x="T6" y="T7"/>
              </a:cxn>
              <a:cxn ang="T14">
                <a:pos x="T8" y="T9"/>
              </a:cxn>
            </a:cxnLst>
            <a:rect l="T15" t="T16" r="T17" b="T18"/>
            <a:pathLst>
              <a:path w="540" h="900">
                <a:moveTo>
                  <a:pt x="0" y="0"/>
                </a:moveTo>
                <a:lnTo>
                  <a:pt x="539" y="0"/>
                </a:lnTo>
                <a:lnTo>
                  <a:pt x="539" y="899"/>
                </a:lnTo>
                <a:lnTo>
                  <a:pt x="0" y="899"/>
                </a:lnTo>
                <a:lnTo>
                  <a:pt x="0" y="0"/>
                </a:lnTo>
              </a:path>
            </a:pathLst>
          </a:custGeom>
          <a:solidFill>
            <a:srgbClr val="00DFCA"/>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6387" name="Freeform 3">
            <a:extLst>
              <a:ext uri="{FF2B5EF4-FFF2-40B4-BE49-F238E27FC236}">
                <a16:creationId xmlns:a16="http://schemas.microsoft.com/office/drawing/2014/main" id="{6FA4CD2D-9B90-263D-B40B-505448AEB153}"/>
              </a:ext>
            </a:extLst>
          </p:cNvPr>
          <p:cNvSpPr>
            <a:spLocks/>
          </p:cNvSpPr>
          <p:nvPr/>
        </p:nvSpPr>
        <p:spPr bwMode="auto">
          <a:xfrm>
            <a:off x="4498975" y="2813050"/>
            <a:ext cx="860425" cy="2382838"/>
          </a:xfrm>
          <a:custGeom>
            <a:avLst/>
            <a:gdLst>
              <a:gd name="T0" fmla="*/ 0 w 542"/>
              <a:gd name="T1" fmla="*/ 0 h 1501"/>
              <a:gd name="T2" fmla="*/ 1363405108 w 542"/>
              <a:gd name="T3" fmla="*/ 0 h 1501"/>
              <a:gd name="T4" fmla="*/ 1363405108 w 542"/>
              <a:gd name="T5" fmla="*/ 2147483647 h 1501"/>
              <a:gd name="T6" fmla="*/ 0 w 542"/>
              <a:gd name="T7" fmla="*/ 2147483647 h 1501"/>
              <a:gd name="T8" fmla="*/ 0 w 542"/>
              <a:gd name="T9" fmla="*/ 0 h 1501"/>
              <a:gd name="T10" fmla="*/ 0 60000 65536"/>
              <a:gd name="T11" fmla="*/ 0 60000 65536"/>
              <a:gd name="T12" fmla="*/ 0 60000 65536"/>
              <a:gd name="T13" fmla="*/ 0 60000 65536"/>
              <a:gd name="T14" fmla="*/ 0 60000 65536"/>
              <a:gd name="T15" fmla="*/ 0 w 542"/>
              <a:gd name="T16" fmla="*/ 0 h 1501"/>
              <a:gd name="T17" fmla="*/ 542 w 542"/>
              <a:gd name="T18" fmla="*/ 1501 h 1501"/>
            </a:gdLst>
            <a:ahLst/>
            <a:cxnLst>
              <a:cxn ang="T10">
                <a:pos x="T0" y="T1"/>
              </a:cxn>
              <a:cxn ang="T11">
                <a:pos x="T2" y="T3"/>
              </a:cxn>
              <a:cxn ang="T12">
                <a:pos x="T4" y="T5"/>
              </a:cxn>
              <a:cxn ang="T13">
                <a:pos x="T6" y="T7"/>
              </a:cxn>
              <a:cxn ang="T14">
                <a:pos x="T8" y="T9"/>
              </a:cxn>
            </a:cxnLst>
            <a:rect l="T15" t="T16" r="T17" b="T18"/>
            <a:pathLst>
              <a:path w="542" h="1501">
                <a:moveTo>
                  <a:pt x="0" y="0"/>
                </a:moveTo>
                <a:lnTo>
                  <a:pt x="541" y="0"/>
                </a:lnTo>
                <a:lnTo>
                  <a:pt x="541" y="1500"/>
                </a:lnTo>
                <a:lnTo>
                  <a:pt x="0" y="1500"/>
                </a:lnTo>
                <a:lnTo>
                  <a:pt x="0" y="0"/>
                </a:lnTo>
              </a:path>
            </a:pathLst>
          </a:custGeom>
          <a:solidFill>
            <a:srgbClr val="00DFCA"/>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6388" name="Freeform 4">
            <a:extLst>
              <a:ext uri="{FF2B5EF4-FFF2-40B4-BE49-F238E27FC236}">
                <a16:creationId xmlns:a16="http://schemas.microsoft.com/office/drawing/2014/main" id="{688AD4C5-28CD-2297-B347-8528530BD067}"/>
              </a:ext>
            </a:extLst>
          </p:cNvPr>
          <p:cNvSpPr>
            <a:spLocks/>
          </p:cNvSpPr>
          <p:nvPr/>
        </p:nvSpPr>
        <p:spPr bwMode="auto">
          <a:xfrm>
            <a:off x="5357813" y="4240213"/>
            <a:ext cx="857250" cy="955675"/>
          </a:xfrm>
          <a:custGeom>
            <a:avLst/>
            <a:gdLst>
              <a:gd name="T0" fmla="*/ 0 w 540"/>
              <a:gd name="T1" fmla="*/ 0 h 602"/>
              <a:gd name="T2" fmla="*/ 1358364795 w 540"/>
              <a:gd name="T3" fmla="*/ 0 h 602"/>
              <a:gd name="T4" fmla="*/ 1358364795 w 540"/>
              <a:gd name="T5" fmla="*/ 1514614483 h 602"/>
              <a:gd name="T6" fmla="*/ 0 w 540"/>
              <a:gd name="T7" fmla="*/ 1514614483 h 602"/>
              <a:gd name="T8" fmla="*/ 0 w 540"/>
              <a:gd name="T9" fmla="*/ 0 h 602"/>
              <a:gd name="T10" fmla="*/ 0 60000 65536"/>
              <a:gd name="T11" fmla="*/ 0 60000 65536"/>
              <a:gd name="T12" fmla="*/ 0 60000 65536"/>
              <a:gd name="T13" fmla="*/ 0 60000 65536"/>
              <a:gd name="T14" fmla="*/ 0 60000 65536"/>
              <a:gd name="T15" fmla="*/ 0 w 540"/>
              <a:gd name="T16" fmla="*/ 0 h 602"/>
              <a:gd name="T17" fmla="*/ 540 w 540"/>
              <a:gd name="T18" fmla="*/ 602 h 602"/>
            </a:gdLst>
            <a:ahLst/>
            <a:cxnLst>
              <a:cxn ang="T10">
                <a:pos x="T0" y="T1"/>
              </a:cxn>
              <a:cxn ang="T11">
                <a:pos x="T2" y="T3"/>
              </a:cxn>
              <a:cxn ang="T12">
                <a:pos x="T4" y="T5"/>
              </a:cxn>
              <a:cxn ang="T13">
                <a:pos x="T6" y="T7"/>
              </a:cxn>
              <a:cxn ang="T14">
                <a:pos x="T8" y="T9"/>
              </a:cxn>
            </a:cxnLst>
            <a:rect l="T15" t="T16" r="T17" b="T18"/>
            <a:pathLst>
              <a:path w="540" h="602">
                <a:moveTo>
                  <a:pt x="0" y="0"/>
                </a:moveTo>
                <a:lnTo>
                  <a:pt x="539" y="0"/>
                </a:lnTo>
                <a:lnTo>
                  <a:pt x="539" y="601"/>
                </a:lnTo>
                <a:lnTo>
                  <a:pt x="0" y="601"/>
                </a:lnTo>
                <a:lnTo>
                  <a:pt x="0" y="0"/>
                </a:lnTo>
              </a:path>
            </a:pathLst>
          </a:custGeom>
          <a:solidFill>
            <a:srgbClr val="00DFCA"/>
          </a:solidFill>
          <a:ln w="12700" cap="rnd">
            <a:solidFill>
              <a:srgbClr val="000000"/>
            </a:solidFill>
            <a:round/>
            <a:headEnd/>
            <a:tailEnd/>
          </a:ln>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6389" name="Line 5">
            <a:extLst>
              <a:ext uri="{FF2B5EF4-FFF2-40B4-BE49-F238E27FC236}">
                <a16:creationId xmlns:a16="http://schemas.microsoft.com/office/drawing/2014/main" id="{F66237EF-7738-AD7E-1584-A07F00A04139}"/>
              </a:ext>
            </a:extLst>
          </p:cNvPr>
          <p:cNvSpPr>
            <a:spLocks noChangeShapeType="1"/>
          </p:cNvSpPr>
          <p:nvPr/>
        </p:nvSpPr>
        <p:spPr bwMode="auto">
          <a:xfrm>
            <a:off x="2787650" y="2827338"/>
            <a:ext cx="0" cy="2354262"/>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16390" name="Line 6">
            <a:extLst>
              <a:ext uri="{FF2B5EF4-FFF2-40B4-BE49-F238E27FC236}">
                <a16:creationId xmlns:a16="http://schemas.microsoft.com/office/drawing/2014/main" id="{3DCB4EEF-CA43-49D3-E71F-358B4279C195}"/>
              </a:ext>
            </a:extLst>
          </p:cNvPr>
          <p:cNvSpPr>
            <a:spLocks noChangeShapeType="1"/>
          </p:cNvSpPr>
          <p:nvPr/>
        </p:nvSpPr>
        <p:spPr bwMode="auto">
          <a:xfrm>
            <a:off x="2724150" y="5194300"/>
            <a:ext cx="1270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16391" name="Line 7">
            <a:extLst>
              <a:ext uri="{FF2B5EF4-FFF2-40B4-BE49-F238E27FC236}">
                <a16:creationId xmlns:a16="http://schemas.microsoft.com/office/drawing/2014/main" id="{A957A509-EDEC-CCC9-E60B-009A61CB8AF0}"/>
              </a:ext>
            </a:extLst>
          </p:cNvPr>
          <p:cNvSpPr>
            <a:spLocks noChangeShapeType="1"/>
          </p:cNvSpPr>
          <p:nvPr/>
        </p:nvSpPr>
        <p:spPr bwMode="auto">
          <a:xfrm>
            <a:off x="2724150" y="4716463"/>
            <a:ext cx="1270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16392" name="Line 8">
            <a:extLst>
              <a:ext uri="{FF2B5EF4-FFF2-40B4-BE49-F238E27FC236}">
                <a16:creationId xmlns:a16="http://schemas.microsoft.com/office/drawing/2014/main" id="{0FAA049B-6903-EBF0-EFC4-4B3BE2F7CDDB}"/>
              </a:ext>
            </a:extLst>
          </p:cNvPr>
          <p:cNvSpPr>
            <a:spLocks noChangeShapeType="1"/>
          </p:cNvSpPr>
          <p:nvPr/>
        </p:nvSpPr>
        <p:spPr bwMode="auto">
          <a:xfrm>
            <a:off x="2724150" y="4240213"/>
            <a:ext cx="1270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16393" name="Line 9">
            <a:extLst>
              <a:ext uri="{FF2B5EF4-FFF2-40B4-BE49-F238E27FC236}">
                <a16:creationId xmlns:a16="http://schemas.microsoft.com/office/drawing/2014/main" id="{264EF6CE-23EF-617F-16F4-59F665C4D7B5}"/>
              </a:ext>
            </a:extLst>
          </p:cNvPr>
          <p:cNvSpPr>
            <a:spLocks noChangeShapeType="1"/>
          </p:cNvSpPr>
          <p:nvPr/>
        </p:nvSpPr>
        <p:spPr bwMode="auto">
          <a:xfrm>
            <a:off x="2724150" y="3767138"/>
            <a:ext cx="1270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16394" name="Line 10">
            <a:extLst>
              <a:ext uri="{FF2B5EF4-FFF2-40B4-BE49-F238E27FC236}">
                <a16:creationId xmlns:a16="http://schemas.microsoft.com/office/drawing/2014/main" id="{694ED2C3-5BF7-0338-40A9-F7D5AF406792}"/>
              </a:ext>
            </a:extLst>
          </p:cNvPr>
          <p:cNvSpPr>
            <a:spLocks noChangeShapeType="1"/>
          </p:cNvSpPr>
          <p:nvPr/>
        </p:nvSpPr>
        <p:spPr bwMode="auto">
          <a:xfrm>
            <a:off x="2724150" y="3289300"/>
            <a:ext cx="1270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16395" name="Line 11">
            <a:extLst>
              <a:ext uri="{FF2B5EF4-FFF2-40B4-BE49-F238E27FC236}">
                <a16:creationId xmlns:a16="http://schemas.microsoft.com/office/drawing/2014/main" id="{DDABBE33-AD26-F016-E84D-BFEF8ECE28C7}"/>
              </a:ext>
            </a:extLst>
          </p:cNvPr>
          <p:cNvSpPr>
            <a:spLocks noChangeShapeType="1"/>
          </p:cNvSpPr>
          <p:nvPr/>
        </p:nvSpPr>
        <p:spPr bwMode="auto">
          <a:xfrm>
            <a:off x="2724150" y="2813050"/>
            <a:ext cx="1270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16396" name="Line 12">
            <a:extLst>
              <a:ext uri="{FF2B5EF4-FFF2-40B4-BE49-F238E27FC236}">
                <a16:creationId xmlns:a16="http://schemas.microsoft.com/office/drawing/2014/main" id="{091A2D6B-F8F2-E99C-8603-C883920B3BB7}"/>
              </a:ext>
            </a:extLst>
          </p:cNvPr>
          <p:cNvSpPr>
            <a:spLocks noChangeShapeType="1"/>
          </p:cNvSpPr>
          <p:nvPr/>
        </p:nvSpPr>
        <p:spPr bwMode="auto">
          <a:xfrm>
            <a:off x="2827338" y="5181600"/>
            <a:ext cx="4256087"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16397" name="Line 13">
            <a:extLst>
              <a:ext uri="{FF2B5EF4-FFF2-40B4-BE49-F238E27FC236}">
                <a16:creationId xmlns:a16="http://schemas.microsoft.com/office/drawing/2014/main" id="{1D93C07B-141C-C987-E06F-D45F0B522382}"/>
              </a:ext>
            </a:extLst>
          </p:cNvPr>
          <p:cNvSpPr>
            <a:spLocks noChangeShapeType="1"/>
          </p:cNvSpPr>
          <p:nvPr/>
        </p:nvSpPr>
        <p:spPr bwMode="auto">
          <a:xfrm flipV="1">
            <a:off x="2787650" y="5084763"/>
            <a:ext cx="0" cy="215900"/>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3504" name="Line 14">
            <a:extLst>
              <a:ext uri="{FF2B5EF4-FFF2-40B4-BE49-F238E27FC236}">
                <a16:creationId xmlns:a16="http://schemas.microsoft.com/office/drawing/2014/main" id="{452F7C43-2C9D-15CF-E30C-16F5FA2845F5}"/>
              </a:ext>
            </a:extLst>
          </p:cNvPr>
          <p:cNvSpPr>
            <a:spLocks noChangeShapeType="1"/>
          </p:cNvSpPr>
          <p:nvPr/>
        </p:nvSpPr>
        <p:spPr bwMode="auto">
          <a:xfrm flipV="1">
            <a:off x="3643313" y="5084763"/>
            <a:ext cx="0" cy="215900"/>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3505" name="Line 15">
            <a:extLst>
              <a:ext uri="{FF2B5EF4-FFF2-40B4-BE49-F238E27FC236}">
                <a16:creationId xmlns:a16="http://schemas.microsoft.com/office/drawing/2014/main" id="{EE171DEF-3C7E-3B57-5463-C2C0D551FA9F}"/>
              </a:ext>
            </a:extLst>
          </p:cNvPr>
          <p:cNvSpPr>
            <a:spLocks noChangeShapeType="1"/>
          </p:cNvSpPr>
          <p:nvPr/>
        </p:nvSpPr>
        <p:spPr bwMode="auto">
          <a:xfrm flipV="1">
            <a:off x="4498975" y="5084763"/>
            <a:ext cx="0" cy="215900"/>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3506" name="Line 16">
            <a:extLst>
              <a:ext uri="{FF2B5EF4-FFF2-40B4-BE49-F238E27FC236}">
                <a16:creationId xmlns:a16="http://schemas.microsoft.com/office/drawing/2014/main" id="{14B92164-E4A7-76C9-DD44-638B58CEDD32}"/>
              </a:ext>
            </a:extLst>
          </p:cNvPr>
          <p:cNvSpPr>
            <a:spLocks noChangeShapeType="1"/>
          </p:cNvSpPr>
          <p:nvPr/>
        </p:nvSpPr>
        <p:spPr bwMode="auto">
          <a:xfrm flipV="1">
            <a:off x="5357813" y="5084763"/>
            <a:ext cx="0" cy="215900"/>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3507" name="Line 17">
            <a:extLst>
              <a:ext uri="{FF2B5EF4-FFF2-40B4-BE49-F238E27FC236}">
                <a16:creationId xmlns:a16="http://schemas.microsoft.com/office/drawing/2014/main" id="{08CC826B-89E6-72BF-C53C-AEB0618D823E}"/>
              </a:ext>
            </a:extLst>
          </p:cNvPr>
          <p:cNvSpPr>
            <a:spLocks noChangeShapeType="1"/>
          </p:cNvSpPr>
          <p:nvPr/>
        </p:nvSpPr>
        <p:spPr bwMode="auto">
          <a:xfrm flipV="1">
            <a:off x="6213475" y="5084763"/>
            <a:ext cx="0" cy="215900"/>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3508" name="Line 18">
            <a:extLst>
              <a:ext uri="{FF2B5EF4-FFF2-40B4-BE49-F238E27FC236}">
                <a16:creationId xmlns:a16="http://schemas.microsoft.com/office/drawing/2014/main" id="{EC60D3D2-7451-BE92-824B-4076B9C6803E}"/>
              </a:ext>
            </a:extLst>
          </p:cNvPr>
          <p:cNvSpPr>
            <a:spLocks noChangeShapeType="1"/>
          </p:cNvSpPr>
          <p:nvPr/>
        </p:nvSpPr>
        <p:spPr bwMode="auto">
          <a:xfrm flipV="1">
            <a:off x="7070725" y="5084763"/>
            <a:ext cx="0" cy="215900"/>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16403" name="Rectangle 19">
            <a:extLst>
              <a:ext uri="{FF2B5EF4-FFF2-40B4-BE49-F238E27FC236}">
                <a16:creationId xmlns:a16="http://schemas.microsoft.com/office/drawing/2014/main" id="{D4ED8901-48E3-0F07-0EEB-C846B89EDF74}"/>
              </a:ext>
            </a:extLst>
          </p:cNvPr>
          <p:cNvSpPr>
            <a:spLocks noChangeArrowheads="1"/>
          </p:cNvSpPr>
          <p:nvPr/>
        </p:nvSpPr>
        <p:spPr bwMode="auto">
          <a:xfrm>
            <a:off x="2362200" y="4953000"/>
            <a:ext cx="3508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0</a:t>
            </a:r>
          </a:p>
        </p:txBody>
      </p:sp>
      <p:sp>
        <p:nvSpPr>
          <p:cNvPr id="16404" name="Rectangle 20">
            <a:extLst>
              <a:ext uri="{FF2B5EF4-FFF2-40B4-BE49-F238E27FC236}">
                <a16:creationId xmlns:a16="http://schemas.microsoft.com/office/drawing/2014/main" id="{B7287E6D-D0A3-BDF6-CF38-DDE336524CBC}"/>
              </a:ext>
            </a:extLst>
          </p:cNvPr>
          <p:cNvSpPr>
            <a:spLocks noChangeArrowheads="1"/>
          </p:cNvSpPr>
          <p:nvPr/>
        </p:nvSpPr>
        <p:spPr bwMode="auto">
          <a:xfrm>
            <a:off x="2371725" y="4505325"/>
            <a:ext cx="3508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1</a:t>
            </a:r>
          </a:p>
        </p:txBody>
      </p:sp>
      <p:sp>
        <p:nvSpPr>
          <p:cNvPr id="16405" name="Rectangle 21">
            <a:extLst>
              <a:ext uri="{FF2B5EF4-FFF2-40B4-BE49-F238E27FC236}">
                <a16:creationId xmlns:a16="http://schemas.microsoft.com/office/drawing/2014/main" id="{16B55A8A-53A7-AB58-48B3-03D6DB031AD2}"/>
              </a:ext>
            </a:extLst>
          </p:cNvPr>
          <p:cNvSpPr>
            <a:spLocks noChangeArrowheads="1"/>
          </p:cNvSpPr>
          <p:nvPr/>
        </p:nvSpPr>
        <p:spPr bwMode="auto">
          <a:xfrm>
            <a:off x="2362200" y="4038600"/>
            <a:ext cx="3508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2</a:t>
            </a:r>
          </a:p>
        </p:txBody>
      </p:sp>
      <p:sp>
        <p:nvSpPr>
          <p:cNvPr id="16406" name="Rectangle 22">
            <a:extLst>
              <a:ext uri="{FF2B5EF4-FFF2-40B4-BE49-F238E27FC236}">
                <a16:creationId xmlns:a16="http://schemas.microsoft.com/office/drawing/2014/main" id="{AA670C5B-9D96-2C7E-D64D-E89433021ACA}"/>
              </a:ext>
            </a:extLst>
          </p:cNvPr>
          <p:cNvSpPr>
            <a:spLocks noChangeArrowheads="1"/>
          </p:cNvSpPr>
          <p:nvPr/>
        </p:nvSpPr>
        <p:spPr bwMode="auto">
          <a:xfrm>
            <a:off x="2371725" y="3554413"/>
            <a:ext cx="3508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3</a:t>
            </a:r>
          </a:p>
        </p:txBody>
      </p:sp>
      <p:sp>
        <p:nvSpPr>
          <p:cNvPr id="16407" name="Rectangle 23">
            <a:extLst>
              <a:ext uri="{FF2B5EF4-FFF2-40B4-BE49-F238E27FC236}">
                <a16:creationId xmlns:a16="http://schemas.microsoft.com/office/drawing/2014/main" id="{2EA6735D-90D0-8CA5-C866-537CE148D4C0}"/>
              </a:ext>
            </a:extLst>
          </p:cNvPr>
          <p:cNvSpPr>
            <a:spLocks noChangeArrowheads="1"/>
          </p:cNvSpPr>
          <p:nvPr/>
        </p:nvSpPr>
        <p:spPr bwMode="auto">
          <a:xfrm>
            <a:off x="2371725" y="3078163"/>
            <a:ext cx="3508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4</a:t>
            </a:r>
          </a:p>
        </p:txBody>
      </p:sp>
      <p:sp>
        <p:nvSpPr>
          <p:cNvPr id="16408" name="Rectangle 24">
            <a:extLst>
              <a:ext uri="{FF2B5EF4-FFF2-40B4-BE49-F238E27FC236}">
                <a16:creationId xmlns:a16="http://schemas.microsoft.com/office/drawing/2014/main" id="{79EF080A-3198-3176-2C18-B8CACCD7721C}"/>
              </a:ext>
            </a:extLst>
          </p:cNvPr>
          <p:cNvSpPr>
            <a:spLocks noChangeArrowheads="1"/>
          </p:cNvSpPr>
          <p:nvPr/>
        </p:nvSpPr>
        <p:spPr bwMode="auto">
          <a:xfrm>
            <a:off x="2371725" y="2601913"/>
            <a:ext cx="3508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5</a:t>
            </a:r>
          </a:p>
        </p:txBody>
      </p:sp>
      <p:sp>
        <p:nvSpPr>
          <p:cNvPr id="16409" name="Line 25">
            <a:extLst>
              <a:ext uri="{FF2B5EF4-FFF2-40B4-BE49-F238E27FC236}">
                <a16:creationId xmlns:a16="http://schemas.microsoft.com/office/drawing/2014/main" id="{E1C8FDA8-BA90-F03A-6D9E-BA884844ED8F}"/>
              </a:ext>
            </a:extLst>
          </p:cNvPr>
          <p:cNvSpPr>
            <a:spLocks noChangeShapeType="1"/>
          </p:cNvSpPr>
          <p:nvPr/>
        </p:nvSpPr>
        <p:spPr bwMode="auto">
          <a:xfrm flipV="1">
            <a:off x="2901950" y="4946650"/>
            <a:ext cx="104775" cy="21590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16410" name="Line 26">
            <a:extLst>
              <a:ext uri="{FF2B5EF4-FFF2-40B4-BE49-F238E27FC236}">
                <a16:creationId xmlns:a16="http://schemas.microsoft.com/office/drawing/2014/main" id="{4D39C8F5-CF59-B88B-86F4-F53815CBD9DE}"/>
              </a:ext>
            </a:extLst>
          </p:cNvPr>
          <p:cNvSpPr>
            <a:spLocks noChangeShapeType="1"/>
          </p:cNvSpPr>
          <p:nvPr/>
        </p:nvSpPr>
        <p:spPr bwMode="auto">
          <a:xfrm>
            <a:off x="3055938" y="5037138"/>
            <a:ext cx="138112" cy="341312"/>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3517" name="Line 27">
            <a:extLst>
              <a:ext uri="{FF2B5EF4-FFF2-40B4-BE49-F238E27FC236}">
                <a16:creationId xmlns:a16="http://schemas.microsoft.com/office/drawing/2014/main" id="{2719FF5B-3028-0BCC-BE85-D5FB4A0D23A8}"/>
              </a:ext>
            </a:extLst>
          </p:cNvPr>
          <p:cNvSpPr>
            <a:spLocks noChangeShapeType="1"/>
          </p:cNvSpPr>
          <p:nvPr/>
        </p:nvSpPr>
        <p:spPr bwMode="auto">
          <a:xfrm flipV="1">
            <a:off x="3970338" y="5327650"/>
            <a:ext cx="61912" cy="219075"/>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3518" name="Rectangle 28">
            <a:extLst>
              <a:ext uri="{FF2B5EF4-FFF2-40B4-BE49-F238E27FC236}">
                <a16:creationId xmlns:a16="http://schemas.microsoft.com/office/drawing/2014/main" id="{EA27AA0B-7881-3E77-618D-1F16F021CDD5}"/>
              </a:ext>
            </a:extLst>
          </p:cNvPr>
          <p:cNvSpPr>
            <a:spLocks noChangeArrowheads="1"/>
          </p:cNvSpPr>
          <p:nvPr/>
        </p:nvSpPr>
        <p:spPr bwMode="auto">
          <a:xfrm>
            <a:off x="533400" y="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nchorCtr="1"/>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eaLnBrk="1" hangingPunct="1">
              <a:lnSpc>
                <a:spcPct val="95000"/>
              </a:lnSpc>
            </a:pPr>
            <a:r>
              <a:rPr lang="tr-TR" altLang="tr-TR" sz="2400" b="0" i="0" dirty="0">
                <a:solidFill>
                  <a:srgbClr val="00B050"/>
                </a:solidFill>
              </a:rPr>
              <a:t>Histogram</a:t>
            </a:r>
          </a:p>
        </p:txBody>
      </p:sp>
      <p:sp>
        <p:nvSpPr>
          <p:cNvPr id="16413" name="Rectangle 29">
            <a:extLst>
              <a:ext uri="{FF2B5EF4-FFF2-40B4-BE49-F238E27FC236}">
                <a16:creationId xmlns:a16="http://schemas.microsoft.com/office/drawing/2014/main" id="{3C495844-D486-B6E0-F279-719BFD74AAF3}"/>
              </a:ext>
            </a:extLst>
          </p:cNvPr>
          <p:cNvSpPr>
            <a:spLocks noChangeArrowheads="1"/>
          </p:cNvSpPr>
          <p:nvPr/>
        </p:nvSpPr>
        <p:spPr bwMode="auto">
          <a:xfrm>
            <a:off x="249238" y="3171825"/>
            <a:ext cx="1839912"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2400" i="0">
                <a:solidFill>
                  <a:schemeClr val="bg2"/>
                </a:solidFill>
              </a:rPr>
              <a:t>Frekans</a:t>
            </a:r>
            <a:endParaRPr lang="tr-TR" altLang="tr-TR" sz="2400" b="0" i="0">
              <a:solidFill>
                <a:schemeClr val="bg2"/>
              </a:solidFill>
            </a:endParaRPr>
          </a:p>
          <a:p>
            <a:pPr>
              <a:spcBef>
                <a:spcPct val="50000"/>
              </a:spcBef>
            </a:pPr>
            <a:r>
              <a:rPr lang="tr-TR" altLang="tr-TR" sz="2400" b="0" i="0">
                <a:solidFill>
                  <a:schemeClr val="bg2"/>
                </a:solidFill>
              </a:rPr>
              <a:t>Bağıl Frekans </a:t>
            </a:r>
          </a:p>
          <a:p>
            <a:pPr>
              <a:spcBef>
                <a:spcPct val="50000"/>
              </a:spcBef>
            </a:pPr>
            <a:r>
              <a:rPr lang="tr-TR" altLang="tr-TR" sz="2400" b="0" i="0">
                <a:solidFill>
                  <a:schemeClr val="bg2"/>
                </a:solidFill>
              </a:rPr>
              <a:t>Frekans</a:t>
            </a:r>
          </a:p>
          <a:p>
            <a:pPr>
              <a:spcBef>
                <a:spcPct val="50000"/>
              </a:spcBef>
            </a:pPr>
            <a:r>
              <a:rPr lang="tr-TR" altLang="tr-TR" sz="2400" b="0" i="0">
                <a:solidFill>
                  <a:schemeClr val="bg2"/>
                </a:solidFill>
              </a:rPr>
              <a:t>Yüzde</a:t>
            </a:r>
          </a:p>
        </p:txBody>
      </p:sp>
      <p:sp>
        <p:nvSpPr>
          <p:cNvPr id="16414" name="Line 30">
            <a:extLst>
              <a:ext uri="{FF2B5EF4-FFF2-40B4-BE49-F238E27FC236}">
                <a16:creationId xmlns:a16="http://schemas.microsoft.com/office/drawing/2014/main" id="{D03C2C6E-2756-61E4-9C15-B9993253E917}"/>
              </a:ext>
            </a:extLst>
          </p:cNvPr>
          <p:cNvSpPr>
            <a:spLocks noChangeShapeType="1"/>
          </p:cNvSpPr>
          <p:nvPr/>
        </p:nvSpPr>
        <p:spPr bwMode="auto">
          <a:xfrm flipV="1">
            <a:off x="1919288" y="2655888"/>
            <a:ext cx="354012" cy="557212"/>
          </a:xfrm>
          <a:prstGeom prst="line">
            <a:avLst/>
          </a:prstGeom>
          <a:noFill/>
          <a:ln w="12700">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16415" name="Rectangle 31">
            <a:extLst>
              <a:ext uri="{FF2B5EF4-FFF2-40B4-BE49-F238E27FC236}">
                <a16:creationId xmlns:a16="http://schemas.microsoft.com/office/drawing/2014/main" id="{E8D368AD-8E39-2FDE-EDF5-6A80810932CD}"/>
              </a:ext>
            </a:extLst>
          </p:cNvPr>
          <p:cNvSpPr>
            <a:spLocks noChangeArrowheads="1"/>
          </p:cNvSpPr>
          <p:nvPr/>
        </p:nvSpPr>
        <p:spPr bwMode="auto">
          <a:xfrm>
            <a:off x="2592388" y="5487988"/>
            <a:ext cx="52546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tabLst>
                <a:tab pos="977900" algn="ctr"/>
                <a:tab pos="1828800" algn="ctr"/>
                <a:tab pos="2692400" algn="ctr"/>
                <a:tab pos="3543300" algn="ctr"/>
                <a:tab pos="4406900" algn="ctr"/>
              </a:tabLst>
              <a:defRPr b="1" i="1">
                <a:solidFill>
                  <a:schemeClr val="tx1"/>
                </a:solidFill>
                <a:latin typeface="Arial" panose="020B0604020202020204" pitchFamily="34" charset="0"/>
              </a:defRPr>
            </a:lvl1pPr>
            <a:lvl2pPr marL="742950" indent="-285750" eaLnBrk="0" hangingPunct="0">
              <a:tabLst>
                <a:tab pos="977900" algn="ctr"/>
                <a:tab pos="1828800" algn="ctr"/>
                <a:tab pos="2692400" algn="ctr"/>
                <a:tab pos="3543300" algn="ctr"/>
                <a:tab pos="4406900" algn="ctr"/>
              </a:tabLst>
              <a:defRPr b="1" i="1">
                <a:solidFill>
                  <a:schemeClr val="tx1"/>
                </a:solidFill>
                <a:latin typeface="Arial" panose="020B0604020202020204" pitchFamily="34" charset="0"/>
              </a:defRPr>
            </a:lvl2pPr>
            <a:lvl3pPr marL="1143000" indent="-228600" eaLnBrk="0" hangingPunct="0">
              <a:tabLst>
                <a:tab pos="977900" algn="ctr"/>
                <a:tab pos="1828800" algn="ctr"/>
                <a:tab pos="2692400" algn="ctr"/>
                <a:tab pos="3543300" algn="ctr"/>
                <a:tab pos="4406900" algn="ctr"/>
              </a:tabLst>
              <a:defRPr b="1" i="1">
                <a:solidFill>
                  <a:schemeClr val="tx1"/>
                </a:solidFill>
                <a:latin typeface="Arial" panose="020B0604020202020204" pitchFamily="34" charset="0"/>
              </a:defRPr>
            </a:lvl3pPr>
            <a:lvl4pPr marL="1600200" indent="-228600" eaLnBrk="0" hangingPunct="0">
              <a:tabLst>
                <a:tab pos="977900" algn="ctr"/>
                <a:tab pos="1828800" algn="ctr"/>
                <a:tab pos="2692400" algn="ctr"/>
                <a:tab pos="3543300" algn="ctr"/>
                <a:tab pos="4406900" algn="ctr"/>
              </a:tabLst>
              <a:defRPr b="1" i="1">
                <a:solidFill>
                  <a:schemeClr val="tx1"/>
                </a:solidFill>
                <a:latin typeface="Arial" panose="020B0604020202020204" pitchFamily="34" charset="0"/>
              </a:defRPr>
            </a:lvl4pPr>
            <a:lvl5pPr marL="2057400" indent="-228600" eaLnBrk="0" hangingPunct="0">
              <a:tabLst>
                <a:tab pos="977900" algn="ctr"/>
                <a:tab pos="1828800" algn="ctr"/>
                <a:tab pos="2692400" algn="ctr"/>
                <a:tab pos="3543300" algn="ctr"/>
                <a:tab pos="4406900" algn="ctr"/>
              </a:tabLst>
              <a:defRPr b="1" i="1">
                <a:solidFill>
                  <a:schemeClr val="tx1"/>
                </a:solidFill>
                <a:latin typeface="Arial" panose="020B0604020202020204" pitchFamily="34" charset="0"/>
              </a:defRPr>
            </a:lvl5pPr>
            <a:lvl6pPr marL="2514600" indent="-228600" eaLnBrk="0" fontAlgn="base" hangingPunct="0">
              <a:spcBef>
                <a:spcPct val="0"/>
              </a:spcBef>
              <a:spcAft>
                <a:spcPct val="0"/>
              </a:spcAft>
              <a:tabLst>
                <a:tab pos="977900" algn="ctr"/>
                <a:tab pos="1828800" algn="ctr"/>
                <a:tab pos="2692400" algn="ctr"/>
                <a:tab pos="3543300" algn="ctr"/>
                <a:tab pos="4406900" algn="ctr"/>
              </a:tabLst>
              <a:defRPr b="1" i="1">
                <a:solidFill>
                  <a:schemeClr val="tx1"/>
                </a:solidFill>
                <a:latin typeface="Arial" panose="020B0604020202020204" pitchFamily="34" charset="0"/>
              </a:defRPr>
            </a:lvl6pPr>
            <a:lvl7pPr marL="2971800" indent="-228600" eaLnBrk="0" fontAlgn="base" hangingPunct="0">
              <a:spcBef>
                <a:spcPct val="0"/>
              </a:spcBef>
              <a:spcAft>
                <a:spcPct val="0"/>
              </a:spcAft>
              <a:tabLst>
                <a:tab pos="977900" algn="ctr"/>
                <a:tab pos="1828800" algn="ctr"/>
                <a:tab pos="2692400" algn="ctr"/>
                <a:tab pos="3543300" algn="ctr"/>
                <a:tab pos="4406900" algn="ctr"/>
              </a:tabLst>
              <a:defRPr b="1" i="1">
                <a:solidFill>
                  <a:schemeClr val="tx1"/>
                </a:solidFill>
                <a:latin typeface="Arial" panose="020B0604020202020204" pitchFamily="34" charset="0"/>
              </a:defRPr>
            </a:lvl7pPr>
            <a:lvl8pPr marL="3429000" indent="-228600" eaLnBrk="0" fontAlgn="base" hangingPunct="0">
              <a:spcBef>
                <a:spcPct val="0"/>
              </a:spcBef>
              <a:spcAft>
                <a:spcPct val="0"/>
              </a:spcAft>
              <a:tabLst>
                <a:tab pos="977900" algn="ctr"/>
                <a:tab pos="1828800" algn="ctr"/>
                <a:tab pos="2692400" algn="ctr"/>
                <a:tab pos="3543300" algn="ctr"/>
                <a:tab pos="4406900" algn="ctr"/>
              </a:tabLst>
              <a:defRPr b="1" i="1">
                <a:solidFill>
                  <a:schemeClr val="tx1"/>
                </a:solidFill>
                <a:latin typeface="Arial" panose="020B0604020202020204" pitchFamily="34" charset="0"/>
              </a:defRPr>
            </a:lvl8pPr>
            <a:lvl9pPr marL="3886200" indent="-228600" eaLnBrk="0" fontAlgn="base" hangingPunct="0">
              <a:spcBef>
                <a:spcPct val="0"/>
              </a:spcBef>
              <a:spcAft>
                <a:spcPct val="0"/>
              </a:spcAft>
              <a:tabLst>
                <a:tab pos="977900" algn="ctr"/>
                <a:tab pos="1828800" algn="ctr"/>
                <a:tab pos="2692400" algn="ctr"/>
                <a:tab pos="3543300" algn="ctr"/>
                <a:tab pos="4406900" algn="ctr"/>
              </a:tabLst>
              <a:defRPr b="1" i="1">
                <a:solidFill>
                  <a:schemeClr val="tx1"/>
                </a:solidFill>
                <a:latin typeface="Arial" panose="020B0604020202020204" pitchFamily="34" charset="0"/>
              </a:defRPr>
            </a:lvl9pPr>
          </a:lstStyle>
          <a:p>
            <a:pPr>
              <a:spcBef>
                <a:spcPct val="50000"/>
              </a:spcBef>
            </a:pPr>
            <a:r>
              <a:rPr lang="tr-TR" altLang="tr-TR" sz="2400" i="0">
                <a:solidFill>
                  <a:schemeClr val="bg2"/>
                </a:solidFill>
              </a:rPr>
              <a:t>0	15	25	35	45	55</a:t>
            </a:r>
          </a:p>
        </p:txBody>
      </p:sp>
      <p:sp>
        <p:nvSpPr>
          <p:cNvPr id="63522" name="Rectangle 32">
            <a:extLst>
              <a:ext uri="{FF2B5EF4-FFF2-40B4-BE49-F238E27FC236}">
                <a16:creationId xmlns:a16="http://schemas.microsoft.com/office/drawing/2014/main" id="{C57B32FF-D1FA-0373-B030-8ADA0BBB5DB2}"/>
              </a:ext>
            </a:extLst>
          </p:cNvPr>
          <p:cNvSpPr>
            <a:spLocks noChangeArrowheads="1"/>
          </p:cNvSpPr>
          <p:nvPr/>
        </p:nvSpPr>
        <p:spPr bwMode="auto">
          <a:xfrm>
            <a:off x="3506788" y="6021388"/>
            <a:ext cx="28162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spcBef>
                <a:spcPct val="50000"/>
              </a:spcBef>
            </a:pPr>
            <a:r>
              <a:rPr lang="tr-TR" altLang="tr-TR" sz="2400" i="0">
                <a:solidFill>
                  <a:schemeClr val="bg2"/>
                </a:solidFill>
              </a:rPr>
              <a:t>Alt Sınır</a:t>
            </a:r>
          </a:p>
        </p:txBody>
      </p:sp>
      <p:sp>
        <p:nvSpPr>
          <p:cNvPr id="16417" name="Rectangle 33">
            <a:extLst>
              <a:ext uri="{FF2B5EF4-FFF2-40B4-BE49-F238E27FC236}">
                <a16:creationId xmlns:a16="http://schemas.microsoft.com/office/drawing/2014/main" id="{B5DC2B17-5ABD-7828-7A94-BFCE3595B62B}"/>
              </a:ext>
            </a:extLst>
          </p:cNvPr>
          <p:cNvSpPr>
            <a:spLocks noChangeArrowheads="1"/>
          </p:cNvSpPr>
          <p:nvPr/>
        </p:nvSpPr>
        <p:spPr bwMode="auto">
          <a:xfrm>
            <a:off x="6859588" y="3963988"/>
            <a:ext cx="1520825" cy="118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2400" b="0" i="0">
                <a:solidFill>
                  <a:schemeClr val="bg2"/>
                </a:solidFill>
              </a:rPr>
              <a:t>Çubuklar temas halinde</a:t>
            </a:r>
          </a:p>
        </p:txBody>
      </p:sp>
      <p:sp>
        <p:nvSpPr>
          <p:cNvPr id="16418" name="Line 34">
            <a:extLst>
              <a:ext uri="{FF2B5EF4-FFF2-40B4-BE49-F238E27FC236}">
                <a16:creationId xmlns:a16="http://schemas.microsoft.com/office/drawing/2014/main" id="{E2FBF9E9-890C-9C6A-5375-5B69FCB06E85}"/>
              </a:ext>
            </a:extLst>
          </p:cNvPr>
          <p:cNvSpPr>
            <a:spLocks noChangeShapeType="1"/>
          </p:cNvSpPr>
          <p:nvPr/>
        </p:nvSpPr>
        <p:spPr bwMode="auto">
          <a:xfrm flipH="1">
            <a:off x="5475288" y="4205288"/>
            <a:ext cx="1395412" cy="582612"/>
          </a:xfrm>
          <a:prstGeom prst="line">
            <a:avLst/>
          </a:prstGeom>
          <a:noFill/>
          <a:ln w="12700">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63525" name="Rectangle 35">
            <a:extLst>
              <a:ext uri="{FF2B5EF4-FFF2-40B4-BE49-F238E27FC236}">
                <a16:creationId xmlns:a16="http://schemas.microsoft.com/office/drawing/2014/main" id="{9F89A6AC-420D-42B2-70D2-31A36E0899E5}"/>
              </a:ext>
            </a:extLst>
          </p:cNvPr>
          <p:cNvSpPr>
            <a:spLocks noChangeArrowheads="1"/>
          </p:cNvSpPr>
          <p:nvPr/>
        </p:nvSpPr>
        <p:spPr bwMode="auto">
          <a:xfrm>
            <a:off x="6143625" y="2455863"/>
            <a:ext cx="11113"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3526" name="Rectangle 36">
            <a:extLst>
              <a:ext uri="{FF2B5EF4-FFF2-40B4-BE49-F238E27FC236}">
                <a16:creationId xmlns:a16="http://schemas.microsoft.com/office/drawing/2014/main" id="{9F955CF2-EBEE-7C66-4C80-0007BB87232B}"/>
              </a:ext>
            </a:extLst>
          </p:cNvPr>
          <p:cNvSpPr>
            <a:spLocks noChangeArrowheads="1"/>
          </p:cNvSpPr>
          <p:nvPr/>
        </p:nvSpPr>
        <p:spPr bwMode="auto">
          <a:xfrm>
            <a:off x="6143625" y="2455863"/>
            <a:ext cx="11113"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3527" name="Rectangle 37">
            <a:extLst>
              <a:ext uri="{FF2B5EF4-FFF2-40B4-BE49-F238E27FC236}">
                <a16:creationId xmlns:a16="http://schemas.microsoft.com/office/drawing/2014/main" id="{FEB9B789-A4F3-D057-EB3A-385EE999681B}"/>
              </a:ext>
            </a:extLst>
          </p:cNvPr>
          <p:cNvSpPr>
            <a:spLocks noChangeArrowheads="1"/>
          </p:cNvSpPr>
          <p:nvPr/>
        </p:nvSpPr>
        <p:spPr bwMode="auto">
          <a:xfrm>
            <a:off x="7915275" y="1665288"/>
            <a:ext cx="11113"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6432" name="Rectangle 48">
            <a:extLst>
              <a:ext uri="{FF2B5EF4-FFF2-40B4-BE49-F238E27FC236}">
                <a16:creationId xmlns:a16="http://schemas.microsoft.com/office/drawing/2014/main" id="{DE2E5B13-2CE9-2252-C9A7-FE3FB5436C49}"/>
              </a:ext>
            </a:extLst>
          </p:cNvPr>
          <p:cNvSpPr>
            <a:spLocks noChangeArrowheads="1"/>
          </p:cNvSpPr>
          <p:nvPr/>
        </p:nvSpPr>
        <p:spPr bwMode="auto">
          <a:xfrm>
            <a:off x="2209800" y="2286000"/>
            <a:ext cx="17494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Adet</a:t>
            </a:r>
          </a:p>
        </p:txBody>
      </p:sp>
      <p:sp>
        <p:nvSpPr>
          <p:cNvPr id="16435" name="Rectangle 51">
            <a:extLst>
              <a:ext uri="{FF2B5EF4-FFF2-40B4-BE49-F238E27FC236}">
                <a16:creationId xmlns:a16="http://schemas.microsoft.com/office/drawing/2014/main" id="{953461EF-E469-4DCF-4243-2AD7A1E11495}"/>
              </a:ext>
            </a:extLst>
          </p:cNvPr>
          <p:cNvSpPr>
            <a:spLocks noChangeArrowheads="1"/>
          </p:cNvSpPr>
          <p:nvPr/>
        </p:nvSpPr>
        <p:spPr bwMode="auto">
          <a:xfrm>
            <a:off x="6618288" y="1585913"/>
            <a:ext cx="703262"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i="0">
                <a:solidFill>
                  <a:schemeClr val="bg2"/>
                </a:solidFill>
              </a:rPr>
              <a:t>Sınıf</a:t>
            </a:r>
          </a:p>
        </p:txBody>
      </p:sp>
      <p:sp>
        <p:nvSpPr>
          <p:cNvPr id="16436" name="Rectangle 52">
            <a:extLst>
              <a:ext uri="{FF2B5EF4-FFF2-40B4-BE49-F238E27FC236}">
                <a16:creationId xmlns:a16="http://schemas.microsoft.com/office/drawing/2014/main" id="{DE89C942-527E-004E-BA4C-8DB61561BDC2}"/>
              </a:ext>
            </a:extLst>
          </p:cNvPr>
          <p:cNvSpPr>
            <a:spLocks noChangeArrowheads="1"/>
          </p:cNvSpPr>
          <p:nvPr/>
        </p:nvSpPr>
        <p:spPr bwMode="auto">
          <a:xfrm>
            <a:off x="7921625" y="1557338"/>
            <a:ext cx="7588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i="0">
                <a:solidFill>
                  <a:schemeClr val="bg2"/>
                </a:solidFill>
              </a:rPr>
              <a:t>Frek.</a:t>
            </a:r>
          </a:p>
        </p:txBody>
      </p:sp>
      <p:sp>
        <p:nvSpPr>
          <p:cNvPr id="63531" name="Rectangle 53">
            <a:extLst>
              <a:ext uri="{FF2B5EF4-FFF2-40B4-BE49-F238E27FC236}">
                <a16:creationId xmlns:a16="http://schemas.microsoft.com/office/drawing/2014/main" id="{8A1A753F-B2CF-CFEB-25A7-0D1807144A4D}"/>
              </a:ext>
            </a:extLst>
          </p:cNvPr>
          <p:cNvSpPr>
            <a:spLocks noChangeArrowheads="1"/>
          </p:cNvSpPr>
          <p:nvPr/>
        </p:nvSpPr>
        <p:spPr bwMode="auto">
          <a:xfrm>
            <a:off x="6143625" y="2692400"/>
            <a:ext cx="11113" cy="317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3532" name="Rectangle 56">
            <a:extLst>
              <a:ext uri="{FF2B5EF4-FFF2-40B4-BE49-F238E27FC236}">
                <a16:creationId xmlns:a16="http://schemas.microsoft.com/office/drawing/2014/main" id="{AC9EB96C-330D-BD7F-6DB2-92E226333BC8}"/>
              </a:ext>
            </a:extLst>
          </p:cNvPr>
          <p:cNvSpPr>
            <a:spLocks noChangeArrowheads="1"/>
          </p:cNvSpPr>
          <p:nvPr/>
        </p:nvSpPr>
        <p:spPr bwMode="auto">
          <a:xfrm>
            <a:off x="7915275" y="1901825"/>
            <a:ext cx="31750" cy="111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3533" name="Rectangle 57">
            <a:extLst>
              <a:ext uri="{FF2B5EF4-FFF2-40B4-BE49-F238E27FC236}">
                <a16:creationId xmlns:a16="http://schemas.microsoft.com/office/drawing/2014/main" id="{7E2C9ED6-9990-7B0D-382F-95E2CC41F23A}"/>
              </a:ext>
            </a:extLst>
          </p:cNvPr>
          <p:cNvSpPr>
            <a:spLocks noChangeArrowheads="1"/>
          </p:cNvSpPr>
          <p:nvPr/>
        </p:nvSpPr>
        <p:spPr bwMode="auto">
          <a:xfrm>
            <a:off x="7915275" y="1920875"/>
            <a:ext cx="31750" cy="111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16447" name="Rectangle 63">
            <a:extLst>
              <a:ext uri="{FF2B5EF4-FFF2-40B4-BE49-F238E27FC236}">
                <a16:creationId xmlns:a16="http://schemas.microsoft.com/office/drawing/2014/main" id="{EDB2CF72-189F-278C-C0FC-06A5FD16DC0E}"/>
              </a:ext>
            </a:extLst>
          </p:cNvPr>
          <p:cNvSpPr>
            <a:spLocks noChangeArrowheads="1"/>
          </p:cNvSpPr>
          <p:nvPr/>
        </p:nvSpPr>
        <p:spPr bwMode="auto">
          <a:xfrm>
            <a:off x="6330950" y="1909763"/>
            <a:ext cx="1749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b="0" i="0">
                <a:solidFill>
                  <a:schemeClr val="bg2"/>
                </a:solidFill>
              </a:rPr>
              <a:t>15 ve &lt; 25</a:t>
            </a:r>
          </a:p>
        </p:txBody>
      </p:sp>
      <p:sp>
        <p:nvSpPr>
          <p:cNvPr id="16448" name="Rectangle 64">
            <a:extLst>
              <a:ext uri="{FF2B5EF4-FFF2-40B4-BE49-F238E27FC236}">
                <a16:creationId xmlns:a16="http://schemas.microsoft.com/office/drawing/2014/main" id="{ECAF78C0-9ED5-FD52-0D5F-BD32E1EF1352}"/>
              </a:ext>
            </a:extLst>
          </p:cNvPr>
          <p:cNvSpPr>
            <a:spLocks noChangeArrowheads="1"/>
          </p:cNvSpPr>
          <p:nvPr/>
        </p:nvSpPr>
        <p:spPr bwMode="auto">
          <a:xfrm>
            <a:off x="8185150" y="1909763"/>
            <a:ext cx="31591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b="0" i="0">
                <a:solidFill>
                  <a:schemeClr val="bg2"/>
                </a:solidFill>
              </a:rPr>
              <a:t>3</a:t>
            </a:r>
          </a:p>
        </p:txBody>
      </p:sp>
      <p:sp>
        <p:nvSpPr>
          <p:cNvPr id="16451" name="Rectangle 67">
            <a:extLst>
              <a:ext uri="{FF2B5EF4-FFF2-40B4-BE49-F238E27FC236}">
                <a16:creationId xmlns:a16="http://schemas.microsoft.com/office/drawing/2014/main" id="{6087F06D-BBF7-1DC0-7219-10F24C527791}"/>
              </a:ext>
            </a:extLst>
          </p:cNvPr>
          <p:cNvSpPr>
            <a:spLocks noChangeArrowheads="1"/>
          </p:cNvSpPr>
          <p:nvPr/>
        </p:nvSpPr>
        <p:spPr bwMode="auto">
          <a:xfrm>
            <a:off x="6330950" y="2192338"/>
            <a:ext cx="1749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b="0" i="0">
                <a:solidFill>
                  <a:schemeClr val="bg2"/>
                </a:solidFill>
              </a:rPr>
              <a:t>25 ve &lt; 35</a:t>
            </a:r>
          </a:p>
        </p:txBody>
      </p:sp>
      <p:sp>
        <p:nvSpPr>
          <p:cNvPr id="16452" name="Rectangle 68">
            <a:extLst>
              <a:ext uri="{FF2B5EF4-FFF2-40B4-BE49-F238E27FC236}">
                <a16:creationId xmlns:a16="http://schemas.microsoft.com/office/drawing/2014/main" id="{9F74CBFC-3848-24A1-E766-21699A67223B}"/>
              </a:ext>
            </a:extLst>
          </p:cNvPr>
          <p:cNvSpPr>
            <a:spLocks noChangeArrowheads="1"/>
          </p:cNvSpPr>
          <p:nvPr/>
        </p:nvSpPr>
        <p:spPr bwMode="auto">
          <a:xfrm>
            <a:off x="8185150" y="2192338"/>
            <a:ext cx="31591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b="0" i="0">
                <a:solidFill>
                  <a:schemeClr val="bg2"/>
                </a:solidFill>
              </a:rPr>
              <a:t>5</a:t>
            </a:r>
          </a:p>
        </p:txBody>
      </p:sp>
      <p:sp>
        <p:nvSpPr>
          <p:cNvPr id="16455" name="Rectangle 71">
            <a:extLst>
              <a:ext uri="{FF2B5EF4-FFF2-40B4-BE49-F238E27FC236}">
                <a16:creationId xmlns:a16="http://schemas.microsoft.com/office/drawing/2014/main" id="{6EF9343B-12FB-891F-23FF-B5621BE09733}"/>
              </a:ext>
            </a:extLst>
          </p:cNvPr>
          <p:cNvSpPr>
            <a:spLocks noChangeArrowheads="1"/>
          </p:cNvSpPr>
          <p:nvPr/>
        </p:nvSpPr>
        <p:spPr bwMode="auto">
          <a:xfrm>
            <a:off x="6337300" y="2443163"/>
            <a:ext cx="1749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b="0" i="0">
                <a:solidFill>
                  <a:schemeClr val="bg2"/>
                </a:solidFill>
              </a:rPr>
              <a:t>35 ve &lt; 45</a:t>
            </a:r>
          </a:p>
        </p:txBody>
      </p:sp>
      <p:sp>
        <p:nvSpPr>
          <p:cNvPr id="16456" name="Rectangle 72">
            <a:extLst>
              <a:ext uri="{FF2B5EF4-FFF2-40B4-BE49-F238E27FC236}">
                <a16:creationId xmlns:a16="http://schemas.microsoft.com/office/drawing/2014/main" id="{07E59875-63CA-92DC-9710-11FA4D8FEE68}"/>
              </a:ext>
            </a:extLst>
          </p:cNvPr>
          <p:cNvSpPr>
            <a:spLocks noChangeArrowheads="1"/>
          </p:cNvSpPr>
          <p:nvPr/>
        </p:nvSpPr>
        <p:spPr bwMode="auto">
          <a:xfrm>
            <a:off x="8175625" y="2417763"/>
            <a:ext cx="31591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b="0" i="0">
                <a:solidFill>
                  <a:schemeClr val="bg2"/>
                </a:solidFill>
              </a:rPr>
              <a:t>2</a:t>
            </a:r>
          </a:p>
        </p:txBody>
      </p:sp>
      <p:sp>
        <p:nvSpPr>
          <p:cNvPr id="16457" name="Freeform 73">
            <a:extLst>
              <a:ext uri="{FF2B5EF4-FFF2-40B4-BE49-F238E27FC236}">
                <a16:creationId xmlns:a16="http://schemas.microsoft.com/office/drawing/2014/main" id="{A1BCF137-6691-187C-36C5-26391392503D}"/>
              </a:ext>
            </a:extLst>
          </p:cNvPr>
          <p:cNvSpPr>
            <a:spLocks/>
          </p:cNvSpPr>
          <p:nvPr/>
        </p:nvSpPr>
        <p:spPr bwMode="auto">
          <a:xfrm>
            <a:off x="3203575" y="2814638"/>
            <a:ext cx="3455988" cy="2376487"/>
          </a:xfrm>
          <a:custGeom>
            <a:avLst/>
            <a:gdLst>
              <a:gd name="T0" fmla="*/ 0 w 2177"/>
              <a:gd name="T1" fmla="*/ 2147483647 h 1497"/>
              <a:gd name="T2" fmla="*/ 1257557190 w 2177"/>
              <a:gd name="T3" fmla="*/ 1486891787 h 1497"/>
              <a:gd name="T4" fmla="*/ 2147483647 w 2177"/>
              <a:gd name="T5" fmla="*/ 0 h 1497"/>
              <a:gd name="T6" fmla="*/ 2147483647 w 2177"/>
              <a:gd name="T7" fmla="*/ 2147483647 h 1497"/>
              <a:gd name="T8" fmla="*/ 2147483647 w 2177"/>
              <a:gd name="T9" fmla="*/ 2147483647 h 1497"/>
              <a:gd name="T10" fmla="*/ 2147483647 w 2177"/>
              <a:gd name="T11" fmla="*/ 2147483647 h 1497"/>
              <a:gd name="T12" fmla="*/ 0 60000 65536"/>
              <a:gd name="T13" fmla="*/ 0 60000 65536"/>
              <a:gd name="T14" fmla="*/ 0 60000 65536"/>
              <a:gd name="T15" fmla="*/ 0 60000 65536"/>
              <a:gd name="T16" fmla="*/ 0 60000 65536"/>
              <a:gd name="T17" fmla="*/ 0 60000 65536"/>
              <a:gd name="T18" fmla="*/ 0 w 2177"/>
              <a:gd name="T19" fmla="*/ 0 h 1497"/>
              <a:gd name="T20" fmla="*/ 2177 w 2177"/>
              <a:gd name="T21" fmla="*/ 1497 h 1497"/>
            </a:gdLst>
            <a:ahLst/>
            <a:cxnLst>
              <a:cxn ang="T12">
                <a:pos x="T0" y="T1"/>
              </a:cxn>
              <a:cxn ang="T13">
                <a:pos x="T2" y="T3"/>
              </a:cxn>
              <a:cxn ang="T14">
                <a:pos x="T4" y="T5"/>
              </a:cxn>
              <a:cxn ang="T15">
                <a:pos x="T6" y="T7"/>
              </a:cxn>
              <a:cxn ang="T16">
                <a:pos x="T8" y="T9"/>
              </a:cxn>
              <a:cxn ang="T17">
                <a:pos x="T10" y="T11"/>
              </a:cxn>
            </a:cxnLst>
            <a:rect l="T18" t="T19" r="T20" b="T21"/>
            <a:pathLst>
              <a:path w="2177" h="1497">
                <a:moveTo>
                  <a:pt x="0" y="1452"/>
                </a:moveTo>
                <a:lnTo>
                  <a:pt x="499" y="590"/>
                </a:lnTo>
                <a:lnTo>
                  <a:pt x="1043" y="0"/>
                </a:lnTo>
                <a:lnTo>
                  <a:pt x="1588" y="862"/>
                </a:lnTo>
                <a:lnTo>
                  <a:pt x="2132" y="1452"/>
                </a:lnTo>
                <a:lnTo>
                  <a:pt x="2177" y="1497"/>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3534"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389"/>
                                        </p:tgtEl>
                                        <p:attrNameLst>
                                          <p:attrName>style.visibility</p:attrName>
                                        </p:attrNameLst>
                                      </p:cBhvr>
                                      <p:to>
                                        <p:strVal val="visible"/>
                                      </p:to>
                                    </p:set>
                                    <p:animEffect transition="in" filter="wipe(left)">
                                      <p:cBhvr>
                                        <p:cTn id="7" dur="500"/>
                                        <p:tgtEl>
                                          <p:spTgt spid="16389"/>
                                        </p:tgtEl>
                                      </p:cBhvr>
                                    </p:animEffect>
                                  </p:childTnLst>
                                </p:cTn>
                              </p:par>
                              <p:par>
                                <p:cTn id="8" presetID="22" presetClass="entr" presetSubtype="8" fill="hold" nodeType="withEffect">
                                  <p:stCondLst>
                                    <p:cond delay="0"/>
                                  </p:stCondLst>
                                  <p:childTnLst>
                                    <p:set>
                                      <p:cBhvr>
                                        <p:cTn id="9" dur="1" fill="hold">
                                          <p:stCondLst>
                                            <p:cond delay="0"/>
                                          </p:stCondLst>
                                        </p:cTn>
                                        <p:tgtEl>
                                          <p:spTgt spid="16396"/>
                                        </p:tgtEl>
                                        <p:attrNameLst>
                                          <p:attrName>style.visibility</p:attrName>
                                        </p:attrNameLst>
                                      </p:cBhvr>
                                      <p:to>
                                        <p:strVal val="visible"/>
                                      </p:to>
                                    </p:set>
                                    <p:animEffect transition="in" filter="wipe(left)">
                                      <p:cBhvr>
                                        <p:cTn id="10" dur="500"/>
                                        <p:tgtEl>
                                          <p:spTgt spid="16396"/>
                                        </p:tgtEl>
                                      </p:cBhvr>
                                    </p:animEffect>
                                  </p:childTnLst>
                                </p:cTn>
                              </p:par>
                              <p:par>
                                <p:cTn id="11" presetID="22" presetClass="entr" presetSubtype="8" fill="hold" nodeType="withEffect">
                                  <p:stCondLst>
                                    <p:cond delay="0"/>
                                  </p:stCondLst>
                                  <p:childTnLst>
                                    <p:set>
                                      <p:cBhvr>
                                        <p:cTn id="12" dur="1" fill="hold">
                                          <p:stCondLst>
                                            <p:cond delay="0"/>
                                          </p:stCondLst>
                                        </p:cTn>
                                        <p:tgtEl>
                                          <p:spTgt spid="16390"/>
                                        </p:tgtEl>
                                        <p:attrNameLst>
                                          <p:attrName>style.visibility</p:attrName>
                                        </p:attrNameLst>
                                      </p:cBhvr>
                                      <p:to>
                                        <p:strVal val="visible"/>
                                      </p:to>
                                    </p:set>
                                    <p:animEffect transition="in" filter="wipe(left)">
                                      <p:cBhvr>
                                        <p:cTn id="13" dur="500"/>
                                        <p:tgtEl>
                                          <p:spTgt spid="16390"/>
                                        </p:tgtEl>
                                      </p:cBhvr>
                                    </p:animEffect>
                                  </p:childTnLst>
                                </p:cTn>
                              </p:par>
                              <p:par>
                                <p:cTn id="14" presetID="22" presetClass="entr" presetSubtype="8" fill="hold" nodeType="withEffect">
                                  <p:stCondLst>
                                    <p:cond delay="0"/>
                                  </p:stCondLst>
                                  <p:childTnLst>
                                    <p:set>
                                      <p:cBhvr>
                                        <p:cTn id="15" dur="1" fill="hold">
                                          <p:stCondLst>
                                            <p:cond delay="0"/>
                                          </p:stCondLst>
                                        </p:cTn>
                                        <p:tgtEl>
                                          <p:spTgt spid="16391"/>
                                        </p:tgtEl>
                                        <p:attrNameLst>
                                          <p:attrName>style.visibility</p:attrName>
                                        </p:attrNameLst>
                                      </p:cBhvr>
                                      <p:to>
                                        <p:strVal val="visible"/>
                                      </p:to>
                                    </p:set>
                                    <p:animEffect transition="in" filter="wipe(left)">
                                      <p:cBhvr>
                                        <p:cTn id="16" dur="500"/>
                                        <p:tgtEl>
                                          <p:spTgt spid="16391"/>
                                        </p:tgtEl>
                                      </p:cBhvr>
                                    </p:animEffect>
                                  </p:childTnLst>
                                </p:cTn>
                              </p:par>
                              <p:par>
                                <p:cTn id="17" presetID="22" presetClass="entr" presetSubtype="8" fill="hold" nodeType="withEffect">
                                  <p:stCondLst>
                                    <p:cond delay="0"/>
                                  </p:stCondLst>
                                  <p:childTnLst>
                                    <p:set>
                                      <p:cBhvr>
                                        <p:cTn id="18" dur="1" fill="hold">
                                          <p:stCondLst>
                                            <p:cond delay="0"/>
                                          </p:stCondLst>
                                        </p:cTn>
                                        <p:tgtEl>
                                          <p:spTgt spid="16392"/>
                                        </p:tgtEl>
                                        <p:attrNameLst>
                                          <p:attrName>style.visibility</p:attrName>
                                        </p:attrNameLst>
                                      </p:cBhvr>
                                      <p:to>
                                        <p:strVal val="visible"/>
                                      </p:to>
                                    </p:set>
                                    <p:animEffect transition="in" filter="wipe(left)">
                                      <p:cBhvr>
                                        <p:cTn id="19" dur="500"/>
                                        <p:tgtEl>
                                          <p:spTgt spid="16392"/>
                                        </p:tgtEl>
                                      </p:cBhvr>
                                    </p:animEffect>
                                  </p:childTnLst>
                                </p:cTn>
                              </p:par>
                              <p:par>
                                <p:cTn id="20" presetID="22" presetClass="entr" presetSubtype="8" fill="hold" nodeType="withEffect">
                                  <p:stCondLst>
                                    <p:cond delay="0"/>
                                  </p:stCondLst>
                                  <p:childTnLst>
                                    <p:set>
                                      <p:cBhvr>
                                        <p:cTn id="21" dur="1" fill="hold">
                                          <p:stCondLst>
                                            <p:cond delay="0"/>
                                          </p:stCondLst>
                                        </p:cTn>
                                        <p:tgtEl>
                                          <p:spTgt spid="16393"/>
                                        </p:tgtEl>
                                        <p:attrNameLst>
                                          <p:attrName>style.visibility</p:attrName>
                                        </p:attrNameLst>
                                      </p:cBhvr>
                                      <p:to>
                                        <p:strVal val="visible"/>
                                      </p:to>
                                    </p:set>
                                    <p:animEffect transition="in" filter="wipe(left)">
                                      <p:cBhvr>
                                        <p:cTn id="22" dur="500"/>
                                        <p:tgtEl>
                                          <p:spTgt spid="16393"/>
                                        </p:tgtEl>
                                      </p:cBhvr>
                                    </p:animEffect>
                                  </p:childTnLst>
                                </p:cTn>
                              </p:par>
                              <p:par>
                                <p:cTn id="23" presetID="22" presetClass="entr" presetSubtype="8" fill="hold" nodeType="withEffect">
                                  <p:stCondLst>
                                    <p:cond delay="0"/>
                                  </p:stCondLst>
                                  <p:childTnLst>
                                    <p:set>
                                      <p:cBhvr>
                                        <p:cTn id="24" dur="1" fill="hold">
                                          <p:stCondLst>
                                            <p:cond delay="0"/>
                                          </p:stCondLst>
                                        </p:cTn>
                                        <p:tgtEl>
                                          <p:spTgt spid="16394"/>
                                        </p:tgtEl>
                                        <p:attrNameLst>
                                          <p:attrName>style.visibility</p:attrName>
                                        </p:attrNameLst>
                                      </p:cBhvr>
                                      <p:to>
                                        <p:strVal val="visible"/>
                                      </p:to>
                                    </p:set>
                                    <p:animEffect transition="in" filter="wipe(left)">
                                      <p:cBhvr>
                                        <p:cTn id="25" dur="500"/>
                                        <p:tgtEl>
                                          <p:spTgt spid="16394"/>
                                        </p:tgtEl>
                                      </p:cBhvr>
                                    </p:animEffect>
                                  </p:childTnLst>
                                </p:cTn>
                              </p:par>
                              <p:par>
                                <p:cTn id="26" presetID="22" presetClass="entr" presetSubtype="8" fill="hold" nodeType="withEffect">
                                  <p:stCondLst>
                                    <p:cond delay="0"/>
                                  </p:stCondLst>
                                  <p:childTnLst>
                                    <p:set>
                                      <p:cBhvr>
                                        <p:cTn id="27" dur="1" fill="hold">
                                          <p:stCondLst>
                                            <p:cond delay="0"/>
                                          </p:stCondLst>
                                        </p:cTn>
                                        <p:tgtEl>
                                          <p:spTgt spid="16395"/>
                                        </p:tgtEl>
                                        <p:attrNameLst>
                                          <p:attrName>style.visibility</p:attrName>
                                        </p:attrNameLst>
                                      </p:cBhvr>
                                      <p:to>
                                        <p:strVal val="visible"/>
                                      </p:to>
                                    </p:set>
                                    <p:animEffect transition="in" filter="wipe(left)">
                                      <p:cBhvr>
                                        <p:cTn id="28" dur="500"/>
                                        <p:tgtEl>
                                          <p:spTgt spid="16395"/>
                                        </p:tgtEl>
                                      </p:cBhvr>
                                    </p:animEffect>
                                  </p:childTnLst>
                                </p:cTn>
                              </p:par>
                              <p:par>
                                <p:cTn id="29" presetID="22" presetClass="entr" presetSubtype="8" fill="hold" nodeType="withEffect">
                                  <p:stCondLst>
                                    <p:cond delay="0"/>
                                  </p:stCondLst>
                                  <p:childTnLst>
                                    <p:set>
                                      <p:cBhvr>
                                        <p:cTn id="30" dur="1" fill="hold">
                                          <p:stCondLst>
                                            <p:cond delay="0"/>
                                          </p:stCondLst>
                                        </p:cTn>
                                        <p:tgtEl>
                                          <p:spTgt spid="16397"/>
                                        </p:tgtEl>
                                        <p:attrNameLst>
                                          <p:attrName>style.visibility</p:attrName>
                                        </p:attrNameLst>
                                      </p:cBhvr>
                                      <p:to>
                                        <p:strVal val="visible"/>
                                      </p:to>
                                    </p:set>
                                    <p:animEffect transition="in" filter="wipe(left)">
                                      <p:cBhvr>
                                        <p:cTn id="31" dur="500"/>
                                        <p:tgtEl>
                                          <p:spTgt spid="16397"/>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6403"/>
                                        </p:tgtEl>
                                        <p:attrNameLst>
                                          <p:attrName>style.visibility</p:attrName>
                                        </p:attrNameLst>
                                      </p:cBhvr>
                                      <p:to>
                                        <p:strVal val="visible"/>
                                      </p:to>
                                    </p:set>
                                    <p:animEffect transition="in" filter="wipe(left)">
                                      <p:cBhvr>
                                        <p:cTn id="34" dur="500"/>
                                        <p:tgtEl>
                                          <p:spTgt spid="16403"/>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6404"/>
                                        </p:tgtEl>
                                        <p:attrNameLst>
                                          <p:attrName>style.visibility</p:attrName>
                                        </p:attrNameLst>
                                      </p:cBhvr>
                                      <p:to>
                                        <p:strVal val="visible"/>
                                      </p:to>
                                    </p:set>
                                    <p:animEffect transition="in" filter="wipe(left)">
                                      <p:cBhvr>
                                        <p:cTn id="37" dur="500"/>
                                        <p:tgtEl>
                                          <p:spTgt spid="16404"/>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6405"/>
                                        </p:tgtEl>
                                        <p:attrNameLst>
                                          <p:attrName>style.visibility</p:attrName>
                                        </p:attrNameLst>
                                      </p:cBhvr>
                                      <p:to>
                                        <p:strVal val="visible"/>
                                      </p:to>
                                    </p:set>
                                    <p:animEffect transition="in" filter="wipe(left)">
                                      <p:cBhvr>
                                        <p:cTn id="40" dur="500"/>
                                        <p:tgtEl>
                                          <p:spTgt spid="16405"/>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6406"/>
                                        </p:tgtEl>
                                        <p:attrNameLst>
                                          <p:attrName>style.visibility</p:attrName>
                                        </p:attrNameLst>
                                      </p:cBhvr>
                                      <p:to>
                                        <p:strVal val="visible"/>
                                      </p:to>
                                    </p:set>
                                    <p:animEffect transition="in" filter="wipe(left)">
                                      <p:cBhvr>
                                        <p:cTn id="43" dur="500"/>
                                        <p:tgtEl>
                                          <p:spTgt spid="16406"/>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6407"/>
                                        </p:tgtEl>
                                        <p:attrNameLst>
                                          <p:attrName>style.visibility</p:attrName>
                                        </p:attrNameLst>
                                      </p:cBhvr>
                                      <p:to>
                                        <p:strVal val="visible"/>
                                      </p:to>
                                    </p:set>
                                    <p:animEffect transition="in" filter="wipe(left)">
                                      <p:cBhvr>
                                        <p:cTn id="46" dur="500"/>
                                        <p:tgtEl>
                                          <p:spTgt spid="16407"/>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6408"/>
                                        </p:tgtEl>
                                        <p:attrNameLst>
                                          <p:attrName>style.visibility</p:attrName>
                                        </p:attrNameLst>
                                      </p:cBhvr>
                                      <p:to>
                                        <p:strVal val="visible"/>
                                      </p:to>
                                    </p:set>
                                    <p:animEffect transition="in" filter="wipe(left)">
                                      <p:cBhvr>
                                        <p:cTn id="49" dur="500"/>
                                        <p:tgtEl>
                                          <p:spTgt spid="16408"/>
                                        </p:tgtEl>
                                      </p:cBhvr>
                                    </p:animEffect>
                                  </p:childTnLst>
                                </p:cTn>
                              </p:par>
                              <p:par>
                                <p:cTn id="50" presetID="22" presetClass="entr" presetSubtype="8" fill="hold" nodeType="withEffect">
                                  <p:stCondLst>
                                    <p:cond delay="0"/>
                                  </p:stCondLst>
                                  <p:childTnLst>
                                    <p:set>
                                      <p:cBhvr>
                                        <p:cTn id="51" dur="1" fill="hold">
                                          <p:stCondLst>
                                            <p:cond delay="0"/>
                                          </p:stCondLst>
                                        </p:cTn>
                                        <p:tgtEl>
                                          <p:spTgt spid="16409"/>
                                        </p:tgtEl>
                                        <p:attrNameLst>
                                          <p:attrName>style.visibility</p:attrName>
                                        </p:attrNameLst>
                                      </p:cBhvr>
                                      <p:to>
                                        <p:strVal val="visible"/>
                                      </p:to>
                                    </p:set>
                                    <p:animEffect transition="in" filter="wipe(left)">
                                      <p:cBhvr>
                                        <p:cTn id="52" dur="500"/>
                                        <p:tgtEl>
                                          <p:spTgt spid="16409"/>
                                        </p:tgtEl>
                                      </p:cBhvr>
                                    </p:animEffect>
                                  </p:childTnLst>
                                </p:cTn>
                              </p:par>
                              <p:par>
                                <p:cTn id="53" presetID="22" presetClass="entr" presetSubtype="8" fill="hold" nodeType="withEffect">
                                  <p:stCondLst>
                                    <p:cond delay="0"/>
                                  </p:stCondLst>
                                  <p:childTnLst>
                                    <p:set>
                                      <p:cBhvr>
                                        <p:cTn id="54" dur="1" fill="hold">
                                          <p:stCondLst>
                                            <p:cond delay="0"/>
                                          </p:stCondLst>
                                        </p:cTn>
                                        <p:tgtEl>
                                          <p:spTgt spid="16410"/>
                                        </p:tgtEl>
                                        <p:attrNameLst>
                                          <p:attrName>style.visibility</p:attrName>
                                        </p:attrNameLst>
                                      </p:cBhvr>
                                      <p:to>
                                        <p:strVal val="visible"/>
                                      </p:to>
                                    </p:set>
                                    <p:animEffect transition="in" filter="wipe(left)">
                                      <p:cBhvr>
                                        <p:cTn id="55" dur="500"/>
                                        <p:tgtEl>
                                          <p:spTgt spid="1641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6432"/>
                                        </p:tgtEl>
                                        <p:attrNameLst>
                                          <p:attrName>style.visibility</p:attrName>
                                        </p:attrNameLst>
                                      </p:cBhvr>
                                      <p:to>
                                        <p:strVal val="visible"/>
                                      </p:to>
                                    </p:set>
                                    <p:animEffect transition="in" filter="wipe(left)">
                                      <p:cBhvr>
                                        <p:cTn id="58" dur="500"/>
                                        <p:tgtEl>
                                          <p:spTgt spid="16432"/>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6415"/>
                                        </p:tgtEl>
                                        <p:attrNameLst>
                                          <p:attrName>style.visibility</p:attrName>
                                        </p:attrNameLst>
                                      </p:cBhvr>
                                      <p:to>
                                        <p:strVal val="visible"/>
                                      </p:to>
                                    </p:set>
                                    <p:animEffect transition="in" filter="wipe(down)">
                                      <p:cBhvr>
                                        <p:cTn id="61" dur="500"/>
                                        <p:tgtEl>
                                          <p:spTgt spid="16415"/>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6435"/>
                                        </p:tgtEl>
                                        <p:attrNameLst>
                                          <p:attrName>style.visibility</p:attrName>
                                        </p:attrNameLst>
                                      </p:cBhvr>
                                      <p:to>
                                        <p:strVal val="visible"/>
                                      </p:to>
                                    </p:set>
                                    <p:animEffect transition="in" filter="wipe(left)">
                                      <p:cBhvr>
                                        <p:cTn id="64" dur="500"/>
                                        <p:tgtEl>
                                          <p:spTgt spid="16435"/>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16436"/>
                                        </p:tgtEl>
                                        <p:attrNameLst>
                                          <p:attrName>style.visibility</p:attrName>
                                        </p:attrNameLst>
                                      </p:cBhvr>
                                      <p:to>
                                        <p:strVal val="visible"/>
                                      </p:to>
                                    </p:set>
                                    <p:animEffect transition="in" filter="wipe(left)">
                                      <p:cBhvr>
                                        <p:cTn id="67" dur="500"/>
                                        <p:tgtEl>
                                          <p:spTgt spid="1643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6447"/>
                                        </p:tgtEl>
                                        <p:attrNameLst>
                                          <p:attrName>style.visibility</p:attrName>
                                        </p:attrNameLst>
                                      </p:cBhvr>
                                      <p:to>
                                        <p:strVal val="visible"/>
                                      </p:to>
                                    </p:set>
                                    <p:animEffect transition="in" filter="wipe(left)">
                                      <p:cBhvr>
                                        <p:cTn id="72" dur="500"/>
                                        <p:tgtEl>
                                          <p:spTgt spid="16447"/>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16448"/>
                                        </p:tgtEl>
                                        <p:attrNameLst>
                                          <p:attrName>style.visibility</p:attrName>
                                        </p:attrNameLst>
                                      </p:cBhvr>
                                      <p:to>
                                        <p:strVal val="visible"/>
                                      </p:to>
                                    </p:set>
                                    <p:animEffect transition="in" filter="wipe(left)">
                                      <p:cBhvr>
                                        <p:cTn id="75" dur="500"/>
                                        <p:tgtEl>
                                          <p:spTgt spid="1644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16386"/>
                                        </p:tgtEl>
                                        <p:attrNameLst>
                                          <p:attrName>style.visibility</p:attrName>
                                        </p:attrNameLst>
                                      </p:cBhvr>
                                      <p:to>
                                        <p:strVal val="visible"/>
                                      </p:to>
                                    </p:set>
                                    <p:animEffect transition="in" filter="wipe(down)">
                                      <p:cBhvr>
                                        <p:cTn id="80" dur="500"/>
                                        <p:tgtEl>
                                          <p:spTgt spid="1638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6451"/>
                                        </p:tgtEl>
                                        <p:attrNameLst>
                                          <p:attrName>style.visibility</p:attrName>
                                        </p:attrNameLst>
                                      </p:cBhvr>
                                      <p:to>
                                        <p:strVal val="visible"/>
                                      </p:to>
                                    </p:set>
                                    <p:animEffect transition="in" filter="wipe(left)">
                                      <p:cBhvr>
                                        <p:cTn id="85" dur="500"/>
                                        <p:tgtEl>
                                          <p:spTgt spid="16451"/>
                                        </p:tgtEl>
                                      </p:cBhvr>
                                    </p:animEffect>
                                  </p:childTnLst>
                                </p:cTn>
                              </p:par>
                            </p:childTnLst>
                          </p:cTn>
                        </p:par>
                        <p:par>
                          <p:cTn id="86" fill="hold" nodeType="afterGroup">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16452"/>
                                        </p:tgtEl>
                                        <p:attrNameLst>
                                          <p:attrName>style.visibility</p:attrName>
                                        </p:attrNameLst>
                                      </p:cBhvr>
                                      <p:to>
                                        <p:strVal val="visible"/>
                                      </p:to>
                                    </p:set>
                                    <p:animEffect transition="in" filter="wipe(left)">
                                      <p:cBhvr>
                                        <p:cTn id="89" dur="500"/>
                                        <p:tgtEl>
                                          <p:spTgt spid="16452"/>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16387"/>
                                        </p:tgtEl>
                                        <p:attrNameLst>
                                          <p:attrName>style.visibility</p:attrName>
                                        </p:attrNameLst>
                                      </p:cBhvr>
                                      <p:to>
                                        <p:strVal val="visible"/>
                                      </p:to>
                                    </p:set>
                                    <p:animEffect transition="in" filter="wipe(down)">
                                      <p:cBhvr>
                                        <p:cTn id="94" dur="500"/>
                                        <p:tgtEl>
                                          <p:spTgt spid="16387"/>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6455"/>
                                        </p:tgtEl>
                                        <p:attrNameLst>
                                          <p:attrName>style.visibility</p:attrName>
                                        </p:attrNameLst>
                                      </p:cBhvr>
                                      <p:to>
                                        <p:strVal val="visible"/>
                                      </p:to>
                                    </p:set>
                                    <p:animEffect transition="in" filter="wipe(left)">
                                      <p:cBhvr>
                                        <p:cTn id="99" dur="500"/>
                                        <p:tgtEl>
                                          <p:spTgt spid="16455"/>
                                        </p:tgtEl>
                                      </p:cBhvr>
                                    </p:animEffect>
                                  </p:childTnLst>
                                </p:cTn>
                              </p:par>
                            </p:childTnLst>
                          </p:cTn>
                        </p:par>
                        <p:par>
                          <p:cTn id="100" fill="hold" nodeType="afterGroup">
                            <p:stCondLst>
                              <p:cond delay="500"/>
                            </p:stCondLst>
                            <p:childTnLst>
                              <p:par>
                                <p:cTn id="101" presetID="22" presetClass="entr" presetSubtype="8" fill="hold" grpId="0" nodeType="afterEffect">
                                  <p:stCondLst>
                                    <p:cond delay="0"/>
                                  </p:stCondLst>
                                  <p:childTnLst>
                                    <p:set>
                                      <p:cBhvr>
                                        <p:cTn id="102" dur="1" fill="hold">
                                          <p:stCondLst>
                                            <p:cond delay="0"/>
                                          </p:stCondLst>
                                        </p:cTn>
                                        <p:tgtEl>
                                          <p:spTgt spid="16456"/>
                                        </p:tgtEl>
                                        <p:attrNameLst>
                                          <p:attrName>style.visibility</p:attrName>
                                        </p:attrNameLst>
                                      </p:cBhvr>
                                      <p:to>
                                        <p:strVal val="visible"/>
                                      </p:to>
                                    </p:set>
                                    <p:animEffect transition="in" filter="wipe(left)">
                                      <p:cBhvr>
                                        <p:cTn id="103" dur="500"/>
                                        <p:tgtEl>
                                          <p:spTgt spid="16456"/>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4" fill="hold" grpId="0" nodeType="clickEffect">
                                  <p:stCondLst>
                                    <p:cond delay="0"/>
                                  </p:stCondLst>
                                  <p:childTnLst>
                                    <p:set>
                                      <p:cBhvr>
                                        <p:cTn id="107" dur="1" fill="hold">
                                          <p:stCondLst>
                                            <p:cond delay="0"/>
                                          </p:stCondLst>
                                        </p:cTn>
                                        <p:tgtEl>
                                          <p:spTgt spid="16388"/>
                                        </p:tgtEl>
                                        <p:attrNameLst>
                                          <p:attrName>style.visibility</p:attrName>
                                        </p:attrNameLst>
                                      </p:cBhvr>
                                      <p:to>
                                        <p:strVal val="visible"/>
                                      </p:to>
                                    </p:set>
                                    <p:animEffect transition="in" filter="wipe(down)">
                                      <p:cBhvr>
                                        <p:cTn id="108" dur="500"/>
                                        <p:tgtEl>
                                          <p:spTgt spid="16388"/>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16418"/>
                                        </p:tgtEl>
                                        <p:attrNameLst>
                                          <p:attrName>style.visibility</p:attrName>
                                        </p:attrNameLst>
                                      </p:cBhvr>
                                      <p:to>
                                        <p:strVal val="visible"/>
                                      </p:to>
                                    </p:set>
                                    <p:animEffect transition="in" filter="wipe(left)">
                                      <p:cBhvr>
                                        <p:cTn id="113" dur="500"/>
                                        <p:tgtEl>
                                          <p:spTgt spid="16418"/>
                                        </p:tgtEl>
                                      </p:cBhvr>
                                    </p:animEffect>
                                  </p:childTnLst>
                                </p:cTn>
                              </p:par>
                              <p:par>
                                <p:cTn id="114" presetID="22" presetClass="entr" presetSubtype="8" fill="hold" grpId="0" nodeType="withEffect">
                                  <p:stCondLst>
                                    <p:cond delay="0"/>
                                  </p:stCondLst>
                                  <p:childTnLst>
                                    <p:set>
                                      <p:cBhvr>
                                        <p:cTn id="115" dur="1" fill="hold">
                                          <p:stCondLst>
                                            <p:cond delay="0"/>
                                          </p:stCondLst>
                                        </p:cTn>
                                        <p:tgtEl>
                                          <p:spTgt spid="16417"/>
                                        </p:tgtEl>
                                        <p:attrNameLst>
                                          <p:attrName>style.visibility</p:attrName>
                                        </p:attrNameLst>
                                      </p:cBhvr>
                                      <p:to>
                                        <p:strVal val="visible"/>
                                      </p:to>
                                    </p:set>
                                    <p:animEffect transition="in" filter="wipe(left)">
                                      <p:cBhvr>
                                        <p:cTn id="116" dur="500"/>
                                        <p:tgtEl>
                                          <p:spTgt spid="16417"/>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16413"/>
                                        </p:tgtEl>
                                        <p:attrNameLst>
                                          <p:attrName>style.visibility</p:attrName>
                                        </p:attrNameLst>
                                      </p:cBhvr>
                                      <p:to>
                                        <p:strVal val="visible"/>
                                      </p:to>
                                    </p:set>
                                    <p:animEffect transition="in" filter="wipe(left)">
                                      <p:cBhvr>
                                        <p:cTn id="121" dur="500"/>
                                        <p:tgtEl>
                                          <p:spTgt spid="16413"/>
                                        </p:tgtEl>
                                      </p:cBhvr>
                                    </p:animEffect>
                                  </p:childTnLst>
                                </p:cTn>
                              </p:par>
                            </p:childTnLst>
                          </p:cTn>
                        </p:par>
                        <p:par>
                          <p:cTn id="122" fill="hold" nodeType="afterGroup">
                            <p:stCondLst>
                              <p:cond delay="500"/>
                            </p:stCondLst>
                            <p:childTnLst>
                              <p:par>
                                <p:cTn id="123" presetID="22" presetClass="entr" presetSubtype="4" fill="hold" nodeType="afterEffect">
                                  <p:stCondLst>
                                    <p:cond delay="0"/>
                                  </p:stCondLst>
                                  <p:childTnLst>
                                    <p:set>
                                      <p:cBhvr>
                                        <p:cTn id="124" dur="1" fill="hold">
                                          <p:stCondLst>
                                            <p:cond delay="0"/>
                                          </p:stCondLst>
                                        </p:cTn>
                                        <p:tgtEl>
                                          <p:spTgt spid="16414"/>
                                        </p:tgtEl>
                                        <p:attrNameLst>
                                          <p:attrName>style.visibility</p:attrName>
                                        </p:attrNameLst>
                                      </p:cBhvr>
                                      <p:to>
                                        <p:strVal val="visible"/>
                                      </p:to>
                                    </p:set>
                                    <p:animEffect transition="in" filter="wipe(down)">
                                      <p:cBhvr>
                                        <p:cTn id="125" dur="500"/>
                                        <p:tgtEl>
                                          <p:spTgt spid="16414"/>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16457"/>
                                        </p:tgtEl>
                                        <p:attrNameLst>
                                          <p:attrName>style.visibility</p:attrName>
                                        </p:attrNameLst>
                                      </p:cBhvr>
                                      <p:to>
                                        <p:strVal val="visible"/>
                                      </p:to>
                                    </p:set>
                                    <p:animEffect transition="in" filter="wipe(left)">
                                      <p:cBhvr>
                                        <p:cTn id="130" dur="3000"/>
                                        <p:tgtEl>
                                          <p:spTgt spid="16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nimBg="1"/>
      <p:bldP spid="16387" grpId="0" animBg="1"/>
      <p:bldP spid="16388" grpId="0" animBg="1"/>
      <p:bldP spid="16403" grpId="0"/>
      <p:bldP spid="16404" grpId="0"/>
      <p:bldP spid="16405" grpId="0"/>
      <p:bldP spid="16406" grpId="0"/>
      <p:bldP spid="16407" grpId="0"/>
      <p:bldP spid="16408" grpId="0"/>
      <p:bldP spid="16413" grpId="0"/>
      <p:bldP spid="16415" grpId="0"/>
      <p:bldP spid="16417" grpId="0"/>
      <p:bldP spid="16432" grpId="0"/>
      <p:bldP spid="16435" grpId="0"/>
      <p:bldP spid="16436" grpId="0"/>
      <p:bldP spid="16447" grpId="0"/>
      <p:bldP spid="16448" grpId="0"/>
      <p:bldP spid="16451" grpId="0"/>
      <p:bldP spid="16452" grpId="0"/>
      <p:bldP spid="16455" grpId="0"/>
      <p:bldP spid="16456" grpId="0"/>
      <p:bldP spid="1645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3 Slayt Numarası Yer Tutucusu">
            <a:extLst>
              <a:ext uri="{FF2B5EF4-FFF2-40B4-BE49-F238E27FC236}">
                <a16:creationId xmlns:a16="http://schemas.microsoft.com/office/drawing/2014/main" id="{AE05C576-F4B1-B6AE-D66C-ED57FA4F9A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A684C861-3558-406B-BC4E-2A63FDC20FB2}" type="slidenum">
              <a:rPr lang="tr-TR" altLang="tr-TR" b="0" i="0"/>
              <a:pPr eaLnBrk="1" hangingPunct="1"/>
              <a:t>74</a:t>
            </a:fld>
            <a:endParaRPr lang="tr-TR" altLang="tr-TR" b="0" i="0"/>
          </a:p>
        </p:txBody>
      </p:sp>
      <p:sp>
        <p:nvSpPr>
          <p:cNvPr id="64516" name="Line 2">
            <a:extLst>
              <a:ext uri="{FF2B5EF4-FFF2-40B4-BE49-F238E27FC236}">
                <a16:creationId xmlns:a16="http://schemas.microsoft.com/office/drawing/2014/main" id="{21319C3D-CF3D-DC48-D99F-61ACECE07BE8}"/>
              </a:ext>
            </a:extLst>
          </p:cNvPr>
          <p:cNvSpPr>
            <a:spLocks noChangeShapeType="1"/>
          </p:cNvSpPr>
          <p:nvPr/>
        </p:nvSpPr>
        <p:spPr bwMode="auto">
          <a:xfrm>
            <a:off x="2940050" y="2674938"/>
            <a:ext cx="0" cy="2354262"/>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17" name="Line 3">
            <a:extLst>
              <a:ext uri="{FF2B5EF4-FFF2-40B4-BE49-F238E27FC236}">
                <a16:creationId xmlns:a16="http://schemas.microsoft.com/office/drawing/2014/main" id="{1ABF9AB5-64FB-7770-6502-0C6BF4EB097D}"/>
              </a:ext>
            </a:extLst>
          </p:cNvPr>
          <p:cNvSpPr>
            <a:spLocks noChangeShapeType="1"/>
          </p:cNvSpPr>
          <p:nvPr/>
        </p:nvSpPr>
        <p:spPr bwMode="auto">
          <a:xfrm>
            <a:off x="2876550" y="5041900"/>
            <a:ext cx="1270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18" name="Line 4">
            <a:extLst>
              <a:ext uri="{FF2B5EF4-FFF2-40B4-BE49-F238E27FC236}">
                <a16:creationId xmlns:a16="http://schemas.microsoft.com/office/drawing/2014/main" id="{B9798E7D-F404-0700-FC86-6250FD6EDB79}"/>
              </a:ext>
            </a:extLst>
          </p:cNvPr>
          <p:cNvSpPr>
            <a:spLocks noChangeShapeType="1"/>
          </p:cNvSpPr>
          <p:nvPr/>
        </p:nvSpPr>
        <p:spPr bwMode="auto">
          <a:xfrm>
            <a:off x="2876550" y="4564063"/>
            <a:ext cx="1270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19" name="Line 5">
            <a:extLst>
              <a:ext uri="{FF2B5EF4-FFF2-40B4-BE49-F238E27FC236}">
                <a16:creationId xmlns:a16="http://schemas.microsoft.com/office/drawing/2014/main" id="{1492AB62-2CB8-3BA4-F612-5B0BCA709627}"/>
              </a:ext>
            </a:extLst>
          </p:cNvPr>
          <p:cNvSpPr>
            <a:spLocks noChangeShapeType="1"/>
          </p:cNvSpPr>
          <p:nvPr/>
        </p:nvSpPr>
        <p:spPr bwMode="auto">
          <a:xfrm>
            <a:off x="2876550" y="4087813"/>
            <a:ext cx="1270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20" name="Line 6">
            <a:extLst>
              <a:ext uri="{FF2B5EF4-FFF2-40B4-BE49-F238E27FC236}">
                <a16:creationId xmlns:a16="http://schemas.microsoft.com/office/drawing/2014/main" id="{66F93F3F-0312-FC1E-0235-AD0ED54F6385}"/>
              </a:ext>
            </a:extLst>
          </p:cNvPr>
          <p:cNvSpPr>
            <a:spLocks noChangeShapeType="1"/>
          </p:cNvSpPr>
          <p:nvPr/>
        </p:nvSpPr>
        <p:spPr bwMode="auto">
          <a:xfrm>
            <a:off x="2876550" y="3614738"/>
            <a:ext cx="1270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21" name="Line 7">
            <a:extLst>
              <a:ext uri="{FF2B5EF4-FFF2-40B4-BE49-F238E27FC236}">
                <a16:creationId xmlns:a16="http://schemas.microsoft.com/office/drawing/2014/main" id="{0C28575F-5F84-DE56-14C8-0F35ECB4DCDD}"/>
              </a:ext>
            </a:extLst>
          </p:cNvPr>
          <p:cNvSpPr>
            <a:spLocks noChangeShapeType="1"/>
          </p:cNvSpPr>
          <p:nvPr/>
        </p:nvSpPr>
        <p:spPr bwMode="auto">
          <a:xfrm>
            <a:off x="2876550" y="3136900"/>
            <a:ext cx="127000"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22" name="Line 8">
            <a:extLst>
              <a:ext uri="{FF2B5EF4-FFF2-40B4-BE49-F238E27FC236}">
                <a16:creationId xmlns:a16="http://schemas.microsoft.com/office/drawing/2014/main" id="{A8E9EED7-D31B-7F82-5F4E-A25C26F7B78A}"/>
              </a:ext>
            </a:extLst>
          </p:cNvPr>
          <p:cNvSpPr>
            <a:spLocks noChangeShapeType="1"/>
          </p:cNvSpPr>
          <p:nvPr/>
        </p:nvSpPr>
        <p:spPr bwMode="auto">
          <a:xfrm>
            <a:off x="2979738" y="5029200"/>
            <a:ext cx="4219575" cy="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23" name="Line 9">
            <a:extLst>
              <a:ext uri="{FF2B5EF4-FFF2-40B4-BE49-F238E27FC236}">
                <a16:creationId xmlns:a16="http://schemas.microsoft.com/office/drawing/2014/main" id="{3CDDE040-6B5C-C70B-996B-FBFA3F20DEC8}"/>
              </a:ext>
            </a:extLst>
          </p:cNvPr>
          <p:cNvSpPr>
            <a:spLocks noChangeShapeType="1"/>
          </p:cNvSpPr>
          <p:nvPr/>
        </p:nvSpPr>
        <p:spPr bwMode="auto">
          <a:xfrm flipV="1">
            <a:off x="2940050" y="4932363"/>
            <a:ext cx="0" cy="215900"/>
          </a:xfrm>
          <a:prstGeom prst="line">
            <a:avLst/>
          </a:prstGeom>
          <a:noFill/>
          <a:ln w="12700">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24" name="Line 10">
            <a:extLst>
              <a:ext uri="{FF2B5EF4-FFF2-40B4-BE49-F238E27FC236}">
                <a16:creationId xmlns:a16="http://schemas.microsoft.com/office/drawing/2014/main" id="{50780111-7BE4-83B3-0362-A2990A4C50BE}"/>
              </a:ext>
            </a:extLst>
          </p:cNvPr>
          <p:cNvSpPr>
            <a:spLocks noChangeShapeType="1"/>
          </p:cNvSpPr>
          <p:nvPr/>
        </p:nvSpPr>
        <p:spPr bwMode="auto">
          <a:xfrm flipV="1">
            <a:off x="3648075" y="4932363"/>
            <a:ext cx="0" cy="215900"/>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25" name="Line 11">
            <a:extLst>
              <a:ext uri="{FF2B5EF4-FFF2-40B4-BE49-F238E27FC236}">
                <a16:creationId xmlns:a16="http://schemas.microsoft.com/office/drawing/2014/main" id="{32156A7B-03FD-2595-E530-B8395FCA263F}"/>
              </a:ext>
            </a:extLst>
          </p:cNvPr>
          <p:cNvSpPr>
            <a:spLocks noChangeShapeType="1"/>
          </p:cNvSpPr>
          <p:nvPr/>
        </p:nvSpPr>
        <p:spPr bwMode="auto">
          <a:xfrm flipV="1">
            <a:off x="4356100" y="4932363"/>
            <a:ext cx="0" cy="215900"/>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26" name="Line 12">
            <a:extLst>
              <a:ext uri="{FF2B5EF4-FFF2-40B4-BE49-F238E27FC236}">
                <a16:creationId xmlns:a16="http://schemas.microsoft.com/office/drawing/2014/main" id="{9D80ED0D-1410-5E1E-B1D4-4872AB970D4C}"/>
              </a:ext>
            </a:extLst>
          </p:cNvPr>
          <p:cNvSpPr>
            <a:spLocks noChangeShapeType="1"/>
          </p:cNvSpPr>
          <p:nvPr/>
        </p:nvSpPr>
        <p:spPr bwMode="auto">
          <a:xfrm flipV="1">
            <a:off x="5064125" y="4932363"/>
            <a:ext cx="0" cy="215900"/>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27" name="Line 13">
            <a:extLst>
              <a:ext uri="{FF2B5EF4-FFF2-40B4-BE49-F238E27FC236}">
                <a16:creationId xmlns:a16="http://schemas.microsoft.com/office/drawing/2014/main" id="{54FBFA93-3DD4-1792-053E-A024084A5A35}"/>
              </a:ext>
            </a:extLst>
          </p:cNvPr>
          <p:cNvSpPr>
            <a:spLocks noChangeShapeType="1"/>
          </p:cNvSpPr>
          <p:nvPr/>
        </p:nvSpPr>
        <p:spPr bwMode="auto">
          <a:xfrm flipV="1">
            <a:off x="5770563" y="4932363"/>
            <a:ext cx="0" cy="215900"/>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28" name="Line 14">
            <a:extLst>
              <a:ext uri="{FF2B5EF4-FFF2-40B4-BE49-F238E27FC236}">
                <a16:creationId xmlns:a16="http://schemas.microsoft.com/office/drawing/2014/main" id="{4A8B15B4-EF74-353C-4D97-B49CF3ED8AED}"/>
              </a:ext>
            </a:extLst>
          </p:cNvPr>
          <p:cNvSpPr>
            <a:spLocks noChangeShapeType="1"/>
          </p:cNvSpPr>
          <p:nvPr/>
        </p:nvSpPr>
        <p:spPr bwMode="auto">
          <a:xfrm flipV="1">
            <a:off x="6478588" y="4932363"/>
            <a:ext cx="0" cy="215900"/>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29" name="Line 15">
            <a:extLst>
              <a:ext uri="{FF2B5EF4-FFF2-40B4-BE49-F238E27FC236}">
                <a16:creationId xmlns:a16="http://schemas.microsoft.com/office/drawing/2014/main" id="{BFEAFE91-C9CB-20BD-A326-70A2094E2E67}"/>
              </a:ext>
            </a:extLst>
          </p:cNvPr>
          <p:cNvSpPr>
            <a:spLocks noChangeShapeType="1"/>
          </p:cNvSpPr>
          <p:nvPr/>
        </p:nvSpPr>
        <p:spPr bwMode="auto">
          <a:xfrm flipV="1">
            <a:off x="7186613" y="4932363"/>
            <a:ext cx="0" cy="215900"/>
          </a:xfrm>
          <a:prstGeom prst="line">
            <a:avLst/>
          </a:prstGeom>
          <a:noFill/>
          <a:ln w="12700">
            <a:solidFill>
              <a:srgbClr val="FFFFFF"/>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30" name="Freeform 16">
            <a:extLst>
              <a:ext uri="{FF2B5EF4-FFF2-40B4-BE49-F238E27FC236}">
                <a16:creationId xmlns:a16="http://schemas.microsoft.com/office/drawing/2014/main" id="{4F740F52-EF8E-EEB5-73CC-8F2E1F309091}"/>
              </a:ext>
            </a:extLst>
          </p:cNvPr>
          <p:cNvSpPr>
            <a:spLocks/>
          </p:cNvSpPr>
          <p:nvPr/>
        </p:nvSpPr>
        <p:spPr bwMode="auto">
          <a:xfrm>
            <a:off x="3648075" y="2660650"/>
            <a:ext cx="2832100" cy="2382838"/>
          </a:xfrm>
          <a:custGeom>
            <a:avLst/>
            <a:gdLst>
              <a:gd name="T0" fmla="*/ 0 w 1784"/>
              <a:gd name="T1" fmla="*/ 2147483647 h 1501"/>
              <a:gd name="T2" fmla="*/ 1123989777 w 1784"/>
              <a:gd name="T3" fmla="*/ 1514614922 h 1501"/>
              <a:gd name="T4" fmla="*/ 2147483647 w 1784"/>
              <a:gd name="T5" fmla="*/ 0 h 1501"/>
              <a:gd name="T6" fmla="*/ 2147483647 w 1784"/>
              <a:gd name="T7" fmla="*/ 2147483647 h 1501"/>
              <a:gd name="T8" fmla="*/ 2147483647 w 1784"/>
              <a:gd name="T9" fmla="*/ 2147483647 h 1501"/>
              <a:gd name="T10" fmla="*/ 0 60000 65536"/>
              <a:gd name="T11" fmla="*/ 0 60000 65536"/>
              <a:gd name="T12" fmla="*/ 0 60000 65536"/>
              <a:gd name="T13" fmla="*/ 0 60000 65536"/>
              <a:gd name="T14" fmla="*/ 0 60000 65536"/>
              <a:gd name="T15" fmla="*/ 0 w 1784"/>
              <a:gd name="T16" fmla="*/ 0 h 1501"/>
              <a:gd name="T17" fmla="*/ 1784 w 1784"/>
              <a:gd name="T18" fmla="*/ 1501 h 1501"/>
            </a:gdLst>
            <a:ahLst/>
            <a:cxnLst>
              <a:cxn ang="T10">
                <a:pos x="T0" y="T1"/>
              </a:cxn>
              <a:cxn ang="T11">
                <a:pos x="T2" y="T3"/>
              </a:cxn>
              <a:cxn ang="T12">
                <a:pos x="T4" y="T5"/>
              </a:cxn>
              <a:cxn ang="T13">
                <a:pos x="T6" y="T7"/>
              </a:cxn>
              <a:cxn ang="T14">
                <a:pos x="T8" y="T9"/>
              </a:cxn>
            </a:cxnLst>
            <a:rect l="T15" t="T16" r="T17" b="T18"/>
            <a:pathLst>
              <a:path w="1784" h="1501">
                <a:moveTo>
                  <a:pt x="0" y="1500"/>
                </a:moveTo>
                <a:lnTo>
                  <a:pt x="446" y="601"/>
                </a:lnTo>
                <a:lnTo>
                  <a:pt x="892" y="0"/>
                </a:lnTo>
                <a:lnTo>
                  <a:pt x="1337" y="899"/>
                </a:lnTo>
                <a:lnTo>
                  <a:pt x="1783" y="1500"/>
                </a:lnTo>
              </a:path>
            </a:pathLst>
          </a:custGeom>
          <a:noFill/>
          <a:ln w="25400" cap="rnd">
            <a:solidFill>
              <a:srgbClr val="00DFCA"/>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31" name="Rectangle 17">
            <a:extLst>
              <a:ext uri="{FF2B5EF4-FFF2-40B4-BE49-F238E27FC236}">
                <a16:creationId xmlns:a16="http://schemas.microsoft.com/office/drawing/2014/main" id="{999E65AA-6274-0443-80C2-77A32D554975}"/>
              </a:ext>
            </a:extLst>
          </p:cNvPr>
          <p:cNvSpPr>
            <a:spLocks noChangeArrowheads="1"/>
          </p:cNvSpPr>
          <p:nvPr/>
        </p:nvSpPr>
        <p:spPr bwMode="auto">
          <a:xfrm>
            <a:off x="3622675" y="5010150"/>
            <a:ext cx="44450" cy="58738"/>
          </a:xfrm>
          <a:prstGeom prst="rect">
            <a:avLst/>
          </a:prstGeom>
          <a:solidFill>
            <a:srgbClr val="FAFD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32" name="Line 18">
            <a:extLst>
              <a:ext uri="{FF2B5EF4-FFF2-40B4-BE49-F238E27FC236}">
                <a16:creationId xmlns:a16="http://schemas.microsoft.com/office/drawing/2014/main" id="{B8951637-13AB-798D-0CB4-C9B8C6602C04}"/>
              </a:ext>
            </a:extLst>
          </p:cNvPr>
          <p:cNvSpPr>
            <a:spLocks noChangeShapeType="1"/>
          </p:cNvSpPr>
          <p:nvPr/>
        </p:nvSpPr>
        <p:spPr bwMode="auto">
          <a:xfrm flipV="1">
            <a:off x="3648075" y="5002213"/>
            <a:ext cx="0" cy="5080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33" name="Line 19">
            <a:extLst>
              <a:ext uri="{FF2B5EF4-FFF2-40B4-BE49-F238E27FC236}">
                <a16:creationId xmlns:a16="http://schemas.microsoft.com/office/drawing/2014/main" id="{820E6687-573D-F58D-D725-5523CFF57D0E}"/>
              </a:ext>
            </a:extLst>
          </p:cNvPr>
          <p:cNvSpPr>
            <a:spLocks noChangeShapeType="1"/>
          </p:cNvSpPr>
          <p:nvPr/>
        </p:nvSpPr>
        <p:spPr bwMode="auto">
          <a:xfrm>
            <a:off x="3648075" y="5049838"/>
            <a:ext cx="0" cy="11112"/>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34" name="Line 20">
            <a:extLst>
              <a:ext uri="{FF2B5EF4-FFF2-40B4-BE49-F238E27FC236}">
                <a16:creationId xmlns:a16="http://schemas.microsoft.com/office/drawing/2014/main" id="{1249BF4D-59B3-1E47-0B90-431DD0D11BC0}"/>
              </a:ext>
            </a:extLst>
          </p:cNvPr>
          <p:cNvSpPr>
            <a:spLocks noChangeShapeType="1"/>
          </p:cNvSpPr>
          <p:nvPr/>
        </p:nvSpPr>
        <p:spPr bwMode="auto">
          <a:xfrm flipH="1">
            <a:off x="3616325" y="5041900"/>
            <a:ext cx="44450" cy="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35" name="Line 21">
            <a:extLst>
              <a:ext uri="{FF2B5EF4-FFF2-40B4-BE49-F238E27FC236}">
                <a16:creationId xmlns:a16="http://schemas.microsoft.com/office/drawing/2014/main" id="{93974D15-6467-1EC8-CD84-80E3C665ED60}"/>
              </a:ext>
            </a:extLst>
          </p:cNvPr>
          <p:cNvSpPr>
            <a:spLocks noChangeShapeType="1"/>
          </p:cNvSpPr>
          <p:nvPr/>
        </p:nvSpPr>
        <p:spPr bwMode="auto">
          <a:xfrm>
            <a:off x="3656013" y="5041900"/>
            <a:ext cx="6350" cy="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36" name="Rectangle 22">
            <a:extLst>
              <a:ext uri="{FF2B5EF4-FFF2-40B4-BE49-F238E27FC236}">
                <a16:creationId xmlns:a16="http://schemas.microsoft.com/office/drawing/2014/main" id="{FB8657CB-4345-3CA9-3E9D-64290DDFD2F3}"/>
              </a:ext>
            </a:extLst>
          </p:cNvPr>
          <p:cNvSpPr>
            <a:spLocks noChangeArrowheads="1"/>
          </p:cNvSpPr>
          <p:nvPr/>
        </p:nvSpPr>
        <p:spPr bwMode="auto">
          <a:xfrm>
            <a:off x="4330700" y="3582988"/>
            <a:ext cx="44450" cy="57150"/>
          </a:xfrm>
          <a:prstGeom prst="rect">
            <a:avLst/>
          </a:prstGeom>
          <a:solidFill>
            <a:srgbClr val="FAFD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37" name="Line 23">
            <a:extLst>
              <a:ext uri="{FF2B5EF4-FFF2-40B4-BE49-F238E27FC236}">
                <a16:creationId xmlns:a16="http://schemas.microsoft.com/office/drawing/2014/main" id="{771AA6E3-8DA6-A04E-B00B-804225D85BE0}"/>
              </a:ext>
            </a:extLst>
          </p:cNvPr>
          <p:cNvSpPr>
            <a:spLocks noChangeShapeType="1"/>
          </p:cNvSpPr>
          <p:nvPr/>
        </p:nvSpPr>
        <p:spPr bwMode="auto">
          <a:xfrm flipV="1">
            <a:off x="4356100" y="3575050"/>
            <a:ext cx="0" cy="5080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38" name="Line 24">
            <a:extLst>
              <a:ext uri="{FF2B5EF4-FFF2-40B4-BE49-F238E27FC236}">
                <a16:creationId xmlns:a16="http://schemas.microsoft.com/office/drawing/2014/main" id="{4BCFD947-D156-DBB5-5DC7-2D40696EF7E4}"/>
              </a:ext>
            </a:extLst>
          </p:cNvPr>
          <p:cNvSpPr>
            <a:spLocks noChangeShapeType="1"/>
          </p:cNvSpPr>
          <p:nvPr/>
        </p:nvSpPr>
        <p:spPr bwMode="auto">
          <a:xfrm>
            <a:off x="4356100" y="3622675"/>
            <a:ext cx="0" cy="11113"/>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39" name="Line 25">
            <a:extLst>
              <a:ext uri="{FF2B5EF4-FFF2-40B4-BE49-F238E27FC236}">
                <a16:creationId xmlns:a16="http://schemas.microsoft.com/office/drawing/2014/main" id="{2A77625C-2CAD-D34A-1469-F6D6160DEB95}"/>
              </a:ext>
            </a:extLst>
          </p:cNvPr>
          <p:cNvSpPr>
            <a:spLocks noChangeShapeType="1"/>
          </p:cNvSpPr>
          <p:nvPr/>
        </p:nvSpPr>
        <p:spPr bwMode="auto">
          <a:xfrm flipH="1">
            <a:off x="4324350" y="3614738"/>
            <a:ext cx="44450" cy="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40" name="Line 26">
            <a:extLst>
              <a:ext uri="{FF2B5EF4-FFF2-40B4-BE49-F238E27FC236}">
                <a16:creationId xmlns:a16="http://schemas.microsoft.com/office/drawing/2014/main" id="{F91A22E7-C2B7-C0F2-CE0D-323A411CDEDE}"/>
              </a:ext>
            </a:extLst>
          </p:cNvPr>
          <p:cNvSpPr>
            <a:spLocks noChangeShapeType="1"/>
          </p:cNvSpPr>
          <p:nvPr/>
        </p:nvSpPr>
        <p:spPr bwMode="auto">
          <a:xfrm>
            <a:off x="4364038" y="3614738"/>
            <a:ext cx="6350" cy="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41" name="Rectangle 27">
            <a:extLst>
              <a:ext uri="{FF2B5EF4-FFF2-40B4-BE49-F238E27FC236}">
                <a16:creationId xmlns:a16="http://schemas.microsoft.com/office/drawing/2014/main" id="{4B6C881F-C2F4-C40B-3612-ABDAF0ABE55B}"/>
              </a:ext>
            </a:extLst>
          </p:cNvPr>
          <p:cNvSpPr>
            <a:spLocks noChangeArrowheads="1"/>
          </p:cNvSpPr>
          <p:nvPr/>
        </p:nvSpPr>
        <p:spPr bwMode="auto">
          <a:xfrm>
            <a:off x="5038725" y="2628900"/>
            <a:ext cx="46038" cy="58738"/>
          </a:xfrm>
          <a:prstGeom prst="rect">
            <a:avLst/>
          </a:prstGeom>
          <a:solidFill>
            <a:srgbClr val="FAFD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42" name="Line 28">
            <a:extLst>
              <a:ext uri="{FF2B5EF4-FFF2-40B4-BE49-F238E27FC236}">
                <a16:creationId xmlns:a16="http://schemas.microsoft.com/office/drawing/2014/main" id="{2C3233DE-72BA-34FD-BD6E-F199E5DC0995}"/>
              </a:ext>
            </a:extLst>
          </p:cNvPr>
          <p:cNvSpPr>
            <a:spLocks noChangeShapeType="1"/>
          </p:cNvSpPr>
          <p:nvPr/>
        </p:nvSpPr>
        <p:spPr bwMode="auto">
          <a:xfrm flipV="1">
            <a:off x="5064125" y="2624138"/>
            <a:ext cx="0" cy="49212"/>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43" name="Line 29">
            <a:extLst>
              <a:ext uri="{FF2B5EF4-FFF2-40B4-BE49-F238E27FC236}">
                <a16:creationId xmlns:a16="http://schemas.microsoft.com/office/drawing/2014/main" id="{27372861-9452-E778-9F6B-4B174C352DCE}"/>
              </a:ext>
            </a:extLst>
          </p:cNvPr>
          <p:cNvSpPr>
            <a:spLocks noChangeShapeType="1"/>
          </p:cNvSpPr>
          <p:nvPr/>
        </p:nvSpPr>
        <p:spPr bwMode="auto">
          <a:xfrm>
            <a:off x="5064125" y="2668588"/>
            <a:ext cx="0" cy="11112"/>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44" name="Line 30">
            <a:extLst>
              <a:ext uri="{FF2B5EF4-FFF2-40B4-BE49-F238E27FC236}">
                <a16:creationId xmlns:a16="http://schemas.microsoft.com/office/drawing/2014/main" id="{ED3A2750-42EA-848F-777C-6CC4870AAB15}"/>
              </a:ext>
            </a:extLst>
          </p:cNvPr>
          <p:cNvSpPr>
            <a:spLocks noChangeShapeType="1"/>
          </p:cNvSpPr>
          <p:nvPr/>
        </p:nvSpPr>
        <p:spPr bwMode="auto">
          <a:xfrm flipH="1">
            <a:off x="5032375" y="2660650"/>
            <a:ext cx="44450" cy="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45" name="Line 31">
            <a:extLst>
              <a:ext uri="{FF2B5EF4-FFF2-40B4-BE49-F238E27FC236}">
                <a16:creationId xmlns:a16="http://schemas.microsoft.com/office/drawing/2014/main" id="{8333CFEB-B969-3D08-9FFF-F42AFB386330}"/>
              </a:ext>
            </a:extLst>
          </p:cNvPr>
          <p:cNvSpPr>
            <a:spLocks noChangeShapeType="1"/>
          </p:cNvSpPr>
          <p:nvPr/>
        </p:nvSpPr>
        <p:spPr bwMode="auto">
          <a:xfrm>
            <a:off x="5072063" y="2660650"/>
            <a:ext cx="6350" cy="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46" name="Rectangle 32">
            <a:extLst>
              <a:ext uri="{FF2B5EF4-FFF2-40B4-BE49-F238E27FC236}">
                <a16:creationId xmlns:a16="http://schemas.microsoft.com/office/drawing/2014/main" id="{21A3160E-570C-0E13-28AB-8022E420BC10}"/>
              </a:ext>
            </a:extLst>
          </p:cNvPr>
          <p:cNvSpPr>
            <a:spLocks noChangeArrowheads="1"/>
          </p:cNvSpPr>
          <p:nvPr/>
        </p:nvSpPr>
        <p:spPr bwMode="auto">
          <a:xfrm>
            <a:off x="5745163" y="4057650"/>
            <a:ext cx="44450" cy="57150"/>
          </a:xfrm>
          <a:prstGeom prst="rect">
            <a:avLst/>
          </a:prstGeom>
          <a:solidFill>
            <a:srgbClr val="FAFD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47" name="Line 33">
            <a:extLst>
              <a:ext uri="{FF2B5EF4-FFF2-40B4-BE49-F238E27FC236}">
                <a16:creationId xmlns:a16="http://schemas.microsoft.com/office/drawing/2014/main" id="{552FD0FA-D56C-60E7-69BF-F977DD375855}"/>
              </a:ext>
            </a:extLst>
          </p:cNvPr>
          <p:cNvSpPr>
            <a:spLocks noChangeShapeType="1"/>
          </p:cNvSpPr>
          <p:nvPr/>
        </p:nvSpPr>
        <p:spPr bwMode="auto">
          <a:xfrm flipV="1">
            <a:off x="5770563" y="4051300"/>
            <a:ext cx="0" cy="49213"/>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48" name="Line 34">
            <a:extLst>
              <a:ext uri="{FF2B5EF4-FFF2-40B4-BE49-F238E27FC236}">
                <a16:creationId xmlns:a16="http://schemas.microsoft.com/office/drawing/2014/main" id="{CC967E5A-1293-9527-F627-AFB2D9A57E2C}"/>
              </a:ext>
            </a:extLst>
          </p:cNvPr>
          <p:cNvSpPr>
            <a:spLocks noChangeShapeType="1"/>
          </p:cNvSpPr>
          <p:nvPr/>
        </p:nvSpPr>
        <p:spPr bwMode="auto">
          <a:xfrm>
            <a:off x="5770563" y="4102100"/>
            <a:ext cx="0" cy="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49" name="Line 35">
            <a:extLst>
              <a:ext uri="{FF2B5EF4-FFF2-40B4-BE49-F238E27FC236}">
                <a16:creationId xmlns:a16="http://schemas.microsoft.com/office/drawing/2014/main" id="{4C793063-46E3-4026-3CCC-041B9D759FE5}"/>
              </a:ext>
            </a:extLst>
          </p:cNvPr>
          <p:cNvSpPr>
            <a:spLocks noChangeShapeType="1"/>
          </p:cNvSpPr>
          <p:nvPr/>
        </p:nvSpPr>
        <p:spPr bwMode="auto">
          <a:xfrm flipH="1">
            <a:off x="5738813" y="4087813"/>
            <a:ext cx="44450" cy="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50" name="Line 36">
            <a:extLst>
              <a:ext uri="{FF2B5EF4-FFF2-40B4-BE49-F238E27FC236}">
                <a16:creationId xmlns:a16="http://schemas.microsoft.com/office/drawing/2014/main" id="{2AE594EB-1B01-4715-FCE1-1980E2017487}"/>
              </a:ext>
            </a:extLst>
          </p:cNvPr>
          <p:cNvSpPr>
            <a:spLocks noChangeShapeType="1"/>
          </p:cNvSpPr>
          <p:nvPr/>
        </p:nvSpPr>
        <p:spPr bwMode="auto">
          <a:xfrm>
            <a:off x="5778500" y="4087813"/>
            <a:ext cx="6350" cy="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51" name="Rectangle 37">
            <a:extLst>
              <a:ext uri="{FF2B5EF4-FFF2-40B4-BE49-F238E27FC236}">
                <a16:creationId xmlns:a16="http://schemas.microsoft.com/office/drawing/2014/main" id="{9B4CEAE8-9177-CFEF-C257-DCC293B860D3}"/>
              </a:ext>
            </a:extLst>
          </p:cNvPr>
          <p:cNvSpPr>
            <a:spLocks noChangeArrowheads="1"/>
          </p:cNvSpPr>
          <p:nvPr/>
        </p:nvSpPr>
        <p:spPr bwMode="auto">
          <a:xfrm>
            <a:off x="6453188" y="5010150"/>
            <a:ext cx="46037" cy="58738"/>
          </a:xfrm>
          <a:prstGeom prst="rect">
            <a:avLst/>
          </a:prstGeom>
          <a:solidFill>
            <a:srgbClr val="FAFD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52" name="Line 38">
            <a:extLst>
              <a:ext uri="{FF2B5EF4-FFF2-40B4-BE49-F238E27FC236}">
                <a16:creationId xmlns:a16="http://schemas.microsoft.com/office/drawing/2014/main" id="{09CA4D73-A5DA-4612-801E-5C542E80F5DD}"/>
              </a:ext>
            </a:extLst>
          </p:cNvPr>
          <p:cNvSpPr>
            <a:spLocks noChangeShapeType="1"/>
          </p:cNvSpPr>
          <p:nvPr/>
        </p:nvSpPr>
        <p:spPr bwMode="auto">
          <a:xfrm flipV="1">
            <a:off x="6478588" y="5002213"/>
            <a:ext cx="0" cy="5080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53" name="Line 39">
            <a:extLst>
              <a:ext uri="{FF2B5EF4-FFF2-40B4-BE49-F238E27FC236}">
                <a16:creationId xmlns:a16="http://schemas.microsoft.com/office/drawing/2014/main" id="{4337984B-2110-9A13-155D-88DE9ECF7E50}"/>
              </a:ext>
            </a:extLst>
          </p:cNvPr>
          <p:cNvSpPr>
            <a:spLocks noChangeShapeType="1"/>
          </p:cNvSpPr>
          <p:nvPr/>
        </p:nvSpPr>
        <p:spPr bwMode="auto">
          <a:xfrm>
            <a:off x="6478588" y="5049838"/>
            <a:ext cx="0" cy="11112"/>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54" name="Line 40">
            <a:extLst>
              <a:ext uri="{FF2B5EF4-FFF2-40B4-BE49-F238E27FC236}">
                <a16:creationId xmlns:a16="http://schemas.microsoft.com/office/drawing/2014/main" id="{7378846C-2076-EA8E-0A6B-571C99BD0F9C}"/>
              </a:ext>
            </a:extLst>
          </p:cNvPr>
          <p:cNvSpPr>
            <a:spLocks noChangeShapeType="1"/>
          </p:cNvSpPr>
          <p:nvPr/>
        </p:nvSpPr>
        <p:spPr bwMode="auto">
          <a:xfrm flipH="1">
            <a:off x="6446838" y="5041900"/>
            <a:ext cx="44450" cy="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55" name="Line 41">
            <a:extLst>
              <a:ext uri="{FF2B5EF4-FFF2-40B4-BE49-F238E27FC236}">
                <a16:creationId xmlns:a16="http://schemas.microsoft.com/office/drawing/2014/main" id="{1687E82D-F5B8-39B3-34A2-9FE790092DB4}"/>
              </a:ext>
            </a:extLst>
          </p:cNvPr>
          <p:cNvSpPr>
            <a:spLocks noChangeShapeType="1"/>
          </p:cNvSpPr>
          <p:nvPr/>
        </p:nvSpPr>
        <p:spPr bwMode="auto">
          <a:xfrm>
            <a:off x="6486525" y="5041900"/>
            <a:ext cx="6350" cy="0"/>
          </a:xfrm>
          <a:prstGeom prst="line">
            <a:avLst/>
          </a:prstGeom>
          <a:noFill/>
          <a:ln w="12700">
            <a:solidFill>
              <a:srgbClr val="FFFF00"/>
            </a:solidFill>
            <a:round/>
            <a:headEnd/>
            <a:tailEnd/>
          </a:ln>
          <a:extLst>
            <a:ext uri="{909E8E84-426E-40DD-AFC4-6F175D3DCCD1}">
              <a14:hiddenFill xmlns:a14="http://schemas.microsoft.com/office/drawing/2010/main">
                <a:noFill/>
              </a14:hiddenFill>
            </a:ext>
          </a:extLst>
        </p:spPr>
        <p:txBody>
          <a:bodyPr wrap="none" anchor="ctr"/>
          <a:lstStyle/>
          <a:p>
            <a:endParaRPr lang="tr-TR"/>
          </a:p>
        </p:txBody>
      </p:sp>
      <p:sp>
        <p:nvSpPr>
          <p:cNvPr id="64556" name="Rectangle 42">
            <a:extLst>
              <a:ext uri="{FF2B5EF4-FFF2-40B4-BE49-F238E27FC236}">
                <a16:creationId xmlns:a16="http://schemas.microsoft.com/office/drawing/2014/main" id="{770CF6E4-45B6-6420-C2A9-EEE747F3D11E}"/>
              </a:ext>
            </a:extLst>
          </p:cNvPr>
          <p:cNvSpPr>
            <a:spLocks noChangeArrowheads="1"/>
          </p:cNvSpPr>
          <p:nvPr/>
        </p:nvSpPr>
        <p:spPr bwMode="auto">
          <a:xfrm>
            <a:off x="2514600" y="4800600"/>
            <a:ext cx="3508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0</a:t>
            </a:r>
          </a:p>
        </p:txBody>
      </p:sp>
      <p:sp>
        <p:nvSpPr>
          <p:cNvPr id="64557" name="Rectangle 43">
            <a:extLst>
              <a:ext uri="{FF2B5EF4-FFF2-40B4-BE49-F238E27FC236}">
                <a16:creationId xmlns:a16="http://schemas.microsoft.com/office/drawing/2014/main" id="{FB3CC408-AE6F-0255-D3D6-2E017778820C}"/>
              </a:ext>
            </a:extLst>
          </p:cNvPr>
          <p:cNvSpPr>
            <a:spLocks noChangeArrowheads="1"/>
          </p:cNvSpPr>
          <p:nvPr/>
        </p:nvSpPr>
        <p:spPr bwMode="auto">
          <a:xfrm>
            <a:off x="2524125" y="4352925"/>
            <a:ext cx="3508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1</a:t>
            </a:r>
          </a:p>
        </p:txBody>
      </p:sp>
      <p:sp>
        <p:nvSpPr>
          <p:cNvPr id="64558" name="Rectangle 44">
            <a:extLst>
              <a:ext uri="{FF2B5EF4-FFF2-40B4-BE49-F238E27FC236}">
                <a16:creationId xmlns:a16="http://schemas.microsoft.com/office/drawing/2014/main" id="{045F12B8-7FD8-FFF2-EB6B-A4766CE60D0B}"/>
              </a:ext>
            </a:extLst>
          </p:cNvPr>
          <p:cNvSpPr>
            <a:spLocks noChangeArrowheads="1"/>
          </p:cNvSpPr>
          <p:nvPr/>
        </p:nvSpPr>
        <p:spPr bwMode="auto">
          <a:xfrm>
            <a:off x="2524125" y="3876675"/>
            <a:ext cx="3508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2</a:t>
            </a:r>
          </a:p>
        </p:txBody>
      </p:sp>
      <p:sp>
        <p:nvSpPr>
          <p:cNvPr id="64559" name="Rectangle 45">
            <a:extLst>
              <a:ext uri="{FF2B5EF4-FFF2-40B4-BE49-F238E27FC236}">
                <a16:creationId xmlns:a16="http://schemas.microsoft.com/office/drawing/2014/main" id="{5DB72CDB-DD7A-CF3A-5A12-01F312FBF882}"/>
              </a:ext>
            </a:extLst>
          </p:cNvPr>
          <p:cNvSpPr>
            <a:spLocks noChangeArrowheads="1"/>
          </p:cNvSpPr>
          <p:nvPr/>
        </p:nvSpPr>
        <p:spPr bwMode="auto">
          <a:xfrm>
            <a:off x="2524125" y="3402013"/>
            <a:ext cx="3508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3</a:t>
            </a:r>
          </a:p>
        </p:txBody>
      </p:sp>
      <p:sp>
        <p:nvSpPr>
          <p:cNvPr id="64560" name="Rectangle 46">
            <a:extLst>
              <a:ext uri="{FF2B5EF4-FFF2-40B4-BE49-F238E27FC236}">
                <a16:creationId xmlns:a16="http://schemas.microsoft.com/office/drawing/2014/main" id="{7AD300B6-6973-41BA-E69F-3C52181B1A65}"/>
              </a:ext>
            </a:extLst>
          </p:cNvPr>
          <p:cNvSpPr>
            <a:spLocks noChangeArrowheads="1"/>
          </p:cNvSpPr>
          <p:nvPr/>
        </p:nvSpPr>
        <p:spPr bwMode="auto">
          <a:xfrm>
            <a:off x="2524125" y="2925763"/>
            <a:ext cx="3508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4</a:t>
            </a:r>
          </a:p>
        </p:txBody>
      </p:sp>
      <p:sp>
        <p:nvSpPr>
          <p:cNvPr id="64561" name="Rectangle 47">
            <a:extLst>
              <a:ext uri="{FF2B5EF4-FFF2-40B4-BE49-F238E27FC236}">
                <a16:creationId xmlns:a16="http://schemas.microsoft.com/office/drawing/2014/main" id="{A757938D-B716-D596-A103-27F97F9C5CB2}"/>
              </a:ext>
            </a:extLst>
          </p:cNvPr>
          <p:cNvSpPr>
            <a:spLocks noChangeArrowheads="1"/>
          </p:cNvSpPr>
          <p:nvPr/>
        </p:nvSpPr>
        <p:spPr bwMode="auto">
          <a:xfrm>
            <a:off x="2524125" y="2449513"/>
            <a:ext cx="350838"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5</a:t>
            </a:r>
          </a:p>
        </p:txBody>
      </p:sp>
      <p:sp>
        <p:nvSpPr>
          <p:cNvPr id="64562" name="Rectangle 48">
            <a:extLst>
              <a:ext uri="{FF2B5EF4-FFF2-40B4-BE49-F238E27FC236}">
                <a16:creationId xmlns:a16="http://schemas.microsoft.com/office/drawing/2014/main" id="{EA19A4B8-95FE-5D51-05FE-395A73F7E094}"/>
              </a:ext>
            </a:extLst>
          </p:cNvPr>
          <p:cNvSpPr>
            <a:spLocks noChangeArrowheads="1"/>
          </p:cNvSpPr>
          <p:nvPr/>
        </p:nvSpPr>
        <p:spPr bwMode="auto">
          <a:xfrm>
            <a:off x="457200" y="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ctr" anchorCtr="1"/>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eaLnBrk="1" hangingPunct="1">
              <a:lnSpc>
                <a:spcPct val="95000"/>
              </a:lnSpc>
            </a:pPr>
            <a:r>
              <a:rPr lang="tr-TR" altLang="tr-TR" sz="2400" b="0" i="0" dirty="0">
                <a:solidFill>
                  <a:srgbClr val="00B050"/>
                </a:solidFill>
              </a:rPr>
              <a:t>Frekans Poligonu</a:t>
            </a:r>
          </a:p>
        </p:txBody>
      </p:sp>
      <p:sp>
        <p:nvSpPr>
          <p:cNvPr id="64563" name="Rectangle 49">
            <a:extLst>
              <a:ext uri="{FF2B5EF4-FFF2-40B4-BE49-F238E27FC236}">
                <a16:creationId xmlns:a16="http://schemas.microsoft.com/office/drawing/2014/main" id="{48AFCFAB-508E-62D7-9650-BB7F8C34F4EA}"/>
              </a:ext>
            </a:extLst>
          </p:cNvPr>
          <p:cNvSpPr>
            <a:spLocks noChangeArrowheads="1"/>
          </p:cNvSpPr>
          <p:nvPr/>
        </p:nvSpPr>
        <p:spPr bwMode="auto">
          <a:xfrm>
            <a:off x="3659188" y="5868988"/>
            <a:ext cx="28162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spcBef>
                <a:spcPct val="50000"/>
              </a:spcBef>
            </a:pPr>
            <a:r>
              <a:rPr lang="tr-TR" altLang="tr-TR" sz="2400" i="0">
                <a:solidFill>
                  <a:schemeClr val="bg2"/>
                </a:solidFill>
              </a:rPr>
              <a:t>Orta nokta</a:t>
            </a:r>
          </a:p>
        </p:txBody>
      </p:sp>
      <p:sp>
        <p:nvSpPr>
          <p:cNvPr id="64564" name="Rectangle 50">
            <a:extLst>
              <a:ext uri="{FF2B5EF4-FFF2-40B4-BE49-F238E27FC236}">
                <a16:creationId xmlns:a16="http://schemas.microsoft.com/office/drawing/2014/main" id="{A7EE5C6C-076B-635E-480C-E864E44A94AC}"/>
              </a:ext>
            </a:extLst>
          </p:cNvPr>
          <p:cNvSpPr>
            <a:spLocks noChangeArrowheads="1"/>
          </p:cNvSpPr>
          <p:nvPr/>
        </p:nvSpPr>
        <p:spPr bwMode="auto">
          <a:xfrm>
            <a:off x="4268788" y="3963988"/>
            <a:ext cx="1520825"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ctr">
              <a:spcBef>
                <a:spcPct val="50000"/>
              </a:spcBef>
            </a:pPr>
            <a:r>
              <a:rPr lang="tr-TR" altLang="tr-TR" sz="2400" b="0" i="0">
                <a:solidFill>
                  <a:schemeClr val="bg2"/>
                </a:solidFill>
              </a:rPr>
              <a:t>Fiktif Sınıf</a:t>
            </a:r>
          </a:p>
        </p:txBody>
      </p:sp>
      <p:sp>
        <p:nvSpPr>
          <p:cNvPr id="64565" name="Line 51">
            <a:extLst>
              <a:ext uri="{FF2B5EF4-FFF2-40B4-BE49-F238E27FC236}">
                <a16:creationId xmlns:a16="http://schemas.microsoft.com/office/drawing/2014/main" id="{651B3B63-90FD-38BE-ED87-ABAA6F9A0BEA}"/>
              </a:ext>
            </a:extLst>
          </p:cNvPr>
          <p:cNvSpPr>
            <a:spLocks noChangeShapeType="1"/>
          </p:cNvSpPr>
          <p:nvPr/>
        </p:nvSpPr>
        <p:spPr bwMode="auto">
          <a:xfrm flipH="1">
            <a:off x="3798888" y="4481513"/>
            <a:ext cx="685800" cy="382587"/>
          </a:xfrm>
          <a:prstGeom prst="line">
            <a:avLst/>
          </a:prstGeom>
          <a:noFill/>
          <a:ln w="12700">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64566" name="Rectangle 52">
            <a:extLst>
              <a:ext uri="{FF2B5EF4-FFF2-40B4-BE49-F238E27FC236}">
                <a16:creationId xmlns:a16="http://schemas.microsoft.com/office/drawing/2014/main" id="{B3F8648B-CA91-F8C5-0FDA-E9D5C2EFF3A5}"/>
              </a:ext>
            </a:extLst>
          </p:cNvPr>
          <p:cNvSpPr>
            <a:spLocks noChangeArrowheads="1"/>
          </p:cNvSpPr>
          <p:nvPr/>
        </p:nvSpPr>
        <p:spPr bwMode="auto">
          <a:xfrm>
            <a:off x="2743200" y="5334000"/>
            <a:ext cx="52546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tabLst>
                <a:tab pos="800100" algn="ctr"/>
                <a:tab pos="1549400" algn="ctr"/>
                <a:tab pos="2235200" algn="ctr"/>
                <a:tab pos="2921000" algn="ctr"/>
                <a:tab pos="3657600" algn="ctr"/>
                <a:tab pos="4343400" algn="ctr"/>
              </a:tabLst>
              <a:defRPr b="1" i="1">
                <a:solidFill>
                  <a:schemeClr val="tx1"/>
                </a:solidFill>
                <a:latin typeface="Arial" panose="020B0604020202020204" pitchFamily="34" charset="0"/>
              </a:defRPr>
            </a:lvl1pPr>
            <a:lvl2pPr marL="742950" indent="-285750" eaLnBrk="0" hangingPunct="0">
              <a:tabLst>
                <a:tab pos="800100" algn="ctr"/>
                <a:tab pos="1549400" algn="ctr"/>
                <a:tab pos="2235200" algn="ctr"/>
                <a:tab pos="2921000" algn="ctr"/>
                <a:tab pos="3657600" algn="ctr"/>
                <a:tab pos="4343400" algn="ctr"/>
              </a:tabLst>
              <a:defRPr b="1" i="1">
                <a:solidFill>
                  <a:schemeClr val="tx1"/>
                </a:solidFill>
                <a:latin typeface="Arial" panose="020B0604020202020204" pitchFamily="34" charset="0"/>
              </a:defRPr>
            </a:lvl2pPr>
            <a:lvl3pPr marL="1143000" indent="-228600" eaLnBrk="0" hangingPunct="0">
              <a:tabLst>
                <a:tab pos="800100" algn="ctr"/>
                <a:tab pos="1549400" algn="ctr"/>
                <a:tab pos="2235200" algn="ctr"/>
                <a:tab pos="2921000" algn="ctr"/>
                <a:tab pos="3657600" algn="ctr"/>
                <a:tab pos="4343400" algn="ctr"/>
              </a:tabLst>
              <a:defRPr b="1" i="1">
                <a:solidFill>
                  <a:schemeClr val="tx1"/>
                </a:solidFill>
                <a:latin typeface="Arial" panose="020B0604020202020204" pitchFamily="34" charset="0"/>
              </a:defRPr>
            </a:lvl3pPr>
            <a:lvl4pPr marL="1600200" indent="-228600" eaLnBrk="0" hangingPunct="0">
              <a:tabLst>
                <a:tab pos="800100" algn="ctr"/>
                <a:tab pos="1549400" algn="ctr"/>
                <a:tab pos="2235200" algn="ctr"/>
                <a:tab pos="2921000" algn="ctr"/>
                <a:tab pos="3657600" algn="ctr"/>
                <a:tab pos="4343400" algn="ctr"/>
              </a:tabLst>
              <a:defRPr b="1" i="1">
                <a:solidFill>
                  <a:schemeClr val="tx1"/>
                </a:solidFill>
                <a:latin typeface="Arial" panose="020B0604020202020204" pitchFamily="34" charset="0"/>
              </a:defRPr>
            </a:lvl4pPr>
            <a:lvl5pPr marL="2057400" indent="-228600" eaLnBrk="0" hangingPunct="0">
              <a:tabLst>
                <a:tab pos="800100" algn="ctr"/>
                <a:tab pos="1549400" algn="ctr"/>
                <a:tab pos="2235200" algn="ctr"/>
                <a:tab pos="2921000" algn="ctr"/>
                <a:tab pos="3657600" algn="ctr"/>
                <a:tab pos="4343400" algn="ctr"/>
              </a:tabLst>
              <a:defRPr b="1" i="1">
                <a:solidFill>
                  <a:schemeClr val="tx1"/>
                </a:solidFill>
                <a:latin typeface="Arial" panose="020B0604020202020204" pitchFamily="34" charset="0"/>
              </a:defRPr>
            </a:lvl5pPr>
            <a:lvl6pPr marL="2514600" indent="-228600" eaLnBrk="0" fontAlgn="base" hangingPunct="0">
              <a:spcBef>
                <a:spcPct val="0"/>
              </a:spcBef>
              <a:spcAft>
                <a:spcPct val="0"/>
              </a:spcAft>
              <a:tabLst>
                <a:tab pos="800100" algn="ctr"/>
                <a:tab pos="1549400" algn="ctr"/>
                <a:tab pos="2235200" algn="ctr"/>
                <a:tab pos="2921000" algn="ctr"/>
                <a:tab pos="3657600" algn="ctr"/>
                <a:tab pos="4343400" algn="ctr"/>
              </a:tabLst>
              <a:defRPr b="1" i="1">
                <a:solidFill>
                  <a:schemeClr val="tx1"/>
                </a:solidFill>
                <a:latin typeface="Arial" panose="020B0604020202020204" pitchFamily="34" charset="0"/>
              </a:defRPr>
            </a:lvl6pPr>
            <a:lvl7pPr marL="2971800" indent="-228600" eaLnBrk="0" fontAlgn="base" hangingPunct="0">
              <a:spcBef>
                <a:spcPct val="0"/>
              </a:spcBef>
              <a:spcAft>
                <a:spcPct val="0"/>
              </a:spcAft>
              <a:tabLst>
                <a:tab pos="800100" algn="ctr"/>
                <a:tab pos="1549400" algn="ctr"/>
                <a:tab pos="2235200" algn="ctr"/>
                <a:tab pos="2921000" algn="ctr"/>
                <a:tab pos="3657600" algn="ctr"/>
                <a:tab pos="4343400" algn="ctr"/>
              </a:tabLst>
              <a:defRPr b="1" i="1">
                <a:solidFill>
                  <a:schemeClr val="tx1"/>
                </a:solidFill>
                <a:latin typeface="Arial" panose="020B0604020202020204" pitchFamily="34" charset="0"/>
              </a:defRPr>
            </a:lvl7pPr>
            <a:lvl8pPr marL="3429000" indent="-228600" eaLnBrk="0" fontAlgn="base" hangingPunct="0">
              <a:spcBef>
                <a:spcPct val="0"/>
              </a:spcBef>
              <a:spcAft>
                <a:spcPct val="0"/>
              </a:spcAft>
              <a:tabLst>
                <a:tab pos="800100" algn="ctr"/>
                <a:tab pos="1549400" algn="ctr"/>
                <a:tab pos="2235200" algn="ctr"/>
                <a:tab pos="2921000" algn="ctr"/>
                <a:tab pos="3657600" algn="ctr"/>
                <a:tab pos="4343400" algn="ctr"/>
              </a:tabLst>
              <a:defRPr b="1" i="1">
                <a:solidFill>
                  <a:schemeClr val="tx1"/>
                </a:solidFill>
                <a:latin typeface="Arial" panose="020B0604020202020204" pitchFamily="34" charset="0"/>
              </a:defRPr>
            </a:lvl8pPr>
            <a:lvl9pPr marL="3886200" indent="-228600" eaLnBrk="0" fontAlgn="base" hangingPunct="0">
              <a:spcBef>
                <a:spcPct val="0"/>
              </a:spcBef>
              <a:spcAft>
                <a:spcPct val="0"/>
              </a:spcAft>
              <a:tabLst>
                <a:tab pos="800100" algn="ctr"/>
                <a:tab pos="1549400" algn="ctr"/>
                <a:tab pos="2235200" algn="ctr"/>
                <a:tab pos="2921000" algn="ctr"/>
                <a:tab pos="3657600" algn="ctr"/>
                <a:tab pos="4343400" algn="ctr"/>
              </a:tabLst>
              <a:defRPr b="1" i="1">
                <a:solidFill>
                  <a:schemeClr val="tx1"/>
                </a:solidFill>
                <a:latin typeface="Arial" panose="020B0604020202020204" pitchFamily="34" charset="0"/>
              </a:defRPr>
            </a:lvl9pPr>
          </a:lstStyle>
          <a:p>
            <a:pPr>
              <a:spcBef>
                <a:spcPct val="50000"/>
              </a:spcBef>
            </a:pPr>
            <a:r>
              <a:rPr lang="tr-TR" altLang="tr-TR" sz="2400" i="0">
                <a:solidFill>
                  <a:schemeClr val="bg2"/>
                </a:solidFill>
              </a:rPr>
              <a:t>0	10	20	30	40	50	60</a:t>
            </a:r>
          </a:p>
        </p:txBody>
      </p:sp>
      <p:sp>
        <p:nvSpPr>
          <p:cNvPr id="64567" name="Line 53">
            <a:extLst>
              <a:ext uri="{FF2B5EF4-FFF2-40B4-BE49-F238E27FC236}">
                <a16:creationId xmlns:a16="http://schemas.microsoft.com/office/drawing/2014/main" id="{57C26D9B-AB6B-A488-71EB-3EBAE8599AA2}"/>
              </a:ext>
            </a:extLst>
          </p:cNvPr>
          <p:cNvSpPr>
            <a:spLocks noChangeShapeType="1"/>
          </p:cNvSpPr>
          <p:nvPr/>
        </p:nvSpPr>
        <p:spPr bwMode="auto">
          <a:xfrm>
            <a:off x="5557838" y="4438650"/>
            <a:ext cx="677862" cy="425450"/>
          </a:xfrm>
          <a:prstGeom prst="line">
            <a:avLst/>
          </a:prstGeom>
          <a:noFill/>
          <a:ln w="12700">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64568" name="Oval 54">
            <a:extLst>
              <a:ext uri="{FF2B5EF4-FFF2-40B4-BE49-F238E27FC236}">
                <a16:creationId xmlns:a16="http://schemas.microsoft.com/office/drawing/2014/main" id="{922CD9C0-4494-491B-A20E-735AB3164561}"/>
              </a:ext>
            </a:extLst>
          </p:cNvPr>
          <p:cNvSpPr>
            <a:spLocks noChangeArrowheads="1"/>
          </p:cNvSpPr>
          <p:nvPr/>
        </p:nvSpPr>
        <p:spPr bwMode="auto">
          <a:xfrm>
            <a:off x="3560763" y="4937125"/>
            <a:ext cx="209550" cy="209550"/>
          </a:xfrm>
          <a:prstGeom prst="ellipse">
            <a:avLst/>
          </a:prstGeom>
          <a:solidFill>
            <a:srgbClr val="EAEC5E"/>
          </a:solidFill>
          <a:ln w="12700">
            <a:solidFill>
              <a:srgbClr val="232323"/>
            </a:solidFill>
            <a:round/>
            <a:headEnd/>
            <a:tailEnd/>
          </a:ln>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69" name="Oval 55">
            <a:extLst>
              <a:ext uri="{FF2B5EF4-FFF2-40B4-BE49-F238E27FC236}">
                <a16:creationId xmlns:a16="http://schemas.microsoft.com/office/drawing/2014/main" id="{7F6B90A4-25C9-CF03-9617-E8C1FEABABF8}"/>
              </a:ext>
            </a:extLst>
          </p:cNvPr>
          <p:cNvSpPr>
            <a:spLocks noChangeArrowheads="1"/>
          </p:cNvSpPr>
          <p:nvPr/>
        </p:nvSpPr>
        <p:spPr bwMode="auto">
          <a:xfrm>
            <a:off x="6392863" y="4937125"/>
            <a:ext cx="209550" cy="209550"/>
          </a:xfrm>
          <a:prstGeom prst="ellipse">
            <a:avLst/>
          </a:prstGeom>
          <a:solidFill>
            <a:srgbClr val="EAEC5E"/>
          </a:solidFill>
          <a:ln w="12700">
            <a:solidFill>
              <a:srgbClr val="232323"/>
            </a:solidFill>
            <a:round/>
            <a:headEnd/>
            <a:tailEnd/>
          </a:ln>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70" name="Oval 56">
            <a:extLst>
              <a:ext uri="{FF2B5EF4-FFF2-40B4-BE49-F238E27FC236}">
                <a16:creationId xmlns:a16="http://schemas.microsoft.com/office/drawing/2014/main" id="{BFFE9600-146F-BCAB-4C84-5D97D0E70819}"/>
              </a:ext>
            </a:extLst>
          </p:cNvPr>
          <p:cNvSpPr>
            <a:spLocks noChangeArrowheads="1"/>
          </p:cNvSpPr>
          <p:nvPr/>
        </p:nvSpPr>
        <p:spPr bwMode="auto">
          <a:xfrm>
            <a:off x="5657850" y="4003675"/>
            <a:ext cx="209550" cy="209550"/>
          </a:xfrm>
          <a:prstGeom prst="ellipse">
            <a:avLst/>
          </a:prstGeom>
          <a:solidFill>
            <a:srgbClr val="EAEC5E"/>
          </a:solidFill>
          <a:ln w="12700">
            <a:solidFill>
              <a:srgbClr val="232323"/>
            </a:solidFill>
            <a:round/>
            <a:headEnd/>
            <a:tailEnd/>
          </a:ln>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71" name="Oval 57">
            <a:extLst>
              <a:ext uri="{FF2B5EF4-FFF2-40B4-BE49-F238E27FC236}">
                <a16:creationId xmlns:a16="http://schemas.microsoft.com/office/drawing/2014/main" id="{51AB1554-B890-E969-729F-4B9319191F5B}"/>
              </a:ext>
            </a:extLst>
          </p:cNvPr>
          <p:cNvSpPr>
            <a:spLocks noChangeArrowheads="1"/>
          </p:cNvSpPr>
          <p:nvPr/>
        </p:nvSpPr>
        <p:spPr bwMode="auto">
          <a:xfrm>
            <a:off x="4238625" y="3535363"/>
            <a:ext cx="209550" cy="209550"/>
          </a:xfrm>
          <a:prstGeom prst="ellipse">
            <a:avLst/>
          </a:prstGeom>
          <a:solidFill>
            <a:srgbClr val="EAEC5E"/>
          </a:solidFill>
          <a:ln w="12700">
            <a:solidFill>
              <a:srgbClr val="232323"/>
            </a:solidFill>
            <a:round/>
            <a:headEnd/>
            <a:tailEnd/>
          </a:ln>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72" name="Oval 58">
            <a:extLst>
              <a:ext uri="{FF2B5EF4-FFF2-40B4-BE49-F238E27FC236}">
                <a16:creationId xmlns:a16="http://schemas.microsoft.com/office/drawing/2014/main" id="{258E9F76-E26B-BD06-887A-BCA8925A0701}"/>
              </a:ext>
            </a:extLst>
          </p:cNvPr>
          <p:cNvSpPr>
            <a:spLocks noChangeArrowheads="1"/>
          </p:cNvSpPr>
          <p:nvPr/>
        </p:nvSpPr>
        <p:spPr bwMode="auto">
          <a:xfrm>
            <a:off x="4945063" y="2557463"/>
            <a:ext cx="209550" cy="209550"/>
          </a:xfrm>
          <a:prstGeom prst="ellipse">
            <a:avLst/>
          </a:prstGeom>
          <a:solidFill>
            <a:srgbClr val="EAEC5E"/>
          </a:solidFill>
          <a:ln w="12700">
            <a:solidFill>
              <a:srgbClr val="232323"/>
            </a:solidFill>
            <a:round/>
            <a:headEnd/>
            <a:tailEnd/>
          </a:ln>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73" name="Freeform 59">
            <a:extLst>
              <a:ext uri="{FF2B5EF4-FFF2-40B4-BE49-F238E27FC236}">
                <a16:creationId xmlns:a16="http://schemas.microsoft.com/office/drawing/2014/main" id="{93B5AC65-00F5-EB81-981C-5C6D57352C98}"/>
              </a:ext>
            </a:extLst>
          </p:cNvPr>
          <p:cNvSpPr>
            <a:spLocks/>
          </p:cNvSpPr>
          <p:nvPr/>
        </p:nvSpPr>
        <p:spPr bwMode="auto">
          <a:xfrm>
            <a:off x="6659563" y="4221163"/>
            <a:ext cx="392112" cy="549275"/>
          </a:xfrm>
          <a:custGeom>
            <a:avLst/>
            <a:gdLst>
              <a:gd name="T0" fmla="*/ 254534699 w 247"/>
              <a:gd name="T1" fmla="*/ 821570846 h 346"/>
              <a:gd name="T2" fmla="*/ 183970382 w 247"/>
              <a:gd name="T3" fmla="*/ 798890242 h 346"/>
              <a:gd name="T4" fmla="*/ 103325480 w 247"/>
              <a:gd name="T5" fmla="*/ 738406513 h 346"/>
              <a:gd name="T6" fmla="*/ 57962737 w 247"/>
              <a:gd name="T7" fmla="*/ 710684010 h 346"/>
              <a:gd name="T8" fmla="*/ 52922432 w 247"/>
              <a:gd name="T9" fmla="*/ 768648377 h 346"/>
              <a:gd name="T10" fmla="*/ 17640279 w 247"/>
              <a:gd name="T11" fmla="*/ 710684010 h 346"/>
              <a:gd name="T12" fmla="*/ 0 w 247"/>
              <a:gd name="T13" fmla="*/ 577114982 h 346"/>
              <a:gd name="T14" fmla="*/ 5040306 w 247"/>
              <a:gd name="T15" fmla="*/ 529232824 h 346"/>
              <a:gd name="T16" fmla="*/ 85685207 w 247"/>
              <a:gd name="T17" fmla="*/ 609877796 h 346"/>
              <a:gd name="T18" fmla="*/ 128527029 w 247"/>
              <a:gd name="T19" fmla="*/ 642639022 h 346"/>
              <a:gd name="T20" fmla="*/ 85685207 w 247"/>
              <a:gd name="T21" fmla="*/ 652721231 h 346"/>
              <a:gd name="T22" fmla="*/ 163809163 w 247"/>
              <a:gd name="T23" fmla="*/ 715724321 h 346"/>
              <a:gd name="T24" fmla="*/ 219252565 w 247"/>
              <a:gd name="T25" fmla="*/ 735885564 h 346"/>
              <a:gd name="T26" fmla="*/ 259575004 w 247"/>
              <a:gd name="T27" fmla="*/ 720764632 h 346"/>
              <a:gd name="T28" fmla="*/ 267136255 w 247"/>
              <a:gd name="T29" fmla="*/ 670361524 h 346"/>
              <a:gd name="T30" fmla="*/ 269655614 w 247"/>
              <a:gd name="T31" fmla="*/ 597276225 h 346"/>
              <a:gd name="T32" fmla="*/ 274695919 w 247"/>
              <a:gd name="T33" fmla="*/ 483870028 h 346"/>
              <a:gd name="T34" fmla="*/ 282257170 w 247"/>
              <a:gd name="T35" fmla="*/ 335181556 h 346"/>
              <a:gd name="T36" fmla="*/ 73083651 w 247"/>
              <a:gd name="T37" fmla="*/ 219252822 h 346"/>
              <a:gd name="T38" fmla="*/ 292337779 w 247"/>
              <a:gd name="T39" fmla="*/ 148688422 h 346"/>
              <a:gd name="T40" fmla="*/ 254534699 w 247"/>
              <a:gd name="T41" fmla="*/ 123486869 h 346"/>
              <a:gd name="T42" fmla="*/ 236894426 w 247"/>
              <a:gd name="T43" fmla="*/ 75604686 h 346"/>
              <a:gd name="T44" fmla="*/ 259575004 w 247"/>
              <a:gd name="T45" fmla="*/ 22682198 h 346"/>
              <a:gd name="T46" fmla="*/ 312498999 w 247"/>
              <a:gd name="T47" fmla="*/ 0 h 346"/>
              <a:gd name="T48" fmla="*/ 304937748 w 247"/>
              <a:gd name="T49" fmla="*/ 40322498 h 346"/>
              <a:gd name="T50" fmla="*/ 277216865 w 247"/>
              <a:gd name="T51" fmla="*/ 55443443 h 346"/>
              <a:gd name="T52" fmla="*/ 274695919 w 247"/>
              <a:gd name="T53" fmla="*/ 85685307 h 346"/>
              <a:gd name="T54" fmla="*/ 292337779 w 247"/>
              <a:gd name="T55" fmla="*/ 95765929 h 346"/>
              <a:gd name="T56" fmla="*/ 304937748 w 247"/>
              <a:gd name="T57" fmla="*/ 73083737 h 346"/>
              <a:gd name="T58" fmla="*/ 327619913 w 247"/>
              <a:gd name="T59" fmla="*/ 78124047 h 346"/>
              <a:gd name="T60" fmla="*/ 337700523 w 247"/>
              <a:gd name="T61" fmla="*/ 100806239 h 346"/>
              <a:gd name="T62" fmla="*/ 347781132 w 247"/>
              <a:gd name="T63" fmla="*/ 70564375 h 346"/>
              <a:gd name="T64" fmla="*/ 332660218 w 247"/>
              <a:gd name="T65" fmla="*/ 45362809 h 346"/>
              <a:gd name="T66" fmla="*/ 309978052 w 247"/>
              <a:gd name="T67" fmla="*/ 37801549 h 346"/>
              <a:gd name="T68" fmla="*/ 340219881 w 247"/>
              <a:gd name="T69" fmla="*/ 7559675 h 346"/>
              <a:gd name="T70" fmla="*/ 378022961 w 247"/>
              <a:gd name="T71" fmla="*/ 47883758 h 346"/>
              <a:gd name="T72" fmla="*/ 380542320 w 247"/>
              <a:gd name="T73" fmla="*/ 100806239 h 346"/>
              <a:gd name="T74" fmla="*/ 350300491 w 247"/>
              <a:gd name="T75" fmla="*/ 138607801 h 346"/>
              <a:gd name="T76" fmla="*/ 330139272 w 247"/>
              <a:gd name="T77" fmla="*/ 176410925 h 346"/>
              <a:gd name="T78" fmla="*/ 335179576 w 247"/>
              <a:gd name="T79" fmla="*/ 289817172 h 346"/>
              <a:gd name="T80" fmla="*/ 342740827 w 247"/>
              <a:gd name="T81" fmla="*/ 451107214 h 346"/>
              <a:gd name="T82" fmla="*/ 347781132 w 247"/>
              <a:gd name="T83" fmla="*/ 572074672 h 346"/>
              <a:gd name="T84" fmla="*/ 352821437 w 247"/>
              <a:gd name="T85" fmla="*/ 655240592 h 346"/>
              <a:gd name="T86" fmla="*/ 360381101 w 247"/>
              <a:gd name="T87" fmla="*/ 708164649 h 346"/>
              <a:gd name="T88" fmla="*/ 388103571 w 247"/>
              <a:gd name="T89" fmla="*/ 738406513 h 346"/>
              <a:gd name="T90" fmla="*/ 441026077 w 247"/>
              <a:gd name="T91" fmla="*/ 723285581 h 346"/>
              <a:gd name="T92" fmla="*/ 524191900 w 247"/>
              <a:gd name="T93" fmla="*/ 662801852 h 346"/>
              <a:gd name="T94" fmla="*/ 501509735 w 247"/>
              <a:gd name="T95" fmla="*/ 645159971 h 346"/>
              <a:gd name="T96" fmla="*/ 516630649 w 247"/>
              <a:gd name="T97" fmla="*/ 624998728 h 346"/>
              <a:gd name="T98" fmla="*/ 604836778 w 247"/>
              <a:gd name="T99" fmla="*/ 544353756 h 346"/>
              <a:gd name="T100" fmla="*/ 619957692 w 247"/>
              <a:gd name="T101" fmla="*/ 564514999 h 346"/>
              <a:gd name="T102" fmla="*/ 612396441 w 247"/>
              <a:gd name="T103" fmla="*/ 677922784 h 346"/>
              <a:gd name="T104" fmla="*/ 577114307 w 247"/>
              <a:gd name="T105" fmla="*/ 756046807 h 346"/>
              <a:gd name="T106" fmla="*/ 564514339 w 247"/>
              <a:gd name="T107" fmla="*/ 733366202 h 346"/>
              <a:gd name="T108" fmla="*/ 539312815 w 247"/>
              <a:gd name="T109" fmla="*/ 718245270 h 346"/>
              <a:gd name="T110" fmla="*/ 458667938 w 247"/>
              <a:gd name="T111" fmla="*/ 788809620 h 346"/>
              <a:gd name="T112" fmla="*/ 378022961 w 247"/>
              <a:gd name="T113" fmla="*/ 816530535 h 346"/>
              <a:gd name="T114" fmla="*/ 312498999 w 247"/>
              <a:gd name="T115" fmla="*/ 869454790 h 34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47"/>
              <a:gd name="T175" fmla="*/ 0 h 346"/>
              <a:gd name="T176" fmla="*/ 247 w 247"/>
              <a:gd name="T177" fmla="*/ 346 h 34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47" h="346">
                <a:moveTo>
                  <a:pt x="124" y="345"/>
                </a:moveTo>
                <a:lnTo>
                  <a:pt x="117" y="337"/>
                </a:lnTo>
                <a:lnTo>
                  <a:pt x="109" y="331"/>
                </a:lnTo>
                <a:lnTo>
                  <a:pt x="101" y="326"/>
                </a:lnTo>
                <a:lnTo>
                  <a:pt x="96" y="324"/>
                </a:lnTo>
                <a:lnTo>
                  <a:pt x="92" y="323"/>
                </a:lnTo>
                <a:lnTo>
                  <a:pt x="82" y="320"/>
                </a:lnTo>
                <a:lnTo>
                  <a:pt x="73" y="317"/>
                </a:lnTo>
                <a:lnTo>
                  <a:pt x="65" y="313"/>
                </a:lnTo>
                <a:lnTo>
                  <a:pt x="57" y="307"/>
                </a:lnTo>
                <a:lnTo>
                  <a:pt x="49" y="300"/>
                </a:lnTo>
                <a:lnTo>
                  <a:pt x="41" y="293"/>
                </a:lnTo>
                <a:lnTo>
                  <a:pt x="33" y="285"/>
                </a:lnTo>
                <a:lnTo>
                  <a:pt x="24" y="276"/>
                </a:lnTo>
                <a:lnTo>
                  <a:pt x="24" y="278"/>
                </a:lnTo>
                <a:lnTo>
                  <a:pt x="23" y="282"/>
                </a:lnTo>
                <a:lnTo>
                  <a:pt x="22" y="291"/>
                </a:lnTo>
                <a:lnTo>
                  <a:pt x="21" y="300"/>
                </a:lnTo>
                <a:lnTo>
                  <a:pt x="21" y="303"/>
                </a:lnTo>
                <a:lnTo>
                  <a:pt x="21" y="305"/>
                </a:lnTo>
                <a:lnTo>
                  <a:pt x="17" y="300"/>
                </a:lnTo>
                <a:lnTo>
                  <a:pt x="13" y="295"/>
                </a:lnTo>
                <a:lnTo>
                  <a:pt x="10" y="289"/>
                </a:lnTo>
                <a:lnTo>
                  <a:pt x="7" y="282"/>
                </a:lnTo>
                <a:lnTo>
                  <a:pt x="4" y="269"/>
                </a:lnTo>
                <a:lnTo>
                  <a:pt x="1" y="256"/>
                </a:lnTo>
                <a:lnTo>
                  <a:pt x="0" y="242"/>
                </a:lnTo>
                <a:lnTo>
                  <a:pt x="0" y="229"/>
                </a:lnTo>
                <a:lnTo>
                  <a:pt x="1" y="224"/>
                </a:lnTo>
                <a:lnTo>
                  <a:pt x="1" y="218"/>
                </a:lnTo>
                <a:lnTo>
                  <a:pt x="1" y="213"/>
                </a:lnTo>
                <a:lnTo>
                  <a:pt x="2" y="210"/>
                </a:lnTo>
                <a:lnTo>
                  <a:pt x="7" y="216"/>
                </a:lnTo>
                <a:lnTo>
                  <a:pt x="13" y="223"/>
                </a:lnTo>
                <a:lnTo>
                  <a:pt x="27" y="236"/>
                </a:lnTo>
                <a:lnTo>
                  <a:pt x="34" y="242"/>
                </a:lnTo>
                <a:lnTo>
                  <a:pt x="41" y="248"/>
                </a:lnTo>
                <a:lnTo>
                  <a:pt x="47" y="252"/>
                </a:lnTo>
                <a:lnTo>
                  <a:pt x="50" y="253"/>
                </a:lnTo>
                <a:lnTo>
                  <a:pt x="51" y="255"/>
                </a:lnTo>
                <a:lnTo>
                  <a:pt x="48" y="256"/>
                </a:lnTo>
                <a:lnTo>
                  <a:pt x="44" y="257"/>
                </a:lnTo>
                <a:lnTo>
                  <a:pt x="39" y="259"/>
                </a:lnTo>
                <a:lnTo>
                  <a:pt x="34" y="259"/>
                </a:lnTo>
                <a:lnTo>
                  <a:pt x="39" y="263"/>
                </a:lnTo>
                <a:lnTo>
                  <a:pt x="44" y="267"/>
                </a:lnTo>
                <a:lnTo>
                  <a:pt x="54" y="276"/>
                </a:lnTo>
                <a:lnTo>
                  <a:pt x="65" y="284"/>
                </a:lnTo>
                <a:lnTo>
                  <a:pt x="71" y="287"/>
                </a:lnTo>
                <a:lnTo>
                  <a:pt x="77" y="289"/>
                </a:lnTo>
                <a:lnTo>
                  <a:pt x="82" y="291"/>
                </a:lnTo>
                <a:lnTo>
                  <a:pt x="87" y="292"/>
                </a:lnTo>
                <a:lnTo>
                  <a:pt x="92" y="293"/>
                </a:lnTo>
                <a:lnTo>
                  <a:pt x="96" y="292"/>
                </a:lnTo>
                <a:lnTo>
                  <a:pt x="100" y="290"/>
                </a:lnTo>
                <a:lnTo>
                  <a:pt x="103" y="286"/>
                </a:lnTo>
                <a:lnTo>
                  <a:pt x="104" y="281"/>
                </a:lnTo>
                <a:lnTo>
                  <a:pt x="105" y="275"/>
                </a:lnTo>
                <a:lnTo>
                  <a:pt x="105" y="271"/>
                </a:lnTo>
                <a:lnTo>
                  <a:pt x="106" y="266"/>
                </a:lnTo>
                <a:lnTo>
                  <a:pt x="106" y="260"/>
                </a:lnTo>
                <a:lnTo>
                  <a:pt x="106" y="254"/>
                </a:lnTo>
                <a:lnTo>
                  <a:pt x="107" y="246"/>
                </a:lnTo>
                <a:lnTo>
                  <a:pt x="107" y="237"/>
                </a:lnTo>
                <a:lnTo>
                  <a:pt x="108" y="227"/>
                </a:lnTo>
                <a:lnTo>
                  <a:pt x="108" y="216"/>
                </a:lnTo>
                <a:lnTo>
                  <a:pt x="109" y="204"/>
                </a:lnTo>
                <a:lnTo>
                  <a:pt x="109" y="192"/>
                </a:lnTo>
                <a:lnTo>
                  <a:pt x="110" y="179"/>
                </a:lnTo>
                <a:lnTo>
                  <a:pt x="111" y="164"/>
                </a:lnTo>
                <a:lnTo>
                  <a:pt x="112" y="148"/>
                </a:lnTo>
                <a:lnTo>
                  <a:pt x="112" y="133"/>
                </a:lnTo>
                <a:lnTo>
                  <a:pt x="113" y="115"/>
                </a:lnTo>
                <a:lnTo>
                  <a:pt x="114" y="96"/>
                </a:lnTo>
                <a:lnTo>
                  <a:pt x="113" y="96"/>
                </a:lnTo>
                <a:lnTo>
                  <a:pt x="29" y="87"/>
                </a:lnTo>
                <a:lnTo>
                  <a:pt x="30" y="70"/>
                </a:lnTo>
                <a:lnTo>
                  <a:pt x="116" y="70"/>
                </a:lnTo>
                <a:lnTo>
                  <a:pt x="116" y="58"/>
                </a:lnTo>
                <a:lnTo>
                  <a:pt x="116" y="59"/>
                </a:lnTo>
                <a:lnTo>
                  <a:pt x="112" y="58"/>
                </a:lnTo>
                <a:lnTo>
                  <a:pt x="107" y="55"/>
                </a:lnTo>
                <a:lnTo>
                  <a:pt x="103" y="52"/>
                </a:lnTo>
                <a:lnTo>
                  <a:pt x="101" y="49"/>
                </a:lnTo>
                <a:lnTo>
                  <a:pt x="98" y="45"/>
                </a:lnTo>
                <a:lnTo>
                  <a:pt x="96" y="40"/>
                </a:lnTo>
                <a:lnTo>
                  <a:pt x="95" y="35"/>
                </a:lnTo>
                <a:lnTo>
                  <a:pt x="94" y="30"/>
                </a:lnTo>
                <a:lnTo>
                  <a:pt x="95" y="24"/>
                </a:lnTo>
                <a:lnTo>
                  <a:pt x="96" y="19"/>
                </a:lnTo>
                <a:lnTo>
                  <a:pt x="99" y="13"/>
                </a:lnTo>
                <a:lnTo>
                  <a:pt x="103" y="9"/>
                </a:lnTo>
                <a:lnTo>
                  <a:pt x="106" y="6"/>
                </a:lnTo>
                <a:lnTo>
                  <a:pt x="112" y="3"/>
                </a:lnTo>
                <a:lnTo>
                  <a:pt x="117" y="1"/>
                </a:lnTo>
                <a:lnTo>
                  <a:pt x="124" y="0"/>
                </a:lnTo>
                <a:lnTo>
                  <a:pt x="123" y="0"/>
                </a:lnTo>
                <a:lnTo>
                  <a:pt x="123" y="15"/>
                </a:lnTo>
                <a:lnTo>
                  <a:pt x="124" y="15"/>
                </a:lnTo>
                <a:lnTo>
                  <a:pt x="121" y="16"/>
                </a:lnTo>
                <a:lnTo>
                  <a:pt x="118" y="16"/>
                </a:lnTo>
                <a:lnTo>
                  <a:pt x="115" y="18"/>
                </a:lnTo>
                <a:lnTo>
                  <a:pt x="112" y="20"/>
                </a:lnTo>
                <a:lnTo>
                  <a:pt x="110" y="22"/>
                </a:lnTo>
                <a:lnTo>
                  <a:pt x="109" y="25"/>
                </a:lnTo>
                <a:lnTo>
                  <a:pt x="108" y="28"/>
                </a:lnTo>
                <a:lnTo>
                  <a:pt x="108" y="30"/>
                </a:lnTo>
                <a:lnTo>
                  <a:pt x="109" y="34"/>
                </a:lnTo>
                <a:lnTo>
                  <a:pt x="110" y="37"/>
                </a:lnTo>
                <a:lnTo>
                  <a:pt x="113" y="40"/>
                </a:lnTo>
                <a:lnTo>
                  <a:pt x="116" y="43"/>
                </a:lnTo>
                <a:lnTo>
                  <a:pt x="116" y="38"/>
                </a:lnTo>
                <a:lnTo>
                  <a:pt x="116" y="33"/>
                </a:lnTo>
                <a:lnTo>
                  <a:pt x="117" y="32"/>
                </a:lnTo>
                <a:lnTo>
                  <a:pt x="118" y="30"/>
                </a:lnTo>
                <a:lnTo>
                  <a:pt x="121" y="29"/>
                </a:lnTo>
                <a:lnTo>
                  <a:pt x="124" y="29"/>
                </a:lnTo>
                <a:lnTo>
                  <a:pt x="127" y="29"/>
                </a:lnTo>
                <a:lnTo>
                  <a:pt x="128" y="30"/>
                </a:lnTo>
                <a:lnTo>
                  <a:pt x="130" y="31"/>
                </a:lnTo>
                <a:lnTo>
                  <a:pt x="131" y="33"/>
                </a:lnTo>
                <a:lnTo>
                  <a:pt x="131" y="38"/>
                </a:lnTo>
                <a:lnTo>
                  <a:pt x="131" y="42"/>
                </a:lnTo>
                <a:lnTo>
                  <a:pt x="134" y="40"/>
                </a:lnTo>
                <a:lnTo>
                  <a:pt x="137" y="37"/>
                </a:lnTo>
                <a:lnTo>
                  <a:pt x="138" y="34"/>
                </a:lnTo>
                <a:lnTo>
                  <a:pt x="138" y="30"/>
                </a:lnTo>
                <a:lnTo>
                  <a:pt x="138" y="28"/>
                </a:lnTo>
                <a:lnTo>
                  <a:pt x="137" y="25"/>
                </a:lnTo>
                <a:lnTo>
                  <a:pt x="135" y="22"/>
                </a:lnTo>
                <a:lnTo>
                  <a:pt x="134" y="20"/>
                </a:lnTo>
                <a:lnTo>
                  <a:pt x="132" y="18"/>
                </a:lnTo>
                <a:lnTo>
                  <a:pt x="129" y="16"/>
                </a:lnTo>
                <a:lnTo>
                  <a:pt x="127" y="16"/>
                </a:lnTo>
                <a:lnTo>
                  <a:pt x="124" y="15"/>
                </a:lnTo>
                <a:lnTo>
                  <a:pt x="123" y="15"/>
                </a:lnTo>
                <a:lnTo>
                  <a:pt x="123" y="0"/>
                </a:lnTo>
                <a:lnTo>
                  <a:pt x="124" y="0"/>
                </a:lnTo>
                <a:lnTo>
                  <a:pt x="130" y="1"/>
                </a:lnTo>
                <a:lnTo>
                  <a:pt x="135" y="3"/>
                </a:lnTo>
                <a:lnTo>
                  <a:pt x="140" y="6"/>
                </a:lnTo>
                <a:lnTo>
                  <a:pt x="144" y="9"/>
                </a:lnTo>
                <a:lnTo>
                  <a:pt x="147" y="13"/>
                </a:lnTo>
                <a:lnTo>
                  <a:pt x="150" y="19"/>
                </a:lnTo>
                <a:lnTo>
                  <a:pt x="151" y="24"/>
                </a:lnTo>
                <a:lnTo>
                  <a:pt x="152" y="30"/>
                </a:lnTo>
                <a:lnTo>
                  <a:pt x="152" y="35"/>
                </a:lnTo>
                <a:lnTo>
                  <a:pt x="151" y="40"/>
                </a:lnTo>
                <a:lnTo>
                  <a:pt x="148" y="45"/>
                </a:lnTo>
                <a:lnTo>
                  <a:pt x="146" y="49"/>
                </a:lnTo>
                <a:lnTo>
                  <a:pt x="143" y="52"/>
                </a:lnTo>
                <a:lnTo>
                  <a:pt x="139" y="55"/>
                </a:lnTo>
                <a:lnTo>
                  <a:pt x="135" y="58"/>
                </a:lnTo>
                <a:lnTo>
                  <a:pt x="130" y="59"/>
                </a:lnTo>
                <a:lnTo>
                  <a:pt x="130" y="58"/>
                </a:lnTo>
                <a:lnTo>
                  <a:pt x="131" y="70"/>
                </a:lnTo>
                <a:lnTo>
                  <a:pt x="217" y="70"/>
                </a:lnTo>
                <a:lnTo>
                  <a:pt x="217" y="87"/>
                </a:lnTo>
                <a:lnTo>
                  <a:pt x="132" y="96"/>
                </a:lnTo>
                <a:lnTo>
                  <a:pt x="133" y="115"/>
                </a:lnTo>
                <a:lnTo>
                  <a:pt x="134" y="133"/>
                </a:lnTo>
                <a:lnTo>
                  <a:pt x="135" y="148"/>
                </a:lnTo>
                <a:lnTo>
                  <a:pt x="135" y="164"/>
                </a:lnTo>
                <a:lnTo>
                  <a:pt x="136" y="179"/>
                </a:lnTo>
                <a:lnTo>
                  <a:pt x="137" y="192"/>
                </a:lnTo>
                <a:lnTo>
                  <a:pt x="137" y="204"/>
                </a:lnTo>
                <a:lnTo>
                  <a:pt x="138" y="216"/>
                </a:lnTo>
                <a:lnTo>
                  <a:pt x="138" y="227"/>
                </a:lnTo>
                <a:lnTo>
                  <a:pt x="139" y="237"/>
                </a:lnTo>
                <a:lnTo>
                  <a:pt x="140" y="246"/>
                </a:lnTo>
                <a:lnTo>
                  <a:pt x="140" y="254"/>
                </a:lnTo>
                <a:lnTo>
                  <a:pt x="140" y="260"/>
                </a:lnTo>
                <a:lnTo>
                  <a:pt x="141" y="266"/>
                </a:lnTo>
                <a:lnTo>
                  <a:pt x="141" y="271"/>
                </a:lnTo>
                <a:lnTo>
                  <a:pt x="141" y="275"/>
                </a:lnTo>
                <a:lnTo>
                  <a:pt x="143" y="281"/>
                </a:lnTo>
                <a:lnTo>
                  <a:pt x="144" y="286"/>
                </a:lnTo>
                <a:lnTo>
                  <a:pt x="146" y="290"/>
                </a:lnTo>
                <a:lnTo>
                  <a:pt x="150" y="292"/>
                </a:lnTo>
                <a:lnTo>
                  <a:pt x="154" y="293"/>
                </a:lnTo>
                <a:lnTo>
                  <a:pt x="159" y="292"/>
                </a:lnTo>
                <a:lnTo>
                  <a:pt x="164" y="291"/>
                </a:lnTo>
                <a:lnTo>
                  <a:pt x="170" y="289"/>
                </a:lnTo>
                <a:lnTo>
                  <a:pt x="175" y="287"/>
                </a:lnTo>
                <a:lnTo>
                  <a:pt x="181" y="284"/>
                </a:lnTo>
                <a:lnTo>
                  <a:pt x="192" y="276"/>
                </a:lnTo>
                <a:lnTo>
                  <a:pt x="203" y="267"/>
                </a:lnTo>
                <a:lnTo>
                  <a:pt x="208" y="263"/>
                </a:lnTo>
                <a:lnTo>
                  <a:pt x="212" y="259"/>
                </a:lnTo>
                <a:lnTo>
                  <a:pt x="208" y="259"/>
                </a:lnTo>
                <a:lnTo>
                  <a:pt x="203" y="257"/>
                </a:lnTo>
                <a:lnTo>
                  <a:pt x="199" y="256"/>
                </a:lnTo>
                <a:lnTo>
                  <a:pt x="195" y="255"/>
                </a:lnTo>
                <a:lnTo>
                  <a:pt x="197" y="253"/>
                </a:lnTo>
                <a:lnTo>
                  <a:pt x="199" y="252"/>
                </a:lnTo>
                <a:lnTo>
                  <a:pt x="205" y="248"/>
                </a:lnTo>
                <a:lnTo>
                  <a:pt x="212" y="242"/>
                </a:lnTo>
                <a:lnTo>
                  <a:pt x="220" y="236"/>
                </a:lnTo>
                <a:lnTo>
                  <a:pt x="233" y="223"/>
                </a:lnTo>
                <a:lnTo>
                  <a:pt x="240" y="216"/>
                </a:lnTo>
                <a:lnTo>
                  <a:pt x="244" y="210"/>
                </a:lnTo>
                <a:lnTo>
                  <a:pt x="245" y="213"/>
                </a:lnTo>
                <a:lnTo>
                  <a:pt x="245" y="218"/>
                </a:lnTo>
                <a:lnTo>
                  <a:pt x="246" y="224"/>
                </a:lnTo>
                <a:lnTo>
                  <a:pt x="246" y="229"/>
                </a:lnTo>
                <a:lnTo>
                  <a:pt x="246" y="242"/>
                </a:lnTo>
                <a:lnTo>
                  <a:pt x="245" y="256"/>
                </a:lnTo>
                <a:lnTo>
                  <a:pt x="243" y="269"/>
                </a:lnTo>
                <a:lnTo>
                  <a:pt x="239" y="282"/>
                </a:lnTo>
                <a:lnTo>
                  <a:pt x="236" y="289"/>
                </a:lnTo>
                <a:lnTo>
                  <a:pt x="233" y="295"/>
                </a:lnTo>
                <a:lnTo>
                  <a:pt x="229" y="300"/>
                </a:lnTo>
                <a:lnTo>
                  <a:pt x="226" y="305"/>
                </a:lnTo>
                <a:lnTo>
                  <a:pt x="226" y="303"/>
                </a:lnTo>
                <a:lnTo>
                  <a:pt x="226" y="300"/>
                </a:lnTo>
                <a:lnTo>
                  <a:pt x="224" y="291"/>
                </a:lnTo>
                <a:lnTo>
                  <a:pt x="223" y="282"/>
                </a:lnTo>
                <a:lnTo>
                  <a:pt x="223" y="278"/>
                </a:lnTo>
                <a:lnTo>
                  <a:pt x="222" y="276"/>
                </a:lnTo>
                <a:lnTo>
                  <a:pt x="214" y="285"/>
                </a:lnTo>
                <a:lnTo>
                  <a:pt x="205" y="293"/>
                </a:lnTo>
                <a:lnTo>
                  <a:pt x="197" y="300"/>
                </a:lnTo>
                <a:lnTo>
                  <a:pt x="189" y="307"/>
                </a:lnTo>
                <a:lnTo>
                  <a:pt x="182" y="313"/>
                </a:lnTo>
                <a:lnTo>
                  <a:pt x="173" y="317"/>
                </a:lnTo>
                <a:lnTo>
                  <a:pt x="164" y="320"/>
                </a:lnTo>
                <a:lnTo>
                  <a:pt x="154" y="323"/>
                </a:lnTo>
                <a:lnTo>
                  <a:pt x="150" y="324"/>
                </a:lnTo>
                <a:lnTo>
                  <a:pt x="145" y="326"/>
                </a:lnTo>
                <a:lnTo>
                  <a:pt x="137" y="331"/>
                </a:lnTo>
                <a:lnTo>
                  <a:pt x="130" y="337"/>
                </a:lnTo>
                <a:lnTo>
                  <a:pt x="124" y="345"/>
                </a:lnTo>
              </a:path>
            </a:pathLst>
          </a:custGeom>
          <a:solidFill>
            <a:srgbClr val="D989B8"/>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74" name="Freeform 60">
            <a:extLst>
              <a:ext uri="{FF2B5EF4-FFF2-40B4-BE49-F238E27FC236}">
                <a16:creationId xmlns:a16="http://schemas.microsoft.com/office/drawing/2014/main" id="{5CE2BB46-C6E7-6437-54C2-FF594B981A5D}"/>
              </a:ext>
            </a:extLst>
          </p:cNvPr>
          <p:cNvSpPr>
            <a:spLocks/>
          </p:cNvSpPr>
          <p:nvPr/>
        </p:nvSpPr>
        <p:spPr bwMode="auto">
          <a:xfrm>
            <a:off x="6831013" y="4552950"/>
            <a:ext cx="4762" cy="119063"/>
          </a:xfrm>
          <a:custGeom>
            <a:avLst/>
            <a:gdLst>
              <a:gd name="T0" fmla="*/ 2519098 w 3"/>
              <a:gd name="T1" fmla="*/ 0 h 75"/>
              <a:gd name="T2" fmla="*/ 0 w 3"/>
              <a:gd name="T3" fmla="*/ 178932616 h 75"/>
              <a:gd name="T4" fmla="*/ 0 w 3"/>
              <a:gd name="T5" fmla="*/ 181451988 h 75"/>
              <a:gd name="T6" fmla="*/ 2519098 w 3"/>
              <a:gd name="T7" fmla="*/ 178932616 h 75"/>
              <a:gd name="T8" fmla="*/ 2519098 w 3"/>
              <a:gd name="T9" fmla="*/ 181451988 h 75"/>
              <a:gd name="T10" fmla="*/ 5039783 w 3"/>
              <a:gd name="T11" fmla="*/ 183972947 h 75"/>
              <a:gd name="T12" fmla="*/ 5039783 w 3"/>
              <a:gd name="T13" fmla="*/ 186492319 h 75"/>
              <a:gd name="T14" fmla="*/ 5039783 w 3"/>
              <a:gd name="T15" fmla="*/ 183972947 h 75"/>
              <a:gd name="T16" fmla="*/ 2519098 w 3"/>
              <a:gd name="T17" fmla="*/ 0 h 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75"/>
              <a:gd name="T29" fmla="*/ 3 w 3"/>
              <a:gd name="T30" fmla="*/ 75 h 7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75">
                <a:moveTo>
                  <a:pt x="1" y="0"/>
                </a:moveTo>
                <a:lnTo>
                  <a:pt x="0" y="71"/>
                </a:lnTo>
                <a:lnTo>
                  <a:pt x="0" y="72"/>
                </a:lnTo>
                <a:lnTo>
                  <a:pt x="1" y="71"/>
                </a:lnTo>
                <a:lnTo>
                  <a:pt x="1" y="72"/>
                </a:lnTo>
                <a:lnTo>
                  <a:pt x="2" y="73"/>
                </a:lnTo>
                <a:lnTo>
                  <a:pt x="2" y="74"/>
                </a:lnTo>
                <a:lnTo>
                  <a:pt x="2" y="73"/>
                </a:lnTo>
                <a:lnTo>
                  <a:pt x="1" y="0"/>
                </a:lnTo>
              </a:path>
            </a:pathLst>
          </a:custGeom>
          <a:solidFill>
            <a:srgbClr val="772655"/>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75" name="Freeform 61">
            <a:extLst>
              <a:ext uri="{FF2B5EF4-FFF2-40B4-BE49-F238E27FC236}">
                <a16:creationId xmlns:a16="http://schemas.microsoft.com/office/drawing/2014/main" id="{489F26C2-5963-2528-4188-B6C41CE1E733}"/>
              </a:ext>
            </a:extLst>
          </p:cNvPr>
          <p:cNvSpPr>
            <a:spLocks/>
          </p:cNvSpPr>
          <p:nvPr/>
        </p:nvSpPr>
        <p:spPr bwMode="auto">
          <a:xfrm>
            <a:off x="7005638" y="4624388"/>
            <a:ext cx="6350" cy="41275"/>
          </a:xfrm>
          <a:custGeom>
            <a:avLst/>
            <a:gdLst>
              <a:gd name="T0" fmla="*/ 0 w 4"/>
              <a:gd name="T1" fmla="*/ 63004706 h 26"/>
              <a:gd name="T2" fmla="*/ 2520950 w 4"/>
              <a:gd name="T3" fmla="*/ 57964395 h 26"/>
              <a:gd name="T4" fmla="*/ 2520950 w 4"/>
              <a:gd name="T5" fmla="*/ 50403123 h 26"/>
              <a:gd name="T6" fmla="*/ 5040312 w 4"/>
              <a:gd name="T7" fmla="*/ 35282190 h 26"/>
              <a:gd name="T8" fmla="*/ 7559674 w 4"/>
              <a:gd name="T9" fmla="*/ 15120939 h 26"/>
              <a:gd name="T10" fmla="*/ 7559674 w 4"/>
              <a:gd name="T11" fmla="*/ 7561263 h 26"/>
              <a:gd name="T12" fmla="*/ 7559674 w 4"/>
              <a:gd name="T13" fmla="*/ 0 h 26"/>
              <a:gd name="T14" fmla="*/ 5040312 w 4"/>
              <a:gd name="T15" fmla="*/ 0 h 26"/>
              <a:gd name="T16" fmla="*/ 2520950 w 4"/>
              <a:gd name="T17" fmla="*/ 2520950 h 26"/>
              <a:gd name="T18" fmla="*/ 2520950 w 4"/>
              <a:gd name="T19" fmla="*/ 5040313 h 26"/>
              <a:gd name="T20" fmla="*/ 0 w 4"/>
              <a:gd name="T21" fmla="*/ 5040313 h 26"/>
              <a:gd name="T22" fmla="*/ 0 w 4"/>
              <a:gd name="T23" fmla="*/ 17640301 h 26"/>
              <a:gd name="T24" fmla="*/ 2520950 w 4"/>
              <a:gd name="T25" fmla="*/ 32762828 h 26"/>
              <a:gd name="T26" fmla="*/ 0 w 4"/>
              <a:gd name="T27" fmla="*/ 47883761 h 26"/>
              <a:gd name="T28" fmla="*/ 0 w 4"/>
              <a:gd name="T29" fmla="*/ 63004706 h 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
              <a:gd name="T46" fmla="*/ 0 h 26"/>
              <a:gd name="T47" fmla="*/ 4 w 4"/>
              <a:gd name="T48" fmla="*/ 26 h 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 h="26">
                <a:moveTo>
                  <a:pt x="0" y="25"/>
                </a:moveTo>
                <a:lnTo>
                  <a:pt x="1" y="23"/>
                </a:lnTo>
                <a:lnTo>
                  <a:pt x="1" y="20"/>
                </a:lnTo>
                <a:lnTo>
                  <a:pt x="2" y="14"/>
                </a:lnTo>
                <a:lnTo>
                  <a:pt x="3" y="6"/>
                </a:lnTo>
                <a:lnTo>
                  <a:pt x="3" y="3"/>
                </a:lnTo>
                <a:lnTo>
                  <a:pt x="3" y="0"/>
                </a:lnTo>
                <a:lnTo>
                  <a:pt x="2" y="0"/>
                </a:lnTo>
                <a:lnTo>
                  <a:pt x="1" y="1"/>
                </a:lnTo>
                <a:lnTo>
                  <a:pt x="1" y="2"/>
                </a:lnTo>
                <a:lnTo>
                  <a:pt x="0" y="2"/>
                </a:lnTo>
                <a:lnTo>
                  <a:pt x="0" y="7"/>
                </a:lnTo>
                <a:lnTo>
                  <a:pt x="1" y="13"/>
                </a:lnTo>
                <a:lnTo>
                  <a:pt x="0" y="19"/>
                </a:lnTo>
                <a:lnTo>
                  <a:pt x="0" y="25"/>
                </a:lnTo>
              </a:path>
            </a:pathLst>
          </a:custGeom>
          <a:solidFill>
            <a:srgbClr val="772655"/>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76" name="Freeform 62">
            <a:extLst>
              <a:ext uri="{FF2B5EF4-FFF2-40B4-BE49-F238E27FC236}">
                <a16:creationId xmlns:a16="http://schemas.microsoft.com/office/drawing/2014/main" id="{936458CC-9924-81A2-D36F-154FE0767B43}"/>
              </a:ext>
            </a:extLst>
          </p:cNvPr>
          <p:cNvSpPr>
            <a:spLocks/>
          </p:cNvSpPr>
          <p:nvPr/>
        </p:nvSpPr>
        <p:spPr bwMode="auto">
          <a:xfrm>
            <a:off x="6640513" y="4624388"/>
            <a:ext cx="6350" cy="41275"/>
          </a:xfrm>
          <a:custGeom>
            <a:avLst/>
            <a:gdLst>
              <a:gd name="T0" fmla="*/ 7559674 w 4"/>
              <a:gd name="T1" fmla="*/ 63004706 h 26"/>
              <a:gd name="T2" fmla="*/ 5040312 w 4"/>
              <a:gd name="T3" fmla="*/ 57964395 h 26"/>
              <a:gd name="T4" fmla="*/ 5040312 w 4"/>
              <a:gd name="T5" fmla="*/ 50403123 h 26"/>
              <a:gd name="T6" fmla="*/ 2520950 w 4"/>
              <a:gd name="T7" fmla="*/ 35282190 h 26"/>
              <a:gd name="T8" fmla="*/ 0 w 4"/>
              <a:gd name="T9" fmla="*/ 15120939 h 26"/>
              <a:gd name="T10" fmla="*/ 0 w 4"/>
              <a:gd name="T11" fmla="*/ 7561263 h 26"/>
              <a:gd name="T12" fmla="*/ 0 w 4"/>
              <a:gd name="T13" fmla="*/ 0 h 26"/>
              <a:gd name="T14" fmla="*/ 2520950 w 4"/>
              <a:gd name="T15" fmla="*/ 0 h 26"/>
              <a:gd name="T16" fmla="*/ 2520950 w 4"/>
              <a:gd name="T17" fmla="*/ 2520950 h 26"/>
              <a:gd name="T18" fmla="*/ 5040312 w 4"/>
              <a:gd name="T19" fmla="*/ 5040313 h 26"/>
              <a:gd name="T20" fmla="*/ 7559674 w 4"/>
              <a:gd name="T21" fmla="*/ 5040313 h 26"/>
              <a:gd name="T22" fmla="*/ 5040312 w 4"/>
              <a:gd name="T23" fmla="*/ 17640301 h 26"/>
              <a:gd name="T24" fmla="*/ 5040312 w 4"/>
              <a:gd name="T25" fmla="*/ 32762828 h 26"/>
              <a:gd name="T26" fmla="*/ 5040312 w 4"/>
              <a:gd name="T27" fmla="*/ 47883761 h 26"/>
              <a:gd name="T28" fmla="*/ 7559674 w 4"/>
              <a:gd name="T29" fmla="*/ 63004706 h 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
              <a:gd name="T46" fmla="*/ 0 h 26"/>
              <a:gd name="T47" fmla="*/ 4 w 4"/>
              <a:gd name="T48" fmla="*/ 26 h 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 h="26">
                <a:moveTo>
                  <a:pt x="3" y="25"/>
                </a:moveTo>
                <a:lnTo>
                  <a:pt x="2" y="23"/>
                </a:lnTo>
                <a:lnTo>
                  <a:pt x="2" y="20"/>
                </a:lnTo>
                <a:lnTo>
                  <a:pt x="1" y="14"/>
                </a:lnTo>
                <a:lnTo>
                  <a:pt x="0" y="6"/>
                </a:lnTo>
                <a:lnTo>
                  <a:pt x="0" y="3"/>
                </a:lnTo>
                <a:lnTo>
                  <a:pt x="0" y="0"/>
                </a:lnTo>
                <a:lnTo>
                  <a:pt x="1" y="0"/>
                </a:lnTo>
                <a:lnTo>
                  <a:pt x="1" y="1"/>
                </a:lnTo>
                <a:lnTo>
                  <a:pt x="2" y="2"/>
                </a:lnTo>
                <a:lnTo>
                  <a:pt x="3" y="2"/>
                </a:lnTo>
                <a:lnTo>
                  <a:pt x="2" y="7"/>
                </a:lnTo>
                <a:lnTo>
                  <a:pt x="2" y="13"/>
                </a:lnTo>
                <a:lnTo>
                  <a:pt x="2" y="19"/>
                </a:lnTo>
                <a:lnTo>
                  <a:pt x="3" y="25"/>
                </a:lnTo>
              </a:path>
            </a:pathLst>
          </a:custGeom>
          <a:solidFill>
            <a:srgbClr val="772655"/>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77" name="Freeform 63">
            <a:extLst>
              <a:ext uri="{FF2B5EF4-FFF2-40B4-BE49-F238E27FC236}">
                <a16:creationId xmlns:a16="http://schemas.microsoft.com/office/drawing/2014/main" id="{9D5F9D77-638C-ABCC-59CA-8F9271DD32DF}"/>
              </a:ext>
            </a:extLst>
          </p:cNvPr>
          <p:cNvSpPr>
            <a:spLocks/>
          </p:cNvSpPr>
          <p:nvPr/>
        </p:nvSpPr>
        <p:spPr bwMode="auto">
          <a:xfrm>
            <a:off x="6878638" y="4360863"/>
            <a:ext cx="74612" cy="3175"/>
          </a:xfrm>
          <a:custGeom>
            <a:avLst/>
            <a:gdLst>
              <a:gd name="T0" fmla="*/ 0 w 47"/>
              <a:gd name="T1" fmla="*/ 0 h 2"/>
              <a:gd name="T2" fmla="*/ 115926423 w 47"/>
              <a:gd name="T3" fmla="*/ 0 h 2"/>
              <a:gd name="T4" fmla="*/ 0 w 47"/>
              <a:gd name="T5" fmla="*/ 2520950 h 2"/>
              <a:gd name="T6" fmla="*/ 0 w 47"/>
              <a:gd name="T7" fmla="*/ 0 h 2"/>
              <a:gd name="T8" fmla="*/ 0 60000 65536"/>
              <a:gd name="T9" fmla="*/ 0 60000 65536"/>
              <a:gd name="T10" fmla="*/ 0 60000 65536"/>
              <a:gd name="T11" fmla="*/ 0 60000 65536"/>
              <a:gd name="T12" fmla="*/ 0 w 47"/>
              <a:gd name="T13" fmla="*/ 0 h 2"/>
              <a:gd name="T14" fmla="*/ 47 w 47"/>
              <a:gd name="T15" fmla="*/ 2 h 2"/>
            </a:gdLst>
            <a:ahLst/>
            <a:cxnLst>
              <a:cxn ang="T8">
                <a:pos x="T0" y="T1"/>
              </a:cxn>
              <a:cxn ang="T9">
                <a:pos x="T2" y="T3"/>
              </a:cxn>
              <a:cxn ang="T10">
                <a:pos x="T4" y="T5"/>
              </a:cxn>
              <a:cxn ang="T11">
                <a:pos x="T6" y="T7"/>
              </a:cxn>
            </a:cxnLst>
            <a:rect l="T12" t="T13" r="T14" b="T15"/>
            <a:pathLst>
              <a:path w="47" h="2">
                <a:moveTo>
                  <a:pt x="0" y="0"/>
                </a:moveTo>
                <a:lnTo>
                  <a:pt x="46" y="0"/>
                </a:lnTo>
                <a:lnTo>
                  <a:pt x="0" y="1"/>
                </a:lnTo>
                <a:lnTo>
                  <a:pt x="0" y="0"/>
                </a:lnTo>
              </a:path>
            </a:pathLst>
          </a:custGeom>
          <a:solidFill>
            <a:srgbClr val="772655"/>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78" name="Freeform 64">
            <a:extLst>
              <a:ext uri="{FF2B5EF4-FFF2-40B4-BE49-F238E27FC236}">
                <a16:creationId xmlns:a16="http://schemas.microsoft.com/office/drawing/2014/main" id="{18914AEF-F697-69E5-9239-8DBE11D6D0DE}"/>
              </a:ext>
            </a:extLst>
          </p:cNvPr>
          <p:cNvSpPr>
            <a:spLocks/>
          </p:cNvSpPr>
          <p:nvPr/>
        </p:nvSpPr>
        <p:spPr bwMode="auto">
          <a:xfrm>
            <a:off x="6829425" y="4246563"/>
            <a:ext cx="26988" cy="22225"/>
          </a:xfrm>
          <a:custGeom>
            <a:avLst/>
            <a:gdLst>
              <a:gd name="T0" fmla="*/ 7561402 w 17"/>
              <a:gd name="T1" fmla="*/ 0 h 14"/>
              <a:gd name="T2" fmla="*/ 20161621 w 17"/>
              <a:gd name="T3" fmla="*/ 2520950 h 14"/>
              <a:gd name="T4" fmla="*/ 30242434 w 17"/>
              <a:gd name="T5" fmla="*/ 12601575 h 14"/>
              <a:gd name="T6" fmla="*/ 35282838 w 17"/>
              <a:gd name="T7" fmla="*/ 17641889 h 14"/>
              <a:gd name="T8" fmla="*/ 37803833 w 17"/>
              <a:gd name="T9" fmla="*/ 22682200 h 14"/>
              <a:gd name="T10" fmla="*/ 40323241 w 17"/>
              <a:gd name="T11" fmla="*/ 27722517 h 14"/>
              <a:gd name="T12" fmla="*/ 40323241 w 17"/>
              <a:gd name="T13" fmla="*/ 32762828 h 14"/>
              <a:gd name="T14" fmla="*/ 37803833 w 17"/>
              <a:gd name="T15" fmla="*/ 30241879 h 14"/>
              <a:gd name="T16" fmla="*/ 37803833 w 17"/>
              <a:gd name="T17" fmla="*/ 25201562 h 14"/>
              <a:gd name="T18" fmla="*/ 27723026 w 17"/>
              <a:gd name="T19" fmla="*/ 17641889 h 14"/>
              <a:gd name="T20" fmla="*/ 22682616 w 17"/>
              <a:gd name="T21" fmla="*/ 12601575 h 14"/>
              <a:gd name="T22" fmla="*/ 15121217 w 17"/>
              <a:gd name="T23" fmla="*/ 10080625 h 14"/>
              <a:gd name="T24" fmla="*/ 7561402 w 17"/>
              <a:gd name="T25" fmla="*/ 7561264 h 14"/>
              <a:gd name="T26" fmla="*/ 0 w 17"/>
              <a:gd name="T27" fmla="*/ 7561264 h 14"/>
              <a:gd name="T28" fmla="*/ 2520996 w 17"/>
              <a:gd name="T29" fmla="*/ 2520950 h 14"/>
              <a:gd name="T30" fmla="*/ 7561402 w 17"/>
              <a:gd name="T31" fmla="*/ 0 h 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14"/>
              <a:gd name="T50" fmla="*/ 17 w 17"/>
              <a:gd name="T51" fmla="*/ 14 h 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14">
                <a:moveTo>
                  <a:pt x="3" y="0"/>
                </a:moveTo>
                <a:lnTo>
                  <a:pt x="8" y="1"/>
                </a:lnTo>
                <a:lnTo>
                  <a:pt x="12" y="5"/>
                </a:lnTo>
                <a:lnTo>
                  <a:pt x="14" y="7"/>
                </a:lnTo>
                <a:lnTo>
                  <a:pt x="15" y="9"/>
                </a:lnTo>
                <a:lnTo>
                  <a:pt x="16" y="11"/>
                </a:lnTo>
                <a:lnTo>
                  <a:pt x="16" y="13"/>
                </a:lnTo>
                <a:lnTo>
                  <a:pt x="15" y="12"/>
                </a:lnTo>
                <a:lnTo>
                  <a:pt x="15" y="10"/>
                </a:lnTo>
                <a:lnTo>
                  <a:pt x="11" y="7"/>
                </a:lnTo>
                <a:lnTo>
                  <a:pt x="9" y="5"/>
                </a:lnTo>
                <a:lnTo>
                  <a:pt x="6" y="4"/>
                </a:lnTo>
                <a:lnTo>
                  <a:pt x="3" y="3"/>
                </a:lnTo>
                <a:lnTo>
                  <a:pt x="0" y="3"/>
                </a:lnTo>
                <a:lnTo>
                  <a:pt x="1" y="1"/>
                </a:lnTo>
                <a:lnTo>
                  <a:pt x="3" y="0"/>
                </a:lnTo>
              </a:path>
            </a:pathLst>
          </a:custGeom>
          <a:solidFill>
            <a:srgbClr val="772655"/>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79" name="Freeform 65">
            <a:extLst>
              <a:ext uri="{FF2B5EF4-FFF2-40B4-BE49-F238E27FC236}">
                <a16:creationId xmlns:a16="http://schemas.microsoft.com/office/drawing/2014/main" id="{0C61371F-FB18-09AF-6AA8-048A33E1BBCD}"/>
              </a:ext>
            </a:extLst>
          </p:cNvPr>
          <p:cNvSpPr>
            <a:spLocks/>
          </p:cNvSpPr>
          <p:nvPr/>
        </p:nvSpPr>
        <p:spPr bwMode="auto">
          <a:xfrm>
            <a:off x="6826250" y="4291013"/>
            <a:ext cx="4763" cy="28575"/>
          </a:xfrm>
          <a:custGeom>
            <a:avLst/>
            <a:gdLst>
              <a:gd name="T0" fmla="*/ 5040842 w 3"/>
              <a:gd name="T1" fmla="*/ 0 h 18"/>
              <a:gd name="T2" fmla="*/ 5040842 w 3"/>
              <a:gd name="T3" fmla="*/ 40322495 h 18"/>
              <a:gd name="T4" fmla="*/ 0 w 3"/>
              <a:gd name="T5" fmla="*/ 42843444 h 18"/>
              <a:gd name="T6" fmla="*/ 0 w 3"/>
              <a:gd name="T7" fmla="*/ 5040312 h 18"/>
              <a:gd name="T8" fmla="*/ 2521215 w 3"/>
              <a:gd name="T9" fmla="*/ 2520950 h 18"/>
              <a:gd name="T10" fmla="*/ 2521215 w 3"/>
              <a:gd name="T11" fmla="*/ 0 h 18"/>
              <a:gd name="T12" fmla="*/ 5040842 w 3"/>
              <a:gd name="T13" fmla="*/ 0 h 18"/>
              <a:gd name="T14" fmla="*/ 0 60000 65536"/>
              <a:gd name="T15" fmla="*/ 0 60000 65536"/>
              <a:gd name="T16" fmla="*/ 0 60000 65536"/>
              <a:gd name="T17" fmla="*/ 0 60000 65536"/>
              <a:gd name="T18" fmla="*/ 0 60000 65536"/>
              <a:gd name="T19" fmla="*/ 0 60000 65536"/>
              <a:gd name="T20" fmla="*/ 0 60000 65536"/>
              <a:gd name="T21" fmla="*/ 0 w 3"/>
              <a:gd name="T22" fmla="*/ 0 h 18"/>
              <a:gd name="T23" fmla="*/ 3 w 3"/>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 h="18">
                <a:moveTo>
                  <a:pt x="2" y="0"/>
                </a:moveTo>
                <a:lnTo>
                  <a:pt x="2" y="16"/>
                </a:lnTo>
                <a:lnTo>
                  <a:pt x="0" y="17"/>
                </a:lnTo>
                <a:lnTo>
                  <a:pt x="0" y="2"/>
                </a:lnTo>
                <a:lnTo>
                  <a:pt x="1" y="1"/>
                </a:lnTo>
                <a:lnTo>
                  <a:pt x="1" y="0"/>
                </a:lnTo>
                <a:lnTo>
                  <a:pt x="2" y="0"/>
                </a:lnTo>
              </a:path>
            </a:pathLst>
          </a:custGeom>
          <a:solidFill>
            <a:srgbClr val="772655"/>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80" name="Freeform 66">
            <a:extLst>
              <a:ext uri="{FF2B5EF4-FFF2-40B4-BE49-F238E27FC236}">
                <a16:creationId xmlns:a16="http://schemas.microsoft.com/office/drawing/2014/main" id="{F3DA8691-45A7-4284-7F16-75CA38F11C62}"/>
              </a:ext>
            </a:extLst>
          </p:cNvPr>
          <p:cNvSpPr>
            <a:spLocks/>
          </p:cNvSpPr>
          <p:nvPr/>
        </p:nvSpPr>
        <p:spPr bwMode="auto">
          <a:xfrm>
            <a:off x="6767513" y="4768850"/>
            <a:ext cx="34925" cy="34925"/>
          </a:xfrm>
          <a:custGeom>
            <a:avLst/>
            <a:gdLst>
              <a:gd name="T0" fmla="*/ 2520950 w 22"/>
              <a:gd name="T1" fmla="*/ 0 h 22"/>
              <a:gd name="T2" fmla="*/ 10080625 w 22"/>
              <a:gd name="T3" fmla="*/ 2520950 h 22"/>
              <a:gd name="T4" fmla="*/ 22682198 w 22"/>
              <a:gd name="T5" fmla="*/ 5040312 h 22"/>
              <a:gd name="T6" fmla="*/ 32761239 w 22"/>
              <a:gd name="T7" fmla="*/ 12601574 h 22"/>
              <a:gd name="T8" fmla="*/ 42843448 w 22"/>
              <a:gd name="T9" fmla="*/ 17640300 h 22"/>
              <a:gd name="T10" fmla="*/ 50403120 w 22"/>
              <a:gd name="T11" fmla="*/ 25201560 h 22"/>
              <a:gd name="T12" fmla="*/ 50403120 w 22"/>
              <a:gd name="T13" fmla="*/ 30241877 h 22"/>
              <a:gd name="T14" fmla="*/ 52924081 w 22"/>
              <a:gd name="T15" fmla="*/ 32761239 h 22"/>
              <a:gd name="T16" fmla="*/ 52924081 w 22"/>
              <a:gd name="T17" fmla="*/ 40322498 h 22"/>
              <a:gd name="T18" fmla="*/ 50403120 w 22"/>
              <a:gd name="T19" fmla="*/ 42843448 h 22"/>
              <a:gd name="T20" fmla="*/ 47883758 w 22"/>
              <a:gd name="T21" fmla="*/ 47883758 h 22"/>
              <a:gd name="T22" fmla="*/ 40322498 w 22"/>
              <a:gd name="T23" fmla="*/ 52924081 h 22"/>
              <a:gd name="T24" fmla="*/ 40322498 w 22"/>
              <a:gd name="T25" fmla="*/ 47883758 h 22"/>
              <a:gd name="T26" fmla="*/ 37801549 w 22"/>
              <a:gd name="T27" fmla="*/ 40322498 h 22"/>
              <a:gd name="T28" fmla="*/ 27722515 w 22"/>
              <a:gd name="T29" fmla="*/ 22682198 h 22"/>
              <a:gd name="T30" fmla="*/ 15120938 w 22"/>
              <a:gd name="T31" fmla="*/ 10080625 h 22"/>
              <a:gd name="T32" fmla="*/ 7559675 w 22"/>
              <a:gd name="T33" fmla="*/ 5040312 h 22"/>
              <a:gd name="T34" fmla="*/ 2520950 w 22"/>
              <a:gd name="T35" fmla="*/ 0 h 22"/>
              <a:gd name="T36" fmla="*/ 0 w 22"/>
              <a:gd name="T37" fmla="*/ 0 h 22"/>
              <a:gd name="T38" fmla="*/ 2520950 w 22"/>
              <a:gd name="T39" fmla="*/ 0 h 2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2"/>
              <a:gd name="T61" fmla="*/ 0 h 22"/>
              <a:gd name="T62" fmla="*/ 22 w 22"/>
              <a:gd name="T63" fmla="*/ 22 h 2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2" h="22">
                <a:moveTo>
                  <a:pt x="1" y="0"/>
                </a:moveTo>
                <a:lnTo>
                  <a:pt x="4" y="1"/>
                </a:lnTo>
                <a:lnTo>
                  <a:pt x="9" y="2"/>
                </a:lnTo>
                <a:lnTo>
                  <a:pt x="13" y="5"/>
                </a:lnTo>
                <a:lnTo>
                  <a:pt x="17" y="7"/>
                </a:lnTo>
                <a:lnTo>
                  <a:pt x="20" y="10"/>
                </a:lnTo>
                <a:lnTo>
                  <a:pt x="20" y="12"/>
                </a:lnTo>
                <a:lnTo>
                  <a:pt x="21" y="13"/>
                </a:lnTo>
                <a:lnTo>
                  <a:pt x="21" y="16"/>
                </a:lnTo>
                <a:lnTo>
                  <a:pt x="20" y="17"/>
                </a:lnTo>
                <a:lnTo>
                  <a:pt x="19" y="19"/>
                </a:lnTo>
                <a:lnTo>
                  <a:pt x="16" y="21"/>
                </a:lnTo>
                <a:lnTo>
                  <a:pt x="16" y="19"/>
                </a:lnTo>
                <a:lnTo>
                  <a:pt x="15" y="16"/>
                </a:lnTo>
                <a:lnTo>
                  <a:pt x="11" y="9"/>
                </a:lnTo>
                <a:lnTo>
                  <a:pt x="6" y="4"/>
                </a:lnTo>
                <a:lnTo>
                  <a:pt x="3" y="2"/>
                </a:lnTo>
                <a:lnTo>
                  <a:pt x="1" y="0"/>
                </a:lnTo>
                <a:lnTo>
                  <a:pt x="0" y="0"/>
                </a:lnTo>
                <a:lnTo>
                  <a:pt x="1" y="0"/>
                </a:lnTo>
              </a:path>
            </a:pathLst>
          </a:custGeom>
          <a:solidFill>
            <a:srgbClr val="D989B8"/>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81" name="Freeform 67">
            <a:extLst>
              <a:ext uri="{FF2B5EF4-FFF2-40B4-BE49-F238E27FC236}">
                <a16:creationId xmlns:a16="http://schemas.microsoft.com/office/drawing/2014/main" id="{A77C113C-C001-759C-45D1-DF46B822813E}"/>
              </a:ext>
            </a:extLst>
          </p:cNvPr>
          <p:cNvSpPr>
            <a:spLocks/>
          </p:cNvSpPr>
          <p:nvPr/>
        </p:nvSpPr>
        <p:spPr bwMode="auto">
          <a:xfrm>
            <a:off x="7037388" y="4591050"/>
            <a:ext cx="9525" cy="49213"/>
          </a:xfrm>
          <a:custGeom>
            <a:avLst/>
            <a:gdLst>
              <a:gd name="T0" fmla="*/ 12601574 w 6"/>
              <a:gd name="T1" fmla="*/ 0 h 31"/>
              <a:gd name="T2" fmla="*/ 12601574 w 6"/>
              <a:gd name="T3" fmla="*/ 7561341 h 31"/>
              <a:gd name="T4" fmla="*/ 12601574 w 6"/>
              <a:gd name="T5" fmla="*/ 17642069 h 31"/>
              <a:gd name="T6" fmla="*/ 10080625 w 6"/>
              <a:gd name="T7" fmla="*/ 35282550 h 31"/>
              <a:gd name="T8" fmla="*/ 5040312 w 6"/>
              <a:gd name="T9" fmla="*/ 57964987 h 31"/>
              <a:gd name="T10" fmla="*/ 2520950 w 6"/>
              <a:gd name="T11" fmla="*/ 68045712 h 31"/>
              <a:gd name="T12" fmla="*/ 0 w 6"/>
              <a:gd name="T13" fmla="*/ 75605462 h 31"/>
              <a:gd name="T14" fmla="*/ 0 w 6"/>
              <a:gd name="T15" fmla="*/ 68045712 h 31"/>
              <a:gd name="T16" fmla="*/ 2520950 w 6"/>
              <a:gd name="T17" fmla="*/ 57964987 h 31"/>
              <a:gd name="T18" fmla="*/ 2520950 w 6"/>
              <a:gd name="T19" fmla="*/ 40322912 h 31"/>
              <a:gd name="T20" fmla="*/ 2520950 w 6"/>
              <a:gd name="T21" fmla="*/ 20161456 h 31"/>
              <a:gd name="T22" fmla="*/ 2520950 w 6"/>
              <a:gd name="T23" fmla="*/ 10080728 h 31"/>
              <a:gd name="T24" fmla="*/ 7561263 w 6"/>
              <a:gd name="T25" fmla="*/ 7561341 h 31"/>
              <a:gd name="T26" fmla="*/ 12601574 w 6"/>
              <a:gd name="T27" fmla="*/ 0 h 3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
              <a:gd name="T43" fmla="*/ 0 h 31"/>
              <a:gd name="T44" fmla="*/ 6 w 6"/>
              <a:gd name="T45" fmla="*/ 31 h 3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 h="31">
                <a:moveTo>
                  <a:pt x="5" y="0"/>
                </a:moveTo>
                <a:lnTo>
                  <a:pt x="5" y="3"/>
                </a:lnTo>
                <a:lnTo>
                  <a:pt x="5" y="7"/>
                </a:lnTo>
                <a:lnTo>
                  <a:pt x="4" y="14"/>
                </a:lnTo>
                <a:lnTo>
                  <a:pt x="2" y="23"/>
                </a:lnTo>
                <a:lnTo>
                  <a:pt x="1" y="27"/>
                </a:lnTo>
                <a:lnTo>
                  <a:pt x="0" y="30"/>
                </a:lnTo>
                <a:lnTo>
                  <a:pt x="0" y="27"/>
                </a:lnTo>
                <a:lnTo>
                  <a:pt x="1" y="23"/>
                </a:lnTo>
                <a:lnTo>
                  <a:pt x="1" y="16"/>
                </a:lnTo>
                <a:lnTo>
                  <a:pt x="1" y="8"/>
                </a:lnTo>
                <a:lnTo>
                  <a:pt x="1" y="4"/>
                </a:lnTo>
                <a:lnTo>
                  <a:pt x="3" y="3"/>
                </a:lnTo>
                <a:lnTo>
                  <a:pt x="5" y="0"/>
                </a:lnTo>
              </a:path>
            </a:pathLst>
          </a:custGeom>
          <a:solidFill>
            <a:srgbClr val="D989B8"/>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82" name="Freeform 68">
            <a:extLst>
              <a:ext uri="{FF2B5EF4-FFF2-40B4-BE49-F238E27FC236}">
                <a16:creationId xmlns:a16="http://schemas.microsoft.com/office/drawing/2014/main" id="{253B7C21-8C04-3D01-A642-A1C4C1B6D48F}"/>
              </a:ext>
            </a:extLst>
          </p:cNvPr>
          <p:cNvSpPr>
            <a:spLocks/>
          </p:cNvSpPr>
          <p:nvPr/>
        </p:nvSpPr>
        <p:spPr bwMode="auto">
          <a:xfrm>
            <a:off x="6756400" y="4295775"/>
            <a:ext cx="25400" cy="28575"/>
          </a:xfrm>
          <a:custGeom>
            <a:avLst/>
            <a:gdLst>
              <a:gd name="T0" fmla="*/ 15120936 w 16"/>
              <a:gd name="T1" fmla="*/ 0 h 18"/>
              <a:gd name="T2" fmla="*/ 15120936 w 16"/>
              <a:gd name="T3" fmla="*/ 10080624 h 18"/>
              <a:gd name="T4" fmla="*/ 22680608 w 16"/>
              <a:gd name="T5" fmla="*/ 22682197 h 18"/>
              <a:gd name="T6" fmla="*/ 27720924 w 16"/>
              <a:gd name="T7" fmla="*/ 32761236 h 18"/>
              <a:gd name="T8" fmla="*/ 32761234 w 16"/>
              <a:gd name="T9" fmla="*/ 40322495 h 18"/>
              <a:gd name="T10" fmla="*/ 37801544 w 16"/>
              <a:gd name="T11" fmla="*/ 42843444 h 18"/>
              <a:gd name="T12" fmla="*/ 25201557 w 16"/>
              <a:gd name="T13" fmla="*/ 40322495 h 18"/>
              <a:gd name="T14" fmla="*/ 20161247 w 16"/>
              <a:gd name="T15" fmla="*/ 37801546 h 18"/>
              <a:gd name="T16" fmla="*/ 15120936 w 16"/>
              <a:gd name="T17" fmla="*/ 35282185 h 18"/>
              <a:gd name="T18" fmla="*/ 10080623 w 16"/>
              <a:gd name="T19" fmla="*/ 32761236 h 18"/>
              <a:gd name="T20" fmla="*/ 5040312 w 16"/>
              <a:gd name="T21" fmla="*/ 25201558 h 18"/>
              <a:gd name="T22" fmla="*/ 2520950 w 16"/>
              <a:gd name="T23" fmla="*/ 17640299 h 18"/>
              <a:gd name="T24" fmla="*/ 0 w 16"/>
              <a:gd name="T25" fmla="*/ 7559675 h 18"/>
              <a:gd name="T26" fmla="*/ 2520950 w 16"/>
              <a:gd name="T27" fmla="*/ 5040312 h 18"/>
              <a:gd name="T28" fmla="*/ 7559674 w 16"/>
              <a:gd name="T29" fmla="*/ 2520950 h 18"/>
              <a:gd name="T30" fmla="*/ 15120936 w 16"/>
              <a:gd name="T31" fmla="*/ 0 h 1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
              <a:gd name="T49" fmla="*/ 0 h 18"/>
              <a:gd name="T50" fmla="*/ 16 w 16"/>
              <a:gd name="T51" fmla="*/ 18 h 1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 h="18">
                <a:moveTo>
                  <a:pt x="6" y="0"/>
                </a:moveTo>
                <a:lnTo>
                  <a:pt x="6" y="4"/>
                </a:lnTo>
                <a:lnTo>
                  <a:pt x="9" y="9"/>
                </a:lnTo>
                <a:lnTo>
                  <a:pt x="11" y="13"/>
                </a:lnTo>
                <a:lnTo>
                  <a:pt x="13" y="16"/>
                </a:lnTo>
                <a:lnTo>
                  <a:pt x="15" y="17"/>
                </a:lnTo>
                <a:lnTo>
                  <a:pt x="10" y="16"/>
                </a:lnTo>
                <a:lnTo>
                  <a:pt x="8" y="15"/>
                </a:lnTo>
                <a:lnTo>
                  <a:pt x="6" y="14"/>
                </a:lnTo>
                <a:lnTo>
                  <a:pt x="4" y="13"/>
                </a:lnTo>
                <a:lnTo>
                  <a:pt x="2" y="10"/>
                </a:lnTo>
                <a:lnTo>
                  <a:pt x="1" y="7"/>
                </a:lnTo>
                <a:lnTo>
                  <a:pt x="0" y="3"/>
                </a:lnTo>
                <a:lnTo>
                  <a:pt x="1" y="2"/>
                </a:lnTo>
                <a:lnTo>
                  <a:pt x="3" y="1"/>
                </a:lnTo>
                <a:lnTo>
                  <a:pt x="6" y="0"/>
                </a:lnTo>
              </a:path>
            </a:pathLst>
          </a:custGeom>
          <a:solidFill>
            <a:srgbClr val="D989B8"/>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83" name="Freeform 69">
            <a:extLst>
              <a:ext uri="{FF2B5EF4-FFF2-40B4-BE49-F238E27FC236}">
                <a16:creationId xmlns:a16="http://schemas.microsoft.com/office/drawing/2014/main" id="{0C3735F2-14AD-8DF2-3FE5-A4AE98F30254}"/>
              </a:ext>
            </a:extLst>
          </p:cNvPr>
          <p:cNvSpPr>
            <a:spLocks/>
          </p:cNvSpPr>
          <p:nvPr/>
        </p:nvSpPr>
        <p:spPr bwMode="auto">
          <a:xfrm>
            <a:off x="3124200" y="4238625"/>
            <a:ext cx="392113" cy="549275"/>
          </a:xfrm>
          <a:custGeom>
            <a:avLst/>
            <a:gdLst>
              <a:gd name="T0" fmla="*/ 254536936 w 247"/>
              <a:gd name="T1" fmla="*/ 821570846 h 346"/>
              <a:gd name="T2" fmla="*/ 183972439 w 247"/>
              <a:gd name="T3" fmla="*/ 798890242 h 346"/>
              <a:gd name="T4" fmla="*/ 103327331 w 247"/>
              <a:gd name="T5" fmla="*/ 738406513 h 346"/>
              <a:gd name="T6" fmla="*/ 57964472 w 247"/>
              <a:gd name="T7" fmla="*/ 710684010 h 346"/>
              <a:gd name="T8" fmla="*/ 52924154 w 247"/>
              <a:gd name="T9" fmla="*/ 768648377 h 346"/>
              <a:gd name="T10" fmla="*/ 17641912 w 247"/>
              <a:gd name="T11" fmla="*/ 710684010 h 346"/>
              <a:gd name="T12" fmla="*/ 0 w 247"/>
              <a:gd name="T13" fmla="*/ 577114982 h 346"/>
              <a:gd name="T14" fmla="*/ 5040319 w 247"/>
              <a:gd name="T15" fmla="*/ 529232824 h 346"/>
              <a:gd name="T16" fmla="*/ 85685425 w 247"/>
              <a:gd name="T17" fmla="*/ 609877796 h 346"/>
              <a:gd name="T18" fmla="*/ 128528944 w 247"/>
              <a:gd name="T19" fmla="*/ 642639022 h 346"/>
              <a:gd name="T20" fmla="*/ 85685425 w 247"/>
              <a:gd name="T21" fmla="*/ 652721231 h 346"/>
              <a:gd name="T22" fmla="*/ 163811168 w 247"/>
              <a:gd name="T23" fmla="*/ 715724321 h 346"/>
              <a:gd name="T24" fmla="*/ 219254712 w 247"/>
              <a:gd name="T25" fmla="*/ 735885564 h 346"/>
              <a:gd name="T26" fmla="*/ 259577254 w 247"/>
              <a:gd name="T27" fmla="*/ 720764632 h 346"/>
              <a:gd name="T28" fmla="*/ 267136936 w 247"/>
              <a:gd name="T29" fmla="*/ 670361524 h 346"/>
              <a:gd name="T30" fmla="*/ 269657889 w 247"/>
              <a:gd name="T31" fmla="*/ 597276225 h 346"/>
              <a:gd name="T32" fmla="*/ 274698207 w 247"/>
              <a:gd name="T33" fmla="*/ 483870028 h 346"/>
              <a:gd name="T34" fmla="*/ 282257889 w 247"/>
              <a:gd name="T35" fmla="*/ 335181556 h 346"/>
              <a:gd name="T36" fmla="*/ 73085425 w 247"/>
              <a:gd name="T37" fmla="*/ 219252822 h 346"/>
              <a:gd name="T38" fmla="*/ 292338525 w 247"/>
              <a:gd name="T39" fmla="*/ 148688422 h 346"/>
              <a:gd name="T40" fmla="*/ 254536936 w 247"/>
              <a:gd name="T41" fmla="*/ 123486869 h 346"/>
              <a:gd name="T42" fmla="*/ 236895030 w 247"/>
              <a:gd name="T43" fmla="*/ 75604686 h 346"/>
              <a:gd name="T44" fmla="*/ 259577254 w 247"/>
              <a:gd name="T45" fmla="*/ 22682198 h 346"/>
              <a:gd name="T46" fmla="*/ 312499795 w 247"/>
              <a:gd name="T47" fmla="*/ 0 h 346"/>
              <a:gd name="T48" fmla="*/ 304940113 w 247"/>
              <a:gd name="T49" fmla="*/ 40322498 h 346"/>
              <a:gd name="T50" fmla="*/ 277217572 w 247"/>
              <a:gd name="T51" fmla="*/ 55443443 h 346"/>
              <a:gd name="T52" fmla="*/ 274698207 w 247"/>
              <a:gd name="T53" fmla="*/ 85685307 h 346"/>
              <a:gd name="T54" fmla="*/ 292338525 w 247"/>
              <a:gd name="T55" fmla="*/ 95765929 h 346"/>
              <a:gd name="T56" fmla="*/ 304940113 w 247"/>
              <a:gd name="T57" fmla="*/ 73083737 h 346"/>
              <a:gd name="T58" fmla="*/ 327620749 w 247"/>
              <a:gd name="T59" fmla="*/ 78124047 h 346"/>
              <a:gd name="T60" fmla="*/ 337701384 w 247"/>
              <a:gd name="T61" fmla="*/ 100806239 h 346"/>
              <a:gd name="T62" fmla="*/ 347782019 w 247"/>
              <a:gd name="T63" fmla="*/ 70564375 h 346"/>
              <a:gd name="T64" fmla="*/ 332661066 w 247"/>
              <a:gd name="T65" fmla="*/ 45362809 h 346"/>
              <a:gd name="T66" fmla="*/ 309980430 w 247"/>
              <a:gd name="T67" fmla="*/ 37801549 h 346"/>
              <a:gd name="T68" fmla="*/ 340222336 w 247"/>
              <a:gd name="T69" fmla="*/ 7559675 h 346"/>
              <a:gd name="T70" fmla="*/ 378023925 w 247"/>
              <a:gd name="T71" fmla="*/ 47883758 h 346"/>
              <a:gd name="T72" fmla="*/ 380544878 w 247"/>
              <a:gd name="T73" fmla="*/ 100806239 h 346"/>
              <a:gd name="T74" fmla="*/ 350302972 w 247"/>
              <a:gd name="T75" fmla="*/ 138607801 h 346"/>
              <a:gd name="T76" fmla="*/ 330141701 w 247"/>
              <a:gd name="T77" fmla="*/ 176410925 h 346"/>
              <a:gd name="T78" fmla="*/ 335182019 w 247"/>
              <a:gd name="T79" fmla="*/ 289817172 h 346"/>
              <a:gd name="T80" fmla="*/ 342741702 w 247"/>
              <a:gd name="T81" fmla="*/ 451107214 h 346"/>
              <a:gd name="T82" fmla="*/ 347782019 w 247"/>
              <a:gd name="T83" fmla="*/ 572074672 h 346"/>
              <a:gd name="T84" fmla="*/ 352822337 w 247"/>
              <a:gd name="T85" fmla="*/ 655240592 h 346"/>
              <a:gd name="T86" fmla="*/ 360383607 w 247"/>
              <a:gd name="T87" fmla="*/ 708164649 h 346"/>
              <a:gd name="T88" fmla="*/ 388104561 w 247"/>
              <a:gd name="T89" fmla="*/ 738406513 h 346"/>
              <a:gd name="T90" fmla="*/ 441028789 w 247"/>
              <a:gd name="T91" fmla="*/ 723285581 h 346"/>
              <a:gd name="T92" fmla="*/ 524193237 w 247"/>
              <a:gd name="T93" fmla="*/ 662801852 h 346"/>
              <a:gd name="T94" fmla="*/ 501512602 w 247"/>
              <a:gd name="T95" fmla="*/ 645159971 h 346"/>
              <a:gd name="T96" fmla="*/ 516633555 w 247"/>
              <a:gd name="T97" fmla="*/ 624998728 h 346"/>
              <a:gd name="T98" fmla="*/ 604838320 w 247"/>
              <a:gd name="T99" fmla="*/ 544353756 h 346"/>
              <a:gd name="T100" fmla="*/ 619959273 w 247"/>
              <a:gd name="T101" fmla="*/ 564514999 h 346"/>
              <a:gd name="T102" fmla="*/ 612399591 w 247"/>
              <a:gd name="T103" fmla="*/ 677922784 h 346"/>
              <a:gd name="T104" fmla="*/ 577117367 w 247"/>
              <a:gd name="T105" fmla="*/ 756046807 h 346"/>
              <a:gd name="T106" fmla="*/ 564515779 w 247"/>
              <a:gd name="T107" fmla="*/ 733366202 h 346"/>
              <a:gd name="T108" fmla="*/ 539314190 w 247"/>
              <a:gd name="T109" fmla="*/ 718245270 h 346"/>
              <a:gd name="T110" fmla="*/ 458669107 w 247"/>
              <a:gd name="T111" fmla="*/ 788809620 h 346"/>
              <a:gd name="T112" fmla="*/ 378023925 w 247"/>
              <a:gd name="T113" fmla="*/ 816530535 h 346"/>
              <a:gd name="T114" fmla="*/ 312499795 w 247"/>
              <a:gd name="T115" fmla="*/ 869454790 h 34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47"/>
              <a:gd name="T175" fmla="*/ 0 h 346"/>
              <a:gd name="T176" fmla="*/ 247 w 247"/>
              <a:gd name="T177" fmla="*/ 346 h 34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47" h="346">
                <a:moveTo>
                  <a:pt x="124" y="345"/>
                </a:moveTo>
                <a:lnTo>
                  <a:pt x="117" y="337"/>
                </a:lnTo>
                <a:lnTo>
                  <a:pt x="109" y="331"/>
                </a:lnTo>
                <a:lnTo>
                  <a:pt x="101" y="326"/>
                </a:lnTo>
                <a:lnTo>
                  <a:pt x="96" y="324"/>
                </a:lnTo>
                <a:lnTo>
                  <a:pt x="92" y="323"/>
                </a:lnTo>
                <a:lnTo>
                  <a:pt x="82" y="320"/>
                </a:lnTo>
                <a:lnTo>
                  <a:pt x="73" y="317"/>
                </a:lnTo>
                <a:lnTo>
                  <a:pt x="65" y="313"/>
                </a:lnTo>
                <a:lnTo>
                  <a:pt x="57" y="307"/>
                </a:lnTo>
                <a:lnTo>
                  <a:pt x="49" y="300"/>
                </a:lnTo>
                <a:lnTo>
                  <a:pt x="41" y="293"/>
                </a:lnTo>
                <a:lnTo>
                  <a:pt x="33" y="285"/>
                </a:lnTo>
                <a:lnTo>
                  <a:pt x="24" y="276"/>
                </a:lnTo>
                <a:lnTo>
                  <a:pt x="24" y="278"/>
                </a:lnTo>
                <a:lnTo>
                  <a:pt x="23" y="282"/>
                </a:lnTo>
                <a:lnTo>
                  <a:pt x="22" y="291"/>
                </a:lnTo>
                <a:lnTo>
                  <a:pt x="21" y="300"/>
                </a:lnTo>
                <a:lnTo>
                  <a:pt x="21" y="303"/>
                </a:lnTo>
                <a:lnTo>
                  <a:pt x="21" y="305"/>
                </a:lnTo>
                <a:lnTo>
                  <a:pt x="17" y="300"/>
                </a:lnTo>
                <a:lnTo>
                  <a:pt x="13" y="295"/>
                </a:lnTo>
                <a:lnTo>
                  <a:pt x="10" y="289"/>
                </a:lnTo>
                <a:lnTo>
                  <a:pt x="7" y="282"/>
                </a:lnTo>
                <a:lnTo>
                  <a:pt x="4" y="269"/>
                </a:lnTo>
                <a:lnTo>
                  <a:pt x="1" y="256"/>
                </a:lnTo>
                <a:lnTo>
                  <a:pt x="0" y="242"/>
                </a:lnTo>
                <a:lnTo>
                  <a:pt x="0" y="229"/>
                </a:lnTo>
                <a:lnTo>
                  <a:pt x="1" y="224"/>
                </a:lnTo>
                <a:lnTo>
                  <a:pt x="1" y="218"/>
                </a:lnTo>
                <a:lnTo>
                  <a:pt x="1" y="213"/>
                </a:lnTo>
                <a:lnTo>
                  <a:pt x="2" y="210"/>
                </a:lnTo>
                <a:lnTo>
                  <a:pt x="7" y="216"/>
                </a:lnTo>
                <a:lnTo>
                  <a:pt x="13" y="223"/>
                </a:lnTo>
                <a:lnTo>
                  <a:pt x="27" y="236"/>
                </a:lnTo>
                <a:lnTo>
                  <a:pt x="34" y="242"/>
                </a:lnTo>
                <a:lnTo>
                  <a:pt x="41" y="248"/>
                </a:lnTo>
                <a:lnTo>
                  <a:pt x="47" y="252"/>
                </a:lnTo>
                <a:lnTo>
                  <a:pt x="50" y="253"/>
                </a:lnTo>
                <a:lnTo>
                  <a:pt x="51" y="255"/>
                </a:lnTo>
                <a:lnTo>
                  <a:pt x="48" y="256"/>
                </a:lnTo>
                <a:lnTo>
                  <a:pt x="44" y="257"/>
                </a:lnTo>
                <a:lnTo>
                  <a:pt x="39" y="259"/>
                </a:lnTo>
                <a:lnTo>
                  <a:pt x="34" y="259"/>
                </a:lnTo>
                <a:lnTo>
                  <a:pt x="39" y="263"/>
                </a:lnTo>
                <a:lnTo>
                  <a:pt x="44" y="267"/>
                </a:lnTo>
                <a:lnTo>
                  <a:pt x="54" y="276"/>
                </a:lnTo>
                <a:lnTo>
                  <a:pt x="65" y="284"/>
                </a:lnTo>
                <a:lnTo>
                  <a:pt x="71" y="287"/>
                </a:lnTo>
                <a:lnTo>
                  <a:pt x="77" y="289"/>
                </a:lnTo>
                <a:lnTo>
                  <a:pt x="82" y="291"/>
                </a:lnTo>
                <a:lnTo>
                  <a:pt x="87" y="292"/>
                </a:lnTo>
                <a:lnTo>
                  <a:pt x="92" y="293"/>
                </a:lnTo>
                <a:lnTo>
                  <a:pt x="96" y="292"/>
                </a:lnTo>
                <a:lnTo>
                  <a:pt x="100" y="290"/>
                </a:lnTo>
                <a:lnTo>
                  <a:pt x="103" y="286"/>
                </a:lnTo>
                <a:lnTo>
                  <a:pt x="104" y="281"/>
                </a:lnTo>
                <a:lnTo>
                  <a:pt x="105" y="275"/>
                </a:lnTo>
                <a:lnTo>
                  <a:pt x="105" y="271"/>
                </a:lnTo>
                <a:lnTo>
                  <a:pt x="106" y="266"/>
                </a:lnTo>
                <a:lnTo>
                  <a:pt x="106" y="260"/>
                </a:lnTo>
                <a:lnTo>
                  <a:pt x="106" y="254"/>
                </a:lnTo>
                <a:lnTo>
                  <a:pt x="107" y="246"/>
                </a:lnTo>
                <a:lnTo>
                  <a:pt x="107" y="237"/>
                </a:lnTo>
                <a:lnTo>
                  <a:pt x="108" y="227"/>
                </a:lnTo>
                <a:lnTo>
                  <a:pt x="108" y="216"/>
                </a:lnTo>
                <a:lnTo>
                  <a:pt x="109" y="204"/>
                </a:lnTo>
                <a:lnTo>
                  <a:pt x="109" y="192"/>
                </a:lnTo>
                <a:lnTo>
                  <a:pt x="110" y="179"/>
                </a:lnTo>
                <a:lnTo>
                  <a:pt x="111" y="164"/>
                </a:lnTo>
                <a:lnTo>
                  <a:pt x="112" y="148"/>
                </a:lnTo>
                <a:lnTo>
                  <a:pt x="112" y="133"/>
                </a:lnTo>
                <a:lnTo>
                  <a:pt x="113" y="115"/>
                </a:lnTo>
                <a:lnTo>
                  <a:pt x="114" y="96"/>
                </a:lnTo>
                <a:lnTo>
                  <a:pt x="113" y="96"/>
                </a:lnTo>
                <a:lnTo>
                  <a:pt x="29" y="87"/>
                </a:lnTo>
                <a:lnTo>
                  <a:pt x="30" y="70"/>
                </a:lnTo>
                <a:lnTo>
                  <a:pt x="116" y="70"/>
                </a:lnTo>
                <a:lnTo>
                  <a:pt x="116" y="58"/>
                </a:lnTo>
                <a:lnTo>
                  <a:pt x="116" y="59"/>
                </a:lnTo>
                <a:lnTo>
                  <a:pt x="112" y="58"/>
                </a:lnTo>
                <a:lnTo>
                  <a:pt x="107" y="55"/>
                </a:lnTo>
                <a:lnTo>
                  <a:pt x="103" y="52"/>
                </a:lnTo>
                <a:lnTo>
                  <a:pt x="101" y="49"/>
                </a:lnTo>
                <a:lnTo>
                  <a:pt x="98" y="45"/>
                </a:lnTo>
                <a:lnTo>
                  <a:pt x="96" y="40"/>
                </a:lnTo>
                <a:lnTo>
                  <a:pt x="95" y="35"/>
                </a:lnTo>
                <a:lnTo>
                  <a:pt x="94" y="30"/>
                </a:lnTo>
                <a:lnTo>
                  <a:pt x="95" y="24"/>
                </a:lnTo>
                <a:lnTo>
                  <a:pt x="96" y="19"/>
                </a:lnTo>
                <a:lnTo>
                  <a:pt x="99" y="13"/>
                </a:lnTo>
                <a:lnTo>
                  <a:pt x="103" y="9"/>
                </a:lnTo>
                <a:lnTo>
                  <a:pt x="106" y="6"/>
                </a:lnTo>
                <a:lnTo>
                  <a:pt x="112" y="3"/>
                </a:lnTo>
                <a:lnTo>
                  <a:pt x="117" y="1"/>
                </a:lnTo>
                <a:lnTo>
                  <a:pt x="124" y="0"/>
                </a:lnTo>
                <a:lnTo>
                  <a:pt x="123" y="0"/>
                </a:lnTo>
                <a:lnTo>
                  <a:pt x="123" y="15"/>
                </a:lnTo>
                <a:lnTo>
                  <a:pt x="124" y="15"/>
                </a:lnTo>
                <a:lnTo>
                  <a:pt x="121" y="16"/>
                </a:lnTo>
                <a:lnTo>
                  <a:pt x="118" y="16"/>
                </a:lnTo>
                <a:lnTo>
                  <a:pt x="115" y="18"/>
                </a:lnTo>
                <a:lnTo>
                  <a:pt x="112" y="20"/>
                </a:lnTo>
                <a:lnTo>
                  <a:pt x="110" y="22"/>
                </a:lnTo>
                <a:lnTo>
                  <a:pt x="109" y="25"/>
                </a:lnTo>
                <a:lnTo>
                  <a:pt x="108" y="28"/>
                </a:lnTo>
                <a:lnTo>
                  <a:pt x="108" y="30"/>
                </a:lnTo>
                <a:lnTo>
                  <a:pt x="109" y="34"/>
                </a:lnTo>
                <a:lnTo>
                  <a:pt x="110" y="37"/>
                </a:lnTo>
                <a:lnTo>
                  <a:pt x="113" y="40"/>
                </a:lnTo>
                <a:lnTo>
                  <a:pt x="116" y="43"/>
                </a:lnTo>
                <a:lnTo>
                  <a:pt x="116" y="38"/>
                </a:lnTo>
                <a:lnTo>
                  <a:pt x="116" y="33"/>
                </a:lnTo>
                <a:lnTo>
                  <a:pt x="117" y="32"/>
                </a:lnTo>
                <a:lnTo>
                  <a:pt x="118" y="30"/>
                </a:lnTo>
                <a:lnTo>
                  <a:pt x="121" y="29"/>
                </a:lnTo>
                <a:lnTo>
                  <a:pt x="124" y="29"/>
                </a:lnTo>
                <a:lnTo>
                  <a:pt x="127" y="29"/>
                </a:lnTo>
                <a:lnTo>
                  <a:pt x="128" y="30"/>
                </a:lnTo>
                <a:lnTo>
                  <a:pt x="130" y="31"/>
                </a:lnTo>
                <a:lnTo>
                  <a:pt x="131" y="33"/>
                </a:lnTo>
                <a:lnTo>
                  <a:pt x="131" y="38"/>
                </a:lnTo>
                <a:lnTo>
                  <a:pt x="131" y="42"/>
                </a:lnTo>
                <a:lnTo>
                  <a:pt x="134" y="40"/>
                </a:lnTo>
                <a:lnTo>
                  <a:pt x="137" y="37"/>
                </a:lnTo>
                <a:lnTo>
                  <a:pt x="138" y="34"/>
                </a:lnTo>
                <a:lnTo>
                  <a:pt x="138" y="30"/>
                </a:lnTo>
                <a:lnTo>
                  <a:pt x="138" y="28"/>
                </a:lnTo>
                <a:lnTo>
                  <a:pt x="137" y="25"/>
                </a:lnTo>
                <a:lnTo>
                  <a:pt x="135" y="22"/>
                </a:lnTo>
                <a:lnTo>
                  <a:pt x="134" y="20"/>
                </a:lnTo>
                <a:lnTo>
                  <a:pt x="132" y="18"/>
                </a:lnTo>
                <a:lnTo>
                  <a:pt x="129" y="16"/>
                </a:lnTo>
                <a:lnTo>
                  <a:pt x="127" y="16"/>
                </a:lnTo>
                <a:lnTo>
                  <a:pt x="124" y="15"/>
                </a:lnTo>
                <a:lnTo>
                  <a:pt x="123" y="15"/>
                </a:lnTo>
                <a:lnTo>
                  <a:pt x="123" y="0"/>
                </a:lnTo>
                <a:lnTo>
                  <a:pt x="124" y="0"/>
                </a:lnTo>
                <a:lnTo>
                  <a:pt x="130" y="1"/>
                </a:lnTo>
                <a:lnTo>
                  <a:pt x="135" y="3"/>
                </a:lnTo>
                <a:lnTo>
                  <a:pt x="140" y="6"/>
                </a:lnTo>
                <a:lnTo>
                  <a:pt x="144" y="9"/>
                </a:lnTo>
                <a:lnTo>
                  <a:pt x="147" y="13"/>
                </a:lnTo>
                <a:lnTo>
                  <a:pt x="150" y="19"/>
                </a:lnTo>
                <a:lnTo>
                  <a:pt x="151" y="24"/>
                </a:lnTo>
                <a:lnTo>
                  <a:pt x="152" y="30"/>
                </a:lnTo>
                <a:lnTo>
                  <a:pt x="152" y="35"/>
                </a:lnTo>
                <a:lnTo>
                  <a:pt x="151" y="40"/>
                </a:lnTo>
                <a:lnTo>
                  <a:pt x="148" y="45"/>
                </a:lnTo>
                <a:lnTo>
                  <a:pt x="146" y="49"/>
                </a:lnTo>
                <a:lnTo>
                  <a:pt x="143" y="52"/>
                </a:lnTo>
                <a:lnTo>
                  <a:pt x="139" y="55"/>
                </a:lnTo>
                <a:lnTo>
                  <a:pt x="135" y="58"/>
                </a:lnTo>
                <a:lnTo>
                  <a:pt x="130" y="59"/>
                </a:lnTo>
                <a:lnTo>
                  <a:pt x="130" y="58"/>
                </a:lnTo>
                <a:lnTo>
                  <a:pt x="131" y="70"/>
                </a:lnTo>
                <a:lnTo>
                  <a:pt x="217" y="70"/>
                </a:lnTo>
                <a:lnTo>
                  <a:pt x="217" y="87"/>
                </a:lnTo>
                <a:lnTo>
                  <a:pt x="132" y="96"/>
                </a:lnTo>
                <a:lnTo>
                  <a:pt x="133" y="115"/>
                </a:lnTo>
                <a:lnTo>
                  <a:pt x="134" y="133"/>
                </a:lnTo>
                <a:lnTo>
                  <a:pt x="135" y="148"/>
                </a:lnTo>
                <a:lnTo>
                  <a:pt x="135" y="164"/>
                </a:lnTo>
                <a:lnTo>
                  <a:pt x="136" y="179"/>
                </a:lnTo>
                <a:lnTo>
                  <a:pt x="137" y="192"/>
                </a:lnTo>
                <a:lnTo>
                  <a:pt x="137" y="204"/>
                </a:lnTo>
                <a:lnTo>
                  <a:pt x="138" y="216"/>
                </a:lnTo>
                <a:lnTo>
                  <a:pt x="138" y="227"/>
                </a:lnTo>
                <a:lnTo>
                  <a:pt x="139" y="237"/>
                </a:lnTo>
                <a:lnTo>
                  <a:pt x="140" y="246"/>
                </a:lnTo>
                <a:lnTo>
                  <a:pt x="140" y="254"/>
                </a:lnTo>
                <a:lnTo>
                  <a:pt x="140" y="260"/>
                </a:lnTo>
                <a:lnTo>
                  <a:pt x="141" y="266"/>
                </a:lnTo>
                <a:lnTo>
                  <a:pt x="141" y="271"/>
                </a:lnTo>
                <a:lnTo>
                  <a:pt x="141" y="275"/>
                </a:lnTo>
                <a:lnTo>
                  <a:pt x="143" y="281"/>
                </a:lnTo>
                <a:lnTo>
                  <a:pt x="144" y="286"/>
                </a:lnTo>
                <a:lnTo>
                  <a:pt x="146" y="290"/>
                </a:lnTo>
                <a:lnTo>
                  <a:pt x="150" y="292"/>
                </a:lnTo>
                <a:lnTo>
                  <a:pt x="154" y="293"/>
                </a:lnTo>
                <a:lnTo>
                  <a:pt x="159" y="292"/>
                </a:lnTo>
                <a:lnTo>
                  <a:pt x="164" y="291"/>
                </a:lnTo>
                <a:lnTo>
                  <a:pt x="170" y="289"/>
                </a:lnTo>
                <a:lnTo>
                  <a:pt x="175" y="287"/>
                </a:lnTo>
                <a:lnTo>
                  <a:pt x="181" y="284"/>
                </a:lnTo>
                <a:lnTo>
                  <a:pt x="192" y="276"/>
                </a:lnTo>
                <a:lnTo>
                  <a:pt x="203" y="267"/>
                </a:lnTo>
                <a:lnTo>
                  <a:pt x="208" y="263"/>
                </a:lnTo>
                <a:lnTo>
                  <a:pt x="212" y="259"/>
                </a:lnTo>
                <a:lnTo>
                  <a:pt x="208" y="259"/>
                </a:lnTo>
                <a:lnTo>
                  <a:pt x="203" y="257"/>
                </a:lnTo>
                <a:lnTo>
                  <a:pt x="199" y="256"/>
                </a:lnTo>
                <a:lnTo>
                  <a:pt x="195" y="255"/>
                </a:lnTo>
                <a:lnTo>
                  <a:pt x="197" y="253"/>
                </a:lnTo>
                <a:lnTo>
                  <a:pt x="199" y="252"/>
                </a:lnTo>
                <a:lnTo>
                  <a:pt x="205" y="248"/>
                </a:lnTo>
                <a:lnTo>
                  <a:pt x="212" y="242"/>
                </a:lnTo>
                <a:lnTo>
                  <a:pt x="220" y="236"/>
                </a:lnTo>
                <a:lnTo>
                  <a:pt x="233" y="223"/>
                </a:lnTo>
                <a:lnTo>
                  <a:pt x="240" y="216"/>
                </a:lnTo>
                <a:lnTo>
                  <a:pt x="244" y="210"/>
                </a:lnTo>
                <a:lnTo>
                  <a:pt x="245" y="213"/>
                </a:lnTo>
                <a:lnTo>
                  <a:pt x="245" y="218"/>
                </a:lnTo>
                <a:lnTo>
                  <a:pt x="246" y="224"/>
                </a:lnTo>
                <a:lnTo>
                  <a:pt x="246" y="229"/>
                </a:lnTo>
                <a:lnTo>
                  <a:pt x="246" y="242"/>
                </a:lnTo>
                <a:lnTo>
                  <a:pt x="245" y="256"/>
                </a:lnTo>
                <a:lnTo>
                  <a:pt x="243" y="269"/>
                </a:lnTo>
                <a:lnTo>
                  <a:pt x="239" y="282"/>
                </a:lnTo>
                <a:lnTo>
                  <a:pt x="236" y="289"/>
                </a:lnTo>
                <a:lnTo>
                  <a:pt x="233" y="295"/>
                </a:lnTo>
                <a:lnTo>
                  <a:pt x="229" y="300"/>
                </a:lnTo>
                <a:lnTo>
                  <a:pt x="226" y="305"/>
                </a:lnTo>
                <a:lnTo>
                  <a:pt x="226" y="303"/>
                </a:lnTo>
                <a:lnTo>
                  <a:pt x="226" y="300"/>
                </a:lnTo>
                <a:lnTo>
                  <a:pt x="224" y="291"/>
                </a:lnTo>
                <a:lnTo>
                  <a:pt x="223" y="282"/>
                </a:lnTo>
                <a:lnTo>
                  <a:pt x="223" y="278"/>
                </a:lnTo>
                <a:lnTo>
                  <a:pt x="222" y="276"/>
                </a:lnTo>
                <a:lnTo>
                  <a:pt x="214" y="285"/>
                </a:lnTo>
                <a:lnTo>
                  <a:pt x="205" y="293"/>
                </a:lnTo>
                <a:lnTo>
                  <a:pt x="197" y="300"/>
                </a:lnTo>
                <a:lnTo>
                  <a:pt x="189" y="307"/>
                </a:lnTo>
                <a:lnTo>
                  <a:pt x="182" y="313"/>
                </a:lnTo>
                <a:lnTo>
                  <a:pt x="173" y="317"/>
                </a:lnTo>
                <a:lnTo>
                  <a:pt x="164" y="320"/>
                </a:lnTo>
                <a:lnTo>
                  <a:pt x="154" y="323"/>
                </a:lnTo>
                <a:lnTo>
                  <a:pt x="150" y="324"/>
                </a:lnTo>
                <a:lnTo>
                  <a:pt x="145" y="326"/>
                </a:lnTo>
                <a:lnTo>
                  <a:pt x="137" y="331"/>
                </a:lnTo>
                <a:lnTo>
                  <a:pt x="130" y="337"/>
                </a:lnTo>
                <a:lnTo>
                  <a:pt x="124" y="345"/>
                </a:lnTo>
              </a:path>
            </a:pathLst>
          </a:custGeom>
          <a:solidFill>
            <a:srgbClr val="D989B8"/>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84" name="Freeform 70">
            <a:extLst>
              <a:ext uri="{FF2B5EF4-FFF2-40B4-BE49-F238E27FC236}">
                <a16:creationId xmlns:a16="http://schemas.microsoft.com/office/drawing/2014/main" id="{4B1CDC6E-9567-070D-E1D5-68F709D8A980}"/>
              </a:ext>
            </a:extLst>
          </p:cNvPr>
          <p:cNvSpPr>
            <a:spLocks/>
          </p:cNvSpPr>
          <p:nvPr/>
        </p:nvSpPr>
        <p:spPr bwMode="auto">
          <a:xfrm>
            <a:off x="3325813" y="4552950"/>
            <a:ext cx="4762" cy="119063"/>
          </a:xfrm>
          <a:custGeom>
            <a:avLst/>
            <a:gdLst>
              <a:gd name="T0" fmla="*/ 2519098 w 3"/>
              <a:gd name="T1" fmla="*/ 0 h 75"/>
              <a:gd name="T2" fmla="*/ 0 w 3"/>
              <a:gd name="T3" fmla="*/ 178932616 h 75"/>
              <a:gd name="T4" fmla="*/ 0 w 3"/>
              <a:gd name="T5" fmla="*/ 181451988 h 75"/>
              <a:gd name="T6" fmla="*/ 2519098 w 3"/>
              <a:gd name="T7" fmla="*/ 178932616 h 75"/>
              <a:gd name="T8" fmla="*/ 2519098 w 3"/>
              <a:gd name="T9" fmla="*/ 181451988 h 75"/>
              <a:gd name="T10" fmla="*/ 5039783 w 3"/>
              <a:gd name="T11" fmla="*/ 183972947 h 75"/>
              <a:gd name="T12" fmla="*/ 5039783 w 3"/>
              <a:gd name="T13" fmla="*/ 186492319 h 75"/>
              <a:gd name="T14" fmla="*/ 5039783 w 3"/>
              <a:gd name="T15" fmla="*/ 183972947 h 75"/>
              <a:gd name="T16" fmla="*/ 2519098 w 3"/>
              <a:gd name="T17" fmla="*/ 0 h 7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75"/>
              <a:gd name="T29" fmla="*/ 3 w 3"/>
              <a:gd name="T30" fmla="*/ 75 h 7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75">
                <a:moveTo>
                  <a:pt x="1" y="0"/>
                </a:moveTo>
                <a:lnTo>
                  <a:pt x="0" y="71"/>
                </a:lnTo>
                <a:lnTo>
                  <a:pt x="0" y="72"/>
                </a:lnTo>
                <a:lnTo>
                  <a:pt x="1" y="71"/>
                </a:lnTo>
                <a:lnTo>
                  <a:pt x="1" y="72"/>
                </a:lnTo>
                <a:lnTo>
                  <a:pt x="2" y="73"/>
                </a:lnTo>
                <a:lnTo>
                  <a:pt x="2" y="74"/>
                </a:lnTo>
                <a:lnTo>
                  <a:pt x="2" y="73"/>
                </a:lnTo>
                <a:lnTo>
                  <a:pt x="1" y="0"/>
                </a:lnTo>
              </a:path>
            </a:pathLst>
          </a:custGeom>
          <a:solidFill>
            <a:srgbClr val="772655"/>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85" name="Freeform 71">
            <a:extLst>
              <a:ext uri="{FF2B5EF4-FFF2-40B4-BE49-F238E27FC236}">
                <a16:creationId xmlns:a16="http://schemas.microsoft.com/office/drawing/2014/main" id="{17B642B6-3376-ECF0-60B5-2FF4FD035869}"/>
              </a:ext>
            </a:extLst>
          </p:cNvPr>
          <p:cNvSpPr>
            <a:spLocks/>
          </p:cNvSpPr>
          <p:nvPr/>
        </p:nvSpPr>
        <p:spPr bwMode="auto">
          <a:xfrm>
            <a:off x="3500438" y="4624388"/>
            <a:ext cx="6350" cy="41275"/>
          </a:xfrm>
          <a:custGeom>
            <a:avLst/>
            <a:gdLst>
              <a:gd name="T0" fmla="*/ 0 w 4"/>
              <a:gd name="T1" fmla="*/ 63004706 h 26"/>
              <a:gd name="T2" fmla="*/ 2520950 w 4"/>
              <a:gd name="T3" fmla="*/ 57964395 h 26"/>
              <a:gd name="T4" fmla="*/ 2520950 w 4"/>
              <a:gd name="T5" fmla="*/ 50403123 h 26"/>
              <a:gd name="T6" fmla="*/ 5040312 w 4"/>
              <a:gd name="T7" fmla="*/ 35282190 h 26"/>
              <a:gd name="T8" fmla="*/ 7559674 w 4"/>
              <a:gd name="T9" fmla="*/ 15120939 h 26"/>
              <a:gd name="T10" fmla="*/ 7559674 w 4"/>
              <a:gd name="T11" fmla="*/ 7561263 h 26"/>
              <a:gd name="T12" fmla="*/ 7559674 w 4"/>
              <a:gd name="T13" fmla="*/ 0 h 26"/>
              <a:gd name="T14" fmla="*/ 5040312 w 4"/>
              <a:gd name="T15" fmla="*/ 0 h 26"/>
              <a:gd name="T16" fmla="*/ 2520950 w 4"/>
              <a:gd name="T17" fmla="*/ 2520950 h 26"/>
              <a:gd name="T18" fmla="*/ 2520950 w 4"/>
              <a:gd name="T19" fmla="*/ 5040313 h 26"/>
              <a:gd name="T20" fmla="*/ 0 w 4"/>
              <a:gd name="T21" fmla="*/ 5040313 h 26"/>
              <a:gd name="T22" fmla="*/ 0 w 4"/>
              <a:gd name="T23" fmla="*/ 17640301 h 26"/>
              <a:gd name="T24" fmla="*/ 2520950 w 4"/>
              <a:gd name="T25" fmla="*/ 32762828 h 26"/>
              <a:gd name="T26" fmla="*/ 0 w 4"/>
              <a:gd name="T27" fmla="*/ 47883761 h 26"/>
              <a:gd name="T28" fmla="*/ 0 w 4"/>
              <a:gd name="T29" fmla="*/ 63004706 h 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
              <a:gd name="T46" fmla="*/ 0 h 26"/>
              <a:gd name="T47" fmla="*/ 4 w 4"/>
              <a:gd name="T48" fmla="*/ 26 h 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 h="26">
                <a:moveTo>
                  <a:pt x="0" y="25"/>
                </a:moveTo>
                <a:lnTo>
                  <a:pt x="1" y="23"/>
                </a:lnTo>
                <a:lnTo>
                  <a:pt x="1" y="20"/>
                </a:lnTo>
                <a:lnTo>
                  <a:pt x="2" y="14"/>
                </a:lnTo>
                <a:lnTo>
                  <a:pt x="3" y="6"/>
                </a:lnTo>
                <a:lnTo>
                  <a:pt x="3" y="3"/>
                </a:lnTo>
                <a:lnTo>
                  <a:pt x="3" y="0"/>
                </a:lnTo>
                <a:lnTo>
                  <a:pt x="2" y="0"/>
                </a:lnTo>
                <a:lnTo>
                  <a:pt x="1" y="1"/>
                </a:lnTo>
                <a:lnTo>
                  <a:pt x="1" y="2"/>
                </a:lnTo>
                <a:lnTo>
                  <a:pt x="0" y="2"/>
                </a:lnTo>
                <a:lnTo>
                  <a:pt x="0" y="7"/>
                </a:lnTo>
                <a:lnTo>
                  <a:pt x="1" y="13"/>
                </a:lnTo>
                <a:lnTo>
                  <a:pt x="0" y="19"/>
                </a:lnTo>
                <a:lnTo>
                  <a:pt x="0" y="25"/>
                </a:lnTo>
              </a:path>
            </a:pathLst>
          </a:custGeom>
          <a:solidFill>
            <a:srgbClr val="772655"/>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86" name="Freeform 72">
            <a:extLst>
              <a:ext uri="{FF2B5EF4-FFF2-40B4-BE49-F238E27FC236}">
                <a16:creationId xmlns:a16="http://schemas.microsoft.com/office/drawing/2014/main" id="{FE7BCCA4-27C0-94B7-1211-DE0699B9C67C}"/>
              </a:ext>
            </a:extLst>
          </p:cNvPr>
          <p:cNvSpPr>
            <a:spLocks/>
          </p:cNvSpPr>
          <p:nvPr/>
        </p:nvSpPr>
        <p:spPr bwMode="auto">
          <a:xfrm>
            <a:off x="3135313" y="4624388"/>
            <a:ext cx="6350" cy="41275"/>
          </a:xfrm>
          <a:custGeom>
            <a:avLst/>
            <a:gdLst>
              <a:gd name="T0" fmla="*/ 7559674 w 4"/>
              <a:gd name="T1" fmla="*/ 63004706 h 26"/>
              <a:gd name="T2" fmla="*/ 5040312 w 4"/>
              <a:gd name="T3" fmla="*/ 57964395 h 26"/>
              <a:gd name="T4" fmla="*/ 5040312 w 4"/>
              <a:gd name="T5" fmla="*/ 50403123 h 26"/>
              <a:gd name="T6" fmla="*/ 2520950 w 4"/>
              <a:gd name="T7" fmla="*/ 35282190 h 26"/>
              <a:gd name="T8" fmla="*/ 0 w 4"/>
              <a:gd name="T9" fmla="*/ 15120939 h 26"/>
              <a:gd name="T10" fmla="*/ 0 w 4"/>
              <a:gd name="T11" fmla="*/ 7561263 h 26"/>
              <a:gd name="T12" fmla="*/ 0 w 4"/>
              <a:gd name="T13" fmla="*/ 0 h 26"/>
              <a:gd name="T14" fmla="*/ 2520950 w 4"/>
              <a:gd name="T15" fmla="*/ 0 h 26"/>
              <a:gd name="T16" fmla="*/ 2520950 w 4"/>
              <a:gd name="T17" fmla="*/ 2520950 h 26"/>
              <a:gd name="T18" fmla="*/ 5040312 w 4"/>
              <a:gd name="T19" fmla="*/ 5040313 h 26"/>
              <a:gd name="T20" fmla="*/ 7559674 w 4"/>
              <a:gd name="T21" fmla="*/ 5040313 h 26"/>
              <a:gd name="T22" fmla="*/ 5040312 w 4"/>
              <a:gd name="T23" fmla="*/ 17640301 h 26"/>
              <a:gd name="T24" fmla="*/ 5040312 w 4"/>
              <a:gd name="T25" fmla="*/ 32762828 h 26"/>
              <a:gd name="T26" fmla="*/ 5040312 w 4"/>
              <a:gd name="T27" fmla="*/ 47883761 h 26"/>
              <a:gd name="T28" fmla="*/ 7559674 w 4"/>
              <a:gd name="T29" fmla="*/ 63004706 h 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
              <a:gd name="T46" fmla="*/ 0 h 26"/>
              <a:gd name="T47" fmla="*/ 4 w 4"/>
              <a:gd name="T48" fmla="*/ 26 h 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 h="26">
                <a:moveTo>
                  <a:pt x="3" y="25"/>
                </a:moveTo>
                <a:lnTo>
                  <a:pt x="2" y="23"/>
                </a:lnTo>
                <a:lnTo>
                  <a:pt x="2" y="20"/>
                </a:lnTo>
                <a:lnTo>
                  <a:pt x="1" y="14"/>
                </a:lnTo>
                <a:lnTo>
                  <a:pt x="0" y="6"/>
                </a:lnTo>
                <a:lnTo>
                  <a:pt x="0" y="3"/>
                </a:lnTo>
                <a:lnTo>
                  <a:pt x="0" y="0"/>
                </a:lnTo>
                <a:lnTo>
                  <a:pt x="1" y="0"/>
                </a:lnTo>
                <a:lnTo>
                  <a:pt x="1" y="1"/>
                </a:lnTo>
                <a:lnTo>
                  <a:pt x="2" y="2"/>
                </a:lnTo>
                <a:lnTo>
                  <a:pt x="3" y="2"/>
                </a:lnTo>
                <a:lnTo>
                  <a:pt x="2" y="7"/>
                </a:lnTo>
                <a:lnTo>
                  <a:pt x="2" y="13"/>
                </a:lnTo>
                <a:lnTo>
                  <a:pt x="2" y="19"/>
                </a:lnTo>
                <a:lnTo>
                  <a:pt x="3" y="25"/>
                </a:lnTo>
              </a:path>
            </a:pathLst>
          </a:custGeom>
          <a:solidFill>
            <a:srgbClr val="772655"/>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87" name="Freeform 73">
            <a:extLst>
              <a:ext uri="{FF2B5EF4-FFF2-40B4-BE49-F238E27FC236}">
                <a16:creationId xmlns:a16="http://schemas.microsoft.com/office/drawing/2014/main" id="{855CFC14-0AEB-3498-C61D-ED1EB9997F98}"/>
              </a:ext>
            </a:extLst>
          </p:cNvPr>
          <p:cNvSpPr>
            <a:spLocks/>
          </p:cNvSpPr>
          <p:nvPr/>
        </p:nvSpPr>
        <p:spPr bwMode="auto">
          <a:xfrm>
            <a:off x="3373438" y="4360863"/>
            <a:ext cx="74612" cy="3175"/>
          </a:xfrm>
          <a:custGeom>
            <a:avLst/>
            <a:gdLst>
              <a:gd name="T0" fmla="*/ 0 w 47"/>
              <a:gd name="T1" fmla="*/ 0 h 2"/>
              <a:gd name="T2" fmla="*/ 115926423 w 47"/>
              <a:gd name="T3" fmla="*/ 0 h 2"/>
              <a:gd name="T4" fmla="*/ 0 w 47"/>
              <a:gd name="T5" fmla="*/ 2520950 h 2"/>
              <a:gd name="T6" fmla="*/ 0 w 47"/>
              <a:gd name="T7" fmla="*/ 0 h 2"/>
              <a:gd name="T8" fmla="*/ 0 60000 65536"/>
              <a:gd name="T9" fmla="*/ 0 60000 65536"/>
              <a:gd name="T10" fmla="*/ 0 60000 65536"/>
              <a:gd name="T11" fmla="*/ 0 60000 65536"/>
              <a:gd name="T12" fmla="*/ 0 w 47"/>
              <a:gd name="T13" fmla="*/ 0 h 2"/>
              <a:gd name="T14" fmla="*/ 47 w 47"/>
              <a:gd name="T15" fmla="*/ 2 h 2"/>
            </a:gdLst>
            <a:ahLst/>
            <a:cxnLst>
              <a:cxn ang="T8">
                <a:pos x="T0" y="T1"/>
              </a:cxn>
              <a:cxn ang="T9">
                <a:pos x="T2" y="T3"/>
              </a:cxn>
              <a:cxn ang="T10">
                <a:pos x="T4" y="T5"/>
              </a:cxn>
              <a:cxn ang="T11">
                <a:pos x="T6" y="T7"/>
              </a:cxn>
            </a:cxnLst>
            <a:rect l="T12" t="T13" r="T14" b="T15"/>
            <a:pathLst>
              <a:path w="47" h="2">
                <a:moveTo>
                  <a:pt x="0" y="0"/>
                </a:moveTo>
                <a:lnTo>
                  <a:pt x="46" y="0"/>
                </a:lnTo>
                <a:lnTo>
                  <a:pt x="0" y="1"/>
                </a:lnTo>
                <a:lnTo>
                  <a:pt x="0" y="0"/>
                </a:lnTo>
              </a:path>
            </a:pathLst>
          </a:custGeom>
          <a:solidFill>
            <a:srgbClr val="772655"/>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88" name="Freeform 74">
            <a:extLst>
              <a:ext uri="{FF2B5EF4-FFF2-40B4-BE49-F238E27FC236}">
                <a16:creationId xmlns:a16="http://schemas.microsoft.com/office/drawing/2014/main" id="{9D2CF340-34B6-E298-9483-E0DCF8F01087}"/>
              </a:ext>
            </a:extLst>
          </p:cNvPr>
          <p:cNvSpPr>
            <a:spLocks/>
          </p:cNvSpPr>
          <p:nvPr/>
        </p:nvSpPr>
        <p:spPr bwMode="auto">
          <a:xfrm>
            <a:off x="3324225" y="4246563"/>
            <a:ext cx="26988" cy="22225"/>
          </a:xfrm>
          <a:custGeom>
            <a:avLst/>
            <a:gdLst>
              <a:gd name="T0" fmla="*/ 7561402 w 17"/>
              <a:gd name="T1" fmla="*/ 0 h 14"/>
              <a:gd name="T2" fmla="*/ 20161621 w 17"/>
              <a:gd name="T3" fmla="*/ 2520950 h 14"/>
              <a:gd name="T4" fmla="*/ 30242434 w 17"/>
              <a:gd name="T5" fmla="*/ 12601575 h 14"/>
              <a:gd name="T6" fmla="*/ 35282838 w 17"/>
              <a:gd name="T7" fmla="*/ 17641889 h 14"/>
              <a:gd name="T8" fmla="*/ 37803833 w 17"/>
              <a:gd name="T9" fmla="*/ 22682200 h 14"/>
              <a:gd name="T10" fmla="*/ 40323241 w 17"/>
              <a:gd name="T11" fmla="*/ 27722517 h 14"/>
              <a:gd name="T12" fmla="*/ 40323241 w 17"/>
              <a:gd name="T13" fmla="*/ 32762828 h 14"/>
              <a:gd name="T14" fmla="*/ 37803833 w 17"/>
              <a:gd name="T15" fmla="*/ 30241879 h 14"/>
              <a:gd name="T16" fmla="*/ 37803833 w 17"/>
              <a:gd name="T17" fmla="*/ 25201562 h 14"/>
              <a:gd name="T18" fmla="*/ 27723026 w 17"/>
              <a:gd name="T19" fmla="*/ 17641889 h 14"/>
              <a:gd name="T20" fmla="*/ 22682616 w 17"/>
              <a:gd name="T21" fmla="*/ 12601575 h 14"/>
              <a:gd name="T22" fmla="*/ 15121217 w 17"/>
              <a:gd name="T23" fmla="*/ 10080625 h 14"/>
              <a:gd name="T24" fmla="*/ 7561402 w 17"/>
              <a:gd name="T25" fmla="*/ 7561264 h 14"/>
              <a:gd name="T26" fmla="*/ 0 w 17"/>
              <a:gd name="T27" fmla="*/ 7561264 h 14"/>
              <a:gd name="T28" fmla="*/ 2520996 w 17"/>
              <a:gd name="T29" fmla="*/ 2520950 h 14"/>
              <a:gd name="T30" fmla="*/ 7561402 w 17"/>
              <a:gd name="T31" fmla="*/ 0 h 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14"/>
              <a:gd name="T50" fmla="*/ 17 w 17"/>
              <a:gd name="T51" fmla="*/ 14 h 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14">
                <a:moveTo>
                  <a:pt x="3" y="0"/>
                </a:moveTo>
                <a:lnTo>
                  <a:pt x="8" y="1"/>
                </a:lnTo>
                <a:lnTo>
                  <a:pt x="12" y="5"/>
                </a:lnTo>
                <a:lnTo>
                  <a:pt x="14" y="7"/>
                </a:lnTo>
                <a:lnTo>
                  <a:pt x="15" y="9"/>
                </a:lnTo>
                <a:lnTo>
                  <a:pt x="16" y="11"/>
                </a:lnTo>
                <a:lnTo>
                  <a:pt x="16" y="13"/>
                </a:lnTo>
                <a:lnTo>
                  <a:pt x="15" y="12"/>
                </a:lnTo>
                <a:lnTo>
                  <a:pt x="15" y="10"/>
                </a:lnTo>
                <a:lnTo>
                  <a:pt x="11" y="7"/>
                </a:lnTo>
                <a:lnTo>
                  <a:pt x="9" y="5"/>
                </a:lnTo>
                <a:lnTo>
                  <a:pt x="6" y="4"/>
                </a:lnTo>
                <a:lnTo>
                  <a:pt x="3" y="3"/>
                </a:lnTo>
                <a:lnTo>
                  <a:pt x="0" y="3"/>
                </a:lnTo>
                <a:lnTo>
                  <a:pt x="1" y="1"/>
                </a:lnTo>
                <a:lnTo>
                  <a:pt x="3" y="0"/>
                </a:lnTo>
              </a:path>
            </a:pathLst>
          </a:custGeom>
          <a:solidFill>
            <a:srgbClr val="772655"/>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89" name="Freeform 75">
            <a:extLst>
              <a:ext uri="{FF2B5EF4-FFF2-40B4-BE49-F238E27FC236}">
                <a16:creationId xmlns:a16="http://schemas.microsoft.com/office/drawing/2014/main" id="{B698E12A-5860-8098-0106-E3BE4C1B2E35}"/>
              </a:ext>
            </a:extLst>
          </p:cNvPr>
          <p:cNvSpPr>
            <a:spLocks/>
          </p:cNvSpPr>
          <p:nvPr/>
        </p:nvSpPr>
        <p:spPr bwMode="auto">
          <a:xfrm>
            <a:off x="3321050" y="4291013"/>
            <a:ext cx="4763" cy="28575"/>
          </a:xfrm>
          <a:custGeom>
            <a:avLst/>
            <a:gdLst>
              <a:gd name="T0" fmla="*/ 5040842 w 3"/>
              <a:gd name="T1" fmla="*/ 0 h 18"/>
              <a:gd name="T2" fmla="*/ 5040842 w 3"/>
              <a:gd name="T3" fmla="*/ 40322495 h 18"/>
              <a:gd name="T4" fmla="*/ 0 w 3"/>
              <a:gd name="T5" fmla="*/ 42843444 h 18"/>
              <a:gd name="T6" fmla="*/ 0 w 3"/>
              <a:gd name="T7" fmla="*/ 5040312 h 18"/>
              <a:gd name="T8" fmla="*/ 2521215 w 3"/>
              <a:gd name="T9" fmla="*/ 2520950 h 18"/>
              <a:gd name="T10" fmla="*/ 2521215 w 3"/>
              <a:gd name="T11" fmla="*/ 0 h 18"/>
              <a:gd name="T12" fmla="*/ 5040842 w 3"/>
              <a:gd name="T13" fmla="*/ 0 h 18"/>
              <a:gd name="T14" fmla="*/ 0 60000 65536"/>
              <a:gd name="T15" fmla="*/ 0 60000 65536"/>
              <a:gd name="T16" fmla="*/ 0 60000 65536"/>
              <a:gd name="T17" fmla="*/ 0 60000 65536"/>
              <a:gd name="T18" fmla="*/ 0 60000 65536"/>
              <a:gd name="T19" fmla="*/ 0 60000 65536"/>
              <a:gd name="T20" fmla="*/ 0 60000 65536"/>
              <a:gd name="T21" fmla="*/ 0 w 3"/>
              <a:gd name="T22" fmla="*/ 0 h 18"/>
              <a:gd name="T23" fmla="*/ 3 w 3"/>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 h="18">
                <a:moveTo>
                  <a:pt x="2" y="0"/>
                </a:moveTo>
                <a:lnTo>
                  <a:pt x="2" y="16"/>
                </a:lnTo>
                <a:lnTo>
                  <a:pt x="0" y="17"/>
                </a:lnTo>
                <a:lnTo>
                  <a:pt x="0" y="2"/>
                </a:lnTo>
                <a:lnTo>
                  <a:pt x="1" y="1"/>
                </a:lnTo>
                <a:lnTo>
                  <a:pt x="1" y="0"/>
                </a:lnTo>
                <a:lnTo>
                  <a:pt x="2" y="0"/>
                </a:lnTo>
              </a:path>
            </a:pathLst>
          </a:custGeom>
          <a:solidFill>
            <a:srgbClr val="772655"/>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90" name="Freeform 76">
            <a:extLst>
              <a:ext uri="{FF2B5EF4-FFF2-40B4-BE49-F238E27FC236}">
                <a16:creationId xmlns:a16="http://schemas.microsoft.com/office/drawing/2014/main" id="{575F3E71-FDF0-8C56-FA03-DDE879FBE88F}"/>
              </a:ext>
            </a:extLst>
          </p:cNvPr>
          <p:cNvSpPr>
            <a:spLocks/>
          </p:cNvSpPr>
          <p:nvPr/>
        </p:nvSpPr>
        <p:spPr bwMode="auto">
          <a:xfrm>
            <a:off x="3262313" y="4768850"/>
            <a:ext cx="34925" cy="34925"/>
          </a:xfrm>
          <a:custGeom>
            <a:avLst/>
            <a:gdLst>
              <a:gd name="T0" fmla="*/ 2520950 w 22"/>
              <a:gd name="T1" fmla="*/ 0 h 22"/>
              <a:gd name="T2" fmla="*/ 10080625 w 22"/>
              <a:gd name="T3" fmla="*/ 2520950 h 22"/>
              <a:gd name="T4" fmla="*/ 22682198 w 22"/>
              <a:gd name="T5" fmla="*/ 5040312 h 22"/>
              <a:gd name="T6" fmla="*/ 32761239 w 22"/>
              <a:gd name="T7" fmla="*/ 12601574 h 22"/>
              <a:gd name="T8" fmla="*/ 42843448 w 22"/>
              <a:gd name="T9" fmla="*/ 17640300 h 22"/>
              <a:gd name="T10" fmla="*/ 50403120 w 22"/>
              <a:gd name="T11" fmla="*/ 25201560 h 22"/>
              <a:gd name="T12" fmla="*/ 50403120 w 22"/>
              <a:gd name="T13" fmla="*/ 30241877 h 22"/>
              <a:gd name="T14" fmla="*/ 52924081 w 22"/>
              <a:gd name="T15" fmla="*/ 32761239 h 22"/>
              <a:gd name="T16" fmla="*/ 52924081 w 22"/>
              <a:gd name="T17" fmla="*/ 40322498 h 22"/>
              <a:gd name="T18" fmla="*/ 50403120 w 22"/>
              <a:gd name="T19" fmla="*/ 42843448 h 22"/>
              <a:gd name="T20" fmla="*/ 47883758 w 22"/>
              <a:gd name="T21" fmla="*/ 47883758 h 22"/>
              <a:gd name="T22" fmla="*/ 40322498 w 22"/>
              <a:gd name="T23" fmla="*/ 52924081 h 22"/>
              <a:gd name="T24" fmla="*/ 40322498 w 22"/>
              <a:gd name="T25" fmla="*/ 47883758 h 22"/>
              <a:gd name="T26" fmla="*/ 37801549 w 22"/>
              <a:gd name="T27" fmla="*/ 40322498 h 22"/>
              <a:gd name="T28" fmla="*/ 27722515 w 22"/>
              <a:gd name="T29" fmla="*/ 22682198 h 22"/>
              <a:gd name="T30" fmla="*/ 15120938 w 22"/>
              <a:gd name="T31" fmla="*/ 10080625 h 22"/>
              <a:gd name="T32" fmla="*/ 7559675 w 22"/>
              <a:gd name="T33" fmla="*/ 5040312 h 22"/>
              <a:gd name="T34" fmla="*/ 2520950 w 22"/>
              <a:gd name="T35" fmla="*/ 0 h 22"/>
              <a:gd name="T36" fmla="*/ 0 w 22"/>
              <a:gd name="T37" fmla="*/ 0 h 22"/>
              <a:gd name="T38" fmla="*/ 2520950 w 22"/>
              <a:gd name="T39" fmla="*/ 0 h 2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2"/>
              <a:gd name="T61" fmla="*/ 0 h 22"/>
              <a:gd name="T62" fmla="*/ 22 w 22"/>
              <a:gd name="T63" fmla="*/ 22 h 2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2" h="22">
                <a:moveTo>
                  <a:pt x="1" y="0"/>
                </a:moveTo>
                <a:lnTo>
                  <a:pt x="4" y="1"/>
                </a:lnTo>
                <a:lnTo>
                  <a:pt x="9" y="2"/>
                </a:lnTo>
                <a:lnTo>
                  <a:pt x="13" y="5"/>
                </a:lnTo>
                <a:lnTo>
                  <a:pt x="17" y="7"/>
                </a:lnTo>
                <a:lnTo>
                  <a:pt x="20" y="10"/>
                </a:lnTo>
                <a:lnTo>
                  <a:pt x="20" y="12"/>
                </a:lnTo>
                <a:lnTo>
                  <a:pt x="21" y="13"/>
                </a:lnTo>
                <a:lnTo>
                  <a:pt x="21" y="16"/>
                </a:lnTo>
                <a:lnTo>
                  <a:pt x="20" y="17"/>
                </a:lnTo>
                <a:lnTo>
                  <a:pt x="19" y="19"/>
                </a:lnTo>
                <a:lnTo>
                  <a:pt x="16" y="21"/>
                </a:lnTo>
                <a:lnTo>
                  <a:pt x="16" y="19"/>
                </a:lnTo>
                <a:lnTo>
                  <a:pt x="15" y="16"/>
                </a:lnTo>
                <a:lnTo>
                  <a:pt x="11" y="9"/>
                </a:lnTo>
                <a:lnTo>
                  <a:pt x="6" y="4"/>
                </a:lnTo>
                <a:lnTo>
                  <a:pt x="3" y="2"/>
                </a:lnTo>
                <a:lnTo>
                  <a:pt x="1" y="0"/>
                </a:lnTo>
                <a:lnTo>
                  <a:pt x="0" y="0"/>
                </a:lnTo>
                <a:lnTo>
                  <a:pt x="1" y="0"/>
                </a:lnTo>
              </a:path>
            </a:pathLst>
          </a:custGeom>
          <a:solidFill>
            <a:srgbClr val="D989B8"/>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91" name="Freeform 77">
            <a:extLst>
              <a:ext uri="{FF2B5EF4-FFF2-40B4-BE49-F238E27FC236}">
                <a16:creationId xmlns:a16="http://schemas.microsoft.com/office/drawing/2014/main" id="{4A04147C-E004-12F1-9C9C-95260BCE4B9F}"/>
              </a:ext>
            </a:extLst>
          </p:cNvPr>
          <p:cNvSpPr>
            <a:spLocks/>
          </p:cNvSpPr>
          <p:nvPr/>
        </p:nvSpPr>
        <p:spPr bwMode="auto">
          <a:xfrm>
            <a:off x="3532188" y="4591050"/>
            <a:ext cx="9525" cy="49213"/>
          </a:xfrm>
          <a:custGeom>
            <a:avLst/>
            <a:gdLst>
              <a:gd name="T0" fmla="*/ 12601574 w 6"/>
              <a:gd name="T1" fmla="*/ 0 h 31"/>
              <a:gd name="T2" fmla="*/ 12601574 w 6"/>
              <a:gd name="T3" fmla="*/ 7561341 h 31"/>
              <a:gd name="T4" fmla="*/ 12601574 w 6"/>
              <a:gd name="T5" fmla="*/ 17642069 h 31"/>
              <a:gd name="T6" fmla="*/ 10080625 w 6"/>
              <a:gd name="T7" fmla="*/ 35282550 h 31"/>
              <a:gd name="T8" fmla="*/ 5040312 w 6"/>
              <a:gd name="T9" fmla="*/ 57964987 h 31"/>
              <a:gd name="T10" fmla="*/ 2520950 w 6"/>
              <a:gd name="T11" fmla="*/ 68045712 h 31"/>
              <a:gd name="T12" fmla="*/ 0 w 6"/>
              <a:gd name="T13" fmla="*/ 75605462 h 31"/>
              <a:gd name="T14" fmla="*/ 0 w 6"/>
              <a:gd name="T15" fmla="*/ 68045712 h 31"/>
              <a:gd name="T16" fmla="*/ 2520950 w 6"/>
              <a:gd name="T17" fmla="*/ 57964987 h 31"/>
              <a:gd name="T18" fmla="*/ 2520950 w 6"/>
              <a:gd name="T19" fmla="*/ 40322912 h 31"/>
              <a:gd name="T20" fmla="*/ 2520950 w 6"/>
              <a:gd name="T21" fmla="*/ 20161456 h 31"/>
              <a:gd name="T22" fmla="*/ 2520950 w 6"/>
              <a:gd name="T23" fmla="*/ 10080728 h 31"/>
              <a:gd name="T24" fmla="*/ 7561263 w 6"/>
              <a:gd name="T25" fmla="*/ 7561341 h 31"/>
              <a:gd name="T26" fmla="*/ 12601574 w 6"/>
              <a:gd name="T27" fmla="*/ 0 h 3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
              <a:gd name="T43" fmla="*/ 0 h 31"/>
              <a:gd name="T44" fmla="*/ 6 w 6"/>
              <a:gd name="T45" fmla="*/ 31 h 3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 h="31">
                <a:moveTo>
                  <a:pt x="5" y="0"/>
                </a:moveTo>
                <a:lnTo>
                  <a:pt x="5" y="3"/>
                </a:lnTo>
                <a:lnTo>
                  <a:pt x="5" y="7"/>
                </a:lnTo>
                <a:lnTo>
                  <a:pt x="4" y="14"/>
                </a:lnTo>
                <a:lnTo>
                  <a:pt x="2" y="23"/>
                </a:lnTo>
                <a:lnTo>
                  <a:pt x="1" y="27"/>
                </a:lnTo>
                <a:lnTo>
                  <a:pt x="0" y="30"/>
                </a:lnTo>
                <a:lnTo>
                  <a:pt x="0" y="27"/>
                </a:lnTo>
                <a:lnTo>
                  <a:pt x="1" y="23"/>
                </a:lnTo>
                <a:lnTo>
                  <a:pt x="1" y="16"/>
                </a:lnTo>
                <a:lnTo>
                  <a:pt x="1" y="8"/>
                </a:lnTo>
                <a:lnTo>
                  <a:pt x="1" y="4"/>
                </a:lnTo>
                <a:lnTo>
                  <a:pt x="3" y="3"/>
                </a:lnTo>
                <a:lnTo>
                  <a:pt x="5" y="0"/>
                </a:lnTo>
              </a:path>
            </a:pathLst>
          </a:custGeom>
          <a:solidFill>
            <a:srgbClr val="D989B8"/>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92" name="Freeform 78">
            <a:extLst>
              <a:ext uri="{FF2B5EF4-FFF2-40B4-BE49-F238E27FC236}">
                <a16:creationId xmlns:a16="http://schemas.microsoft.com/office/drawing/2014/main" id="{DD28ED33-2279-F741-3548-2AF5068F2B77}"/>
              </a:ext>
            </a:extLst>
          </p:cNvPr>
          <p:cNvSpPr>
            <a:spLocks/>
          </p:cNvSpPr>
          <p:nvPr/>
        </p:nvSpPr>
        <p:spPr bwMode="auto">
          <a:xfrm>
            <a:off x="3251200" y="4295775"/>
            <a:ext cx="25400" cy="28575"/>
          </a:xfrm>
          <a:custGeom>
            <a:avLst/>
            <a:gdLst>
              <a:gd name="T0" fmla="*/ 15120936 w 16"/>
              <a:gd name="T1" fmla="*/ 0 h 18"/>
              <a:gd name="T2" fmla="*/ 15120936 w 16"/>
              <a:gd name="T3" fmla="*/ 10080624 h 18"/>
              <a:gd name="T4" fmla="*/ 22680608 w 16"/>
              <a:gd name="T5" fmla="*/ 22682197 h 18"/>
              <a:gd name="T6" fmla="*/ 27720924 w 16"/>
              <a:gd name="T7" fmla="*/ 32761236 h 18"/>
              <a:gd name="T8" fmla="*/ 32761234 w 16"/>
              <a:gd name="T9" fmla="*/ 40322495 h 18"/>
              <a:gd name="T10" fmla="*/ 37801544 w 16"/>
              <a:gd name="T11" fmla="*/ 42843444 h 18"/>
              <a:gd name="T12" fmla="*/ 25201557 w 16"/>
              <a:gd name="T13" fmla="*/ 40322495 h 18"/>
              <a:gd name="T14" fmla="*/ 20161247 w 16"/>
              <a:gd name="T15" fmla="*/ 37801546 h 18"/>
              <a:gd name="T16" fmla="*/ 15120936 w 16"/>
              <a:gd name="T17" fmla="*/ 35282185 h 18"/>
              <a:gd name="T18" fmla="*/ 10080623 w 16"/>
              <a:gd name="T19" fmla="*/ 32761236 h 18"/>
              <a:gd name="T20" fmla="*/ 5040312 w 16"/>
              <a:gd name="T21" fmla="*/ 25201558 h 18"/>
              <a:gd name="T22" fmla="*/ 2520950 w 16"/>
              <a:gd name="T23" fmla="*/ 17640299 h 18"/>
              <a:gd name="T24" fmla="*/ 0 w 16"/>
              <a:gd name="T25" fmla="*/ 7559675 h 18"/>
              <a:gd name="T26" fmla="*/ 2520950 w 16"/>
              <a:gd name="T27" fmla="*/ 5040312 h 18"/>
              <a:gd name="T28" fmla="*/ 7559674 w 16"/>
              <a:gd name="T29" fmla="*/ 2520950 h 18"/>
              <a:gd name="T30" fmla="*/ 15120936 w 16"/>
              <a:gd name="T31" fmla="*/ 0 h 1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
              <a:gd name="T49" fmla="*/ 0 h 18"/>
              <a:gd name="T50" fmla="*/ 16 w 16"/>
              <a:gd name="T51" fmla="*/ 18 h 1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 h="18">
                <a:moveTo>
                  <a:pt x="6" y="0"/>
                </a:moveTo>
                <a:lnTo>
                  <a:pt x="6" y="4"/>
                </a:lnTo>
                <a:lnTo>
                  <a:pt x="9" y="9"/>
                </a:lnTo>
                <a:lnTo>
                  <a:pt x="11" y="13"/>
                </a:lnTo>
                <a:lnTo>
                  <a:pt x="13" y="16"/>
                </a:lnTo>
                <a:lnTo>
                  <a:pt x="15" y="17"/>
                </a:lnTo>
                <a:lnTo>
                  <a:pt x="10" y="16"/>
                </a:lnTo>
                <a:lnTo>
                  <a:pt x="8" y="15"/>
                </a:lnTo>
                <a:lnTo>
                  <a:pt x="6" y="14"/>
                </a:lnTo>
                <a:lnTo>
                  <a:pt x="4" y="13"/>
                </a:lnTo>
                <a:lnTo>
                  <a:pt x="2" y="10"/>
                </a:lnTo>
                <a:lnTo>
                  <a:pt x="1" y="7"/>
                </a:lnTo>
                <a:lnTo>
                  <a:pt x="0" y="3"/>
                </a:lnTo>
                <a:lnTo>
                  <a:pt x="1" y="2"/>
                </a:lnTo>
                <a:lnTo>
                  <a:pt x="3" y="1"/>
                </a:lnTo>
                <a:lnTo>
                  <a:pt x="6" y="0"/>
                </a:lnTo>
              </a:path>
            </a:pathLst>
          </a:custGeom>
          <a:solidFill>
            <a:srgbClr val="D989B8"/>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93" name="Rectangle 79">
            <a:extLst>
              <a:ext uri="{FF2B5EF4-FFF2-40B4-BE49-F238E27FC236}">
                <a16:creationId xmlns:a16="http://schemas.microsoft.com/office/drawing/2014/main" id="{514CA4D8-6508-1E01-558E-DAD68EB11C54}"/>
              </a:ext>
            </a:extLst>
          </p:cNvPr>
          <p:cNvSpPr>
            <a:spLocks noChangeArrowheads="1"/>
          </p:cNvSpPr>
          <p:nvPr/>
        </p:nvSpPr>
        <p:spPr bwMode="auto">
          <a:xfrm>
            <a:off x="5962650" y="1919288"/>
            <a:ext cx="11113"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94" name="Rectangle 80">
            <a:extLst>
              <a:ext uri="{FF2B5EF4-FFF2-40B4-BE49-F238E27FC236}">
                <a16:creationId xmlns:a16="http://schemas.microsoft.com/office/drawing/2014/main" id="{FBC78C59-4115-66A2-82FC-D3CB0DA354BF}"/>
              </a:ext>
            </a:extLst>
          </p:cNvPr>
          <p:cNvSpPr>
            <a:spLocks noChangeArrowheads="1"/>
          </p:cNvSpPr>
          <p:nvPr/>
        </p:nvSpPr>
        <p:spPr bwMode="auto">
          <a:xfrm>
            <a:off x="5962650" y="1919288"/>
            <a:ext cx="11113"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95" name="Rectangle 81">
            <a:extLst>
              <a:ext uri="{FF2B5EF4-FFF2-40B4-BE49-F238E27FC236}">
                <a16:creationId xmlns:a16="http://schemas.microsoft.com/office/drawing/2014/main" id="{F5996B54-798C-21D3-B37A-762EDF02F6B4}"/>
              </a:ext>
            </a:extLst>
          </p:cNvPr>
          <p:cNvSpPr>
            <a:spLocks noChangeArrowheads="1"/>
          </p:cNvSpPr>
          <p:nvPr/>
        </p:nvSpPr>
        <p:spPr bwMode="auto">
          <a:xfrm>
            <a:off x="5983288" y="1919288"/>
            <a:ext cx="1741487"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96" name="Rectangle 82">
            <a:extLst>
              <a:ext uri="{FF2B5EF4-FFF2-40B4-BE49-F238E27FC236}">
                <a16:creationId xmlns:a16="http://schemas.microsoft.com/office/drawing/2014/main" id="{EF2F2194-5B53-CF14-79B1-53EDC07CABC7}"/>
              </a:ext>
            </a:extLst>
          </p:cNvPr>
          <p:cNvSpPr>
            <a:spLocks noChangeArrowheads="1"/>
          </p:cNvSpPr>
          <p:nvPr/>
        </p:nvSpPr>
        <p:spPr bwMode="auto">
          <a:xfrm>
            <a:off x="7734300" y="1919288"/>
            <a:ext cx="11113"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97" name="Rectangle 83">
            <a:extLst>
              <a:ext uri="{FF2B5EF4-FFF2-40B4-BE49-F238E27FC236}">
                <a16:creationId xmlns:a16="http://schemas.microsoft.com/office/drawing/2014/main" id="{02D5E210-754A-711D-E40C-D59E32473C55}"/>
              </a:ext>
            </a:extLst>
          </p:cNvPr>
          <p:cNvSpPr>
            <a:spLocks noChangeArrowheads="1"/>
          </p:cNvSpPr>
          <p:nvPr/>
        </p:nvSpPr>
        <p:spPr bwMode="auto">
          <a:xfrm>
            <a:off x="7753350" y="1919288"/>
            <a:ext cx="814388"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98" name="Rectangle 84">
            <a:extLst>
              <a:ext uri="{FF2B5EF4-FFF2-40B4-BE49-F238E27FC236}">
                <a16:creationId xmlns:a16="http://schemas.microsoft.com/office/drawing/2014/main" id="{7D4BFE75-AB6E-AE60-B81D-E8C6A18C06A8}"/>
              </a:ext>
            </a:extLst>
          </p:cNvPr>
          <p:cNvSpPr>
            <a:spLocks noChangeArrowheads="1"/>
          </p:cNvSpPr>
          <p:nvPr/>
        </p:nvSpPr>
        <p:spPr bwMode="auto">
          <a:xfrm>
            <a:off x="8578850" y="1919288"/>
            <a:ext cx="11113"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599" name="Rectangle 85">
            <a:extLst>
              <a:ext uri="{FF2B5EF4-FFF2-40B4-BE49-F238E27FC236}">
                <a16:creationId xmlns:a16="http://schemas.microsoft.com/office/drawing/2014/main" id="{CBEF6F27-8D65-2AED-D046-37A3F8D8632D}"/>
              </a:ext>
            </a:extLst>
          </p:cNvPr>
          <p:cNvSpPr>
            <a:spLocks noChangeArrowheads="1"/>
          </p:cNvSpPr>
          <p:nvPr/>
        </p:nvSpPr>
        <p:spPr bwMode="auto">
          <a:xfrm>
            <a:off x="8578850" y="1919288"/>
            <a:ext cx="11113"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00" name="Rectangle 86">
            <a:extLst>
              <a:ext uri="{FF2B5EF4-FFF2-40B4-BE49-F238E27FC236}">
                <a16:creationId xmlns:a16="http://schemas.microsoft.com/office/drawing/2014/main" id="{615D6E4B-259F-113A-BD51-CDD91AC02601}"/>
              </a:ext>
            </a:extLst>
          </p:cNvPr>
          <p:cNvSpPr>
            <a:spLocks noChangeArrowheads="1"/>
          </p:cNvSpPr>
          <p:nvPr/>
        </p:nvSpPr>
        <p:spPr bwMode="auto">
          <a:xfrm>
            <a:off x="5962650" y="1939925"/>
            <a:ext cx="11113" cy="28257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01" name="Rectangle 87">
            <a:extLst>
              <a:ext uri="{FF2B5EF4-FFF2-40B4-BE49-F238E27FC236}">
                <a16:creationId xmlns:a16="http://schemas.microsoft.com/office/drawing/2014/main" id="{B22EF549-B38F-D34E-FF74-189E42AD2B20}"/>
              </a:ext>
            </a:extLst>
          </p:cNvPr>
          <p:cNvSpPr>
            <a:spLocks noChangeArrowheads="1"/>
          </p:cNvSpPr>
          <p:nvPr/>
        </p:nvSpPr>
        <p:spPr bwMode="auto">
          <a:xfrm>
            <a:off x="8578850" y="1939925"/>
            <a:ext cx="11113" cy="282575"/>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02" name="Rectangle 88">
            <a:extLst>
              <a:ext uri="{FF2B5EF4-FFF2-40B4-BE49-F238E27FC236}">
                <a16:creationId xmlns:a16="http://schemas.microsoft.com/office/drawing/2014/main" id="{0BD82237-E49E-D7C3-0526-8CFB8551B020}"/>
              </a:ext>
            </a:extLst>
          </p:cNvPr>
          <p:cNvSpPr>
            <a:spLocks noChangeArrowheads="1"/>
          </p:cNvSpPr>
          <p:nvPr/>
        </p:nvSpPr>
        <p:spPr bwMode="auto">
          <a:xfrm>
            <a:off x="6437313" y="1916113"/>
            <a:ext cx="703262"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i="0">
                <a:solidFill>
                  <a:schemeClr val="bg2"/>
                </a:solidFill>
              </a:rPr>
              <a:t>Sınıf</a:t>
            </a:r>
          </a:p>
        </p:txBody>
      </p:sp>
      <p:sp>
        <p:nvSpPr>
          <p:cNvPr id="64603" name="Rectangle 89">
            <a:extLst>
              <a:ext uri="{FF2B5EF4-FFF2-40B4-BE49-F238E27FC236}">
                <a16:creationId xmlns:a16="http://schemas.microsoft.com/office/drawing/2014/main" id="{0972577C-F311-66F9-61D7-1EAA8B0B881F}"/>
              </a:ext>
            </a:extLst>
          </p:cNvPr>
          <p:cNvSpPr>
            <a:spLocks noChangeArrowheads="1"/>
          </p:cNvSpPr>
          <p:nvPr/>
        </p:nvSpPr>
        <p:spPr bwMode="auto">
          <a:xfrm>
            <a:off x="7772400" y="1916113"/>
            <a:ext cx="7588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i="0">
                <a:solidFill>
                  <a:schemeClr val="bg2"/>
                </a:solidFill>
              </a:rPr>
              <a:t>Frek.</a:t>
            </a:r>
          </a:p>
        </p:txBody>
      </p:sp>
      <p:sp>
        <p:nvSpPr>
          <p:cNvPr id="64604" name="Rectangle 90">
            <a:extLst>
              <a:ext uri="{FF2B5EF4-FFF2-40B4-BE49-F238E27FC236}">
                <a16:creationId xmlns:a16="http://schemas.microsoft.com/office/drawing/2014/main" id="{DF8C84C3-FDD7-72C9-E778-B612E7FB0F3D}"/>
              </a:ext>
            </a:extLst>
          </p:cNvPr>
          <p:cNvSpPr>
            <a:spLocks noChangeArrowheads="1"/>
          </p:cNvSpPr>
          <p:nvPr/>
        </p:nvSpPr>
        <p:spPr bwMode="auto">
          <a:xfrm>
            <a:off x="5962650" y="2232025"/>
            <a:ext cx="11113" cy="317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05" name="Rectangle 91">
            <a:extLst>
              <a:ext uri="{FF2B5EF4-FFF2-40B4-BE49-F238E27FC236}">
                <a16:creationId xmlns:a16="http://schemas.microsoft.com/office/drawing/2014/main" id="{BC2E3286-F9BC-5019-5CBC-97E54B06C026}"/>
              </a:ext>
            </a:extLst>
          </p:cNvPr>
          <p:cNvSpPr>
            <a:spLocks noChangeArrowheads="1"/>
          </p:cNvSpPr>
          <p:nvPr/>
        </p:nvSpPr>
        <p:spPr bwMode="auto">
          <a:xfrm>
            <a:off x="5983288" y="2232025"/>
            <a:ext cx="1741487" cy="111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06" name="Rectangle 92">
            <a:extLst>
              <a:ext uri="{FF2B5EF4-FFF2-40B4-BE49-F238E27FC236}">
                <a16:creationId xmlns:a16="http://schemas.microsoft.com/office/drawing/2014/main" id="{558EA193-D393-38D7-3ADB-2C55490E39B2}"/>
              </a:ext>
            </a:extLst>
          </p:cNvPr>
          <p:cNvSpPr>
            <a:spLocks noChangeArrowheads="1"/>
          </p:cNvSpPr>
          <p:nvPr/>
        </p:nvSpPr>
        <p:spPr bwMode="auto">
          <a:xfrm>
            <a:off x="5983288" y="2251075"/>
            <a:ext cx="1741487" cy="111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07" name="Rectangle 93">
            <a:extLst>
              <a:ext uri="{FF2B5EF4-FFF2-40B4-BE49-F238E27FC236}">
                <a16:creationId xmlns:a16="http://schemas.microsoft.com/office/drawing/2014/main" id="{66CF6B5B-D6A8-028D-733A-316FFD228CE5}"/>
              </a:ext>
            </a:extLst>
          </p:cNvPr>
          <p:cNvSpPr>
            <a:spLocks noChangeArrowheads="1"/>
          </p:cNvSpPr>
          <p:nvPr/>
        </p:nvSpPr>
        <p:spPr bwMode="auto">
          <a:xfrm>
            <a:off x="7734300" y="2232025"/>
            <a:ext cx="31750" cy="111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08" name="Rectangle 94">
            <a:extLst>
              <a:ext uri="{FF2B5EF4-FFF2-40B4-BE49-F238E27FC236}">
                <a16:creationId xmlns:a16="http://schemas.microsoft.com/office/drawing/2014/main" id="{0930F3DE-E010-3572-555F-B9FED8DB6FBF}"/>
              </a:ext>
            </a:extLst>
          </p:cNvPr>
          <p:cNvSpPr>
            <a:spLocks noChangeArrowheads="1"/>
          </p:cNvSpPr>
          <p:nvPr/>
        </p:nvSpPr>
        <p:spPr bwMode="auto">
          <a:xfrm>
            <a:off x="7734300" y="2251075"/>
            <a:ext cx="31750" cy="111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09" name="Rectangle 95">
            <a:extLst>
              <a:ext uri="{FF2B5EF4-FFF2-40B4-BE49-F238E27FC236}">
                <a16:creationId xmlns:a16="http://schemas.microsoft.com/office/drawing/2014/main" id="{458DCAED-A2BC-86EE-B4E1-FEF7C2F178B5}"/>
              </a:ext>
            </a:extLst>
          </p:cNvPr>
          <p:cNvSpPr>
            <a:spLocks noChangeArrowheads="1"/>
          </p:cNvSpPr>
          <p:nvPr/>
        </p:nvSpPr>
        <p:spPr bwMode="auto">
          <a:xfrm>
            <a:off x="7773988" y="2232025"/>
            <a:ext cx="793750" cy="111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10" name="Rectangle 96">
            <a:extLst>
              <a:ext uri="{FF2B5EF4-FFF2-40B4-BE49-F238E27FC236}">
                <a16:creationId xmlns:a16="http://schemas.microsoft.com/office/drawing/2014/main" id="{B914FA09-62C6-6CC5-99E2-08A16EC9FAB6}"/>
              </a:ext>
            </a:extLst>
          </p:cNvPr>
          <p:cNvSpPr>
            <a:spLocks noChangeArrowheads="1"/>
          </p:cNvSpPr>
          <p:nvPr/>
        </p:nvSpPr>
        <p:spPr bwMode="auto">
          <a:xfrm>
            <a:off x="7773988" y="2251075"/>
            <a:ext cx="793750" cy="11113"/>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11" name="Rectangle 97">
            <a:extLst>
              <a:ext uri="{FF2B5EF4-FFF2-40B4-BE49-F238E27FC236}">
                <a16:creationId xmlns:a16="http://schemas.microsoft.com/office/drawing/2014/main" id="{930D16C5-E8A9-3292-BEB6-78A28E1C7D46}"/>
              </a:ext>
            </a:extLst>
          </p:cNvPr>
          <p:cNvSpPr>
            <a:spLocks noChangeArrowheads="1"/>
          </p:cNvSpPr>
          <p:nvPr/>
        </p:nvSpPr>
        <p:spPr bwMode="auto">
          <a:xfrm>
            <a:off x="8578850" y="2232025"/>
            <a:ext cx="11113" cy="317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12" name="Rectangle 98">
            <a:extLst>
              <a:ext uri="{FF2B5EF4-FFF2-40B4-BE49-F238E27FC236}">
                <a16:creationId xmlns:a16="http://schemas.microsoft.com/office/drawing/2014/main" id="{14599E8C-D633-0723-FDD5-7CC5E6094453}"/>
              </a:ext>
            </a:extLst>
          </p:cNvPr>
          <p:cNvSpPr>
            <a:spLocks noChangeArrowheads="1"/>
          </p:cNvSpPr>
          <p:nvPr/>
        </p:nvSpPr>
        <p:spPr bwMode="auto">
          <a:xfrm>
            <a:off x="5962650" y="2271713"/>
            <a:ext cx="11113" cy="2730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13" name="Rectangle 99">
            <a:extLst>
              <a:ext uri="{FF2B5EF4-FFF2-40B4-BE49-F238E27FC236}">
                <a16:creationId xmlns:a16="http://schemas.microsoft.com/office/drawing/2014/main" id="{37C0F38B-2C78-AA8D-FF32-84D2170CB4D0}"/>
              </a:ext>
            </a:extLst>
          </p:cNvPr>
          <p:cNvSpPr>
            <a:spLocks noChangeArrowheads="1"/>
          </p:cNvSpPr>
          <p:nvPr/>
        </p:nvSpPr>
        <p:spPr bwMode="auto">
          <a:xfrm>
            <a:off x="8578850" y="2271713"/>
            <a:ext cx="11113" cy="2730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14" name="Rectangle 100">
            <a:extLst>
              <a:ext uri="{FF2B5EF4-FFF2-40B4-BE49-F238E27FC236}">
                <a16:creationId xmlns:a16="http://schemas.microsoft.com/office/drawing/2014/main" id="{613CECC7-2260-2F18-1A3A-CB787BEC8126}"/>
              </a:ext>
            </a:extLst>
          </p:cNvPr>
          <p:cNvSpPr>
            <a:spLocks noChangeArrowheads="1"/>
          </p:cNvSpPr>
          <p:nvPr/>
        </p:nvSpPr>
        <p:spPr bwMode="auto">
          <a:xfrm>
            <a:off x="6149975" y="2239963"/>
            <a:ext cx="1749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b="0" i="0">
                <a:solidFill>
                  <a:schemeClr val="bg2"/>
                </a:solidFill>
              </a:rPr>
              <a:t>15 ve &lt; 25</a:t>
            </a:r>
          </a:p>
        </p:txBody>
      </p:sp>
      <p:sp>
        <p:nvSpPr>
          <p:cNvPr id="64615" name="Rectangle 101">
            <a:extLst>
              <a:ext uri="{FF2B5EF4-FFF2-40B4-BE49-F238E27FC236}">
                <a16:creationId xmlns:a16="http://schemas.microsoft.com/office/drawing/2014/main" id="{D123955A-7C94-22C8-8097-1A5CE5211E76}"/>
              </a:ext>
            </a:extLst>
          </p:cNvPr>
          <p:cNvSpPr>
            <a:spLocks noChangeArrowheads="1"/>
          </p:cNvSpPr>
          <p:nvPr/>
        </p:nvSpPr>
        <p:spPr bwMode="auto">
          <a:xfrm>
            <a:off x="8004175" y="2239963"/>
            <a:ext cx="31591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b="0" i="0">
                <a:solidFill>
                  <a:schemeClr val="bg2"/>
                </a:solidFill>
              </a:rPr>
              <a:t>3</a:t>
            </a:r>
          </a:p>
        </p:txBody>
      </p:sp>
      <p:sp>
        <p:nvSpPr>
          <p:cNvPr id="64616" name="Rectangle 102">
            <a:extLst>
              <a:ext uri="{FF2B5EF4-FFF2-40B4-BE49-F238E27FC236}">
                <a16:creationId xmlns:a16="http://schemas.microsoft.com/office/drawing/2014/main" id="{9F1A21E3-506F-DC46-29BD-131FCF61B9E6}"/>
              </a:ext>
            </a:extLst>
          </p:cNvPr>
          <p:cNvSpPr>
            <a:spLocks noChangeArrowheads="1"/>
          </p:cNvSpPr>
          <p:nvPr/>
        </p:nvSpPr>
        <p:spPr bwMode="auto">
          <a:xfrm>
            <a:off x="5962650" y="2554288"/>
            <a:ext cx="11113" cy="2730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17" name="Rectangle 103">
            <a:extLst>
              <a:ext uri="{FF2B5EF4-FFF2-40B4-BE49-F238E27FC236}">
                <a16:creationId xmlns:a16="http://schemas.microsoft.com/office/drawing/2014/main" id="{D80F7133-9BED-B992-47DD-8528DF2E6F31}"/>
              </a:ext>
            </a:extLst>
          </p:cNvPr>
          <p:cNvSpPr>
            <a:spLocks noChangeArrowheads="1"/>
          </p:cNvSpPr>
          <p:nvPr/>
        </p:nvSpPr>
        <p:spPr bwMode="auto">
          <a:xfrm>
            <a:off x="8578850" y="2554288"/>
            <a:ext cx="11113" cy="2730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18" name="Rectangle 104">
            <a:extLst>
              <a:ext uri="{FF2B5EF4-FFF2-40B4-BE49-F238E27FC236}">
                <a16:creationId xmlns:a16="http://schemas.microsoft.com/office/drawing/2014/main" id="{831BF112-0E7C-1296-BBA7-047F034382F4}"/>
              </a:ext>
            </a:extLst>
          </p:cNvPr>
          <p:cNvSpPr>
            <a:spLocks noChangeArrowheads="1"/>
          </p:cNvSpPr>
          <p:nvPr/>
        </p:nvSpPr>
        <p:spPr bwMode="auto">
          <a:xfrm>
            <a:off x="6149975" y="2522538"/>
            <a:ext cx="1749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b="0" i="0">
                <a:solidFill>
                  <a:schemeClr val="bg2"/>
                </a:solidFill>
              </a:rPr>
              <a:t>25 ve &lt; 35</a:t>
            </a:r>
          </a:p>
        </p:txBody>
      </p:sp>
      <p:sp>
        <p:nvSpPr>
          <p:cNvPr id="64619" name="Rectangle 105">
            <a:extLst>
              <a:ext uri="{FF2B5EF4-FFF2-40B4-BE49-F238E27FC236}">
                <a16:creationId xmlns:a16="http://schemas.microsoft.com/office/drawing/2014/main" id="{12253D6A-2436-239E-830F-207623B5B332}"/>
              </a:ext>
            </a:extLst>
          </p:cNvPr>
          <p:cNvSpPr>
            <a:spLocks noChangeArrowheads="1"/>
          </p:cNvSpPr>
          <p:nvPr/>
        </p:nvSpPr>
        <p:spPr bwMode="auto">
          <a:xfrm>
            <a:off x="8004175" y="2522538"/>
            <a:ext cx="31591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b="0" i="0">
                <a:solidFill>
                  <a:schemeClr val="bg2"/>
                </a:solidFill>
              </a:rPr>
              <a:t>5</a:t>
            </a:r>
          </a:p>
        </p:txBody>
      </p:sp>
      <p:sp>
        <p:nvSpPr>
          <p:cNvPr id="64620" name="Rectangle 106">
            <a:extLst>
              <a:ext uri="{FF2B5EF4-FFF2-40B4-BE49-F238E27FC236}">
                <a16:creationId xmlns:a16="http://schemas.microsoft.com/office/drawing/2014/main" id="{8194CC69-7D96-F52A-847A-2C7D114FD756}"/>
              </a:ext>
            </a:extLst>
          </p:cNvPr>
          <p:cNvSpPr>
            <a:spLocks noChangeArrowheads="1"/>
          </p:cNvSpPr>
          <p:nvPr/>
        </p:nvSpPr>
        <p:spPr bwMode="auto">
          <a:xfrm>
            <a:off x="5962650" y="2836863"/>
            <a:ext cx="11113" cy="2730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21" name="Rectangle 107">
            <a:extLst>
              <a:ext uri="{FF2B5EF4-FFF2-40B4-BE49-F238E27FC236}">
                <a16:creationId xmlns:a16="http://schemas.microsoft.com/office/drawing/2014/main" id="{C15114A5-BDA4-1269-2F4C-DE541A7D2A94}"/>
              </a:ext>
            </a:extLst>
          </p:cNvPr>
          <p:cNvSpPr>
            <a:spLocks noChangeArrowheads="1"/>
          </p:cNvSpPr>
          <p:nvPr/>
        </p:nvSpPr>
        <p:spPr bwMode="auto">
          <a:xfrm>
            <a:off x="5962650" y="3119438"/>
            <a:ext cx="11113"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22" name="Rectangle 108">
            <a:extLst>
              <a:ext uri="{FF2B5EF4-FFF2-40B4-BE49-F238E27FC236}">
                <a16:creationId xmlns:a16="http://schemas.microsoft.com/office/drawing/2014/main" id="{DAE90265-1C70-8789-A2F3-A97CCB598C55}"/>
              </a:ext>
            </a:extLst>
          </p:cNvPr>
          <p:cNvSpPr>
            <a:spLocks noChangeArrowheads="1"/>
          </p:cNvSpPr>
          <p:nvPr/>
        </p:nvSpPr>
        <p:spPr bwMode="auto">
          <a:xfrm>
            <a:off x="5962650" y="3119438"/>
            <a:ext cx="11113"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23" name="Rectangle 109">
            <a:extLst>
              <a:ext uri="{FF2B5EF4-FFF2-40B4-BE49-F238E27FC236}">
                <a16:creationId xmlns:a16="http://schemas.microsoft.com/office/drawing/2014/main" id="{D47E88FC-8C52-6E49-B89D-BCEE249CC129}"/>
              </a:ext>
            </a:extLst>
          </p:cNvPr>
          <p:cNvSpPr>
            <a:spLocks noChangeArrowheads="1"/>
          </p:cNvSpPr>
          <p:nvPr/>
        </p:nvSpPr>
        <p:spPr bwMode="auto">
          <a:xfrm>
            <a:off x="5983288" y="3119438"/>
            <a:ext cx="1741487"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24" name="Rectangle 110">
            <a:extLst>
              <a:ext uri="{FF2B5EF4-FFF2-40B4-BE49-F238E27FC236}">
                <a16:creationId xmlns:a16="http://schemas.microsoft.com/office/drawing/2014/main" id="{20D09A66-748A-11F4-EBD8-7E3678B6679F}"/>
              </a:ext>
            </a:extLst>
          </p:cNvPr>
          <p:cNvSpPr>
            <a:spLocks noChangeArrowheads="1"/>
          </p:cNvSpPr>
          <p:nvPr/>
        </p:nvSpPr>
        <p:spPr bwMode="auto">
          <a:xfrm>
            <a:off x="7734300" y="3119438"/>
            <a:ext cx="11113"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25" name="Rectangle 111">
            <a:extLst>
              <a:ext uri="{FF2B5EF4-FFF2-40B4-BE49-F238E27FC236}">
                <a16:creationId xmlns:a16="http://schemas.microsoft.com/office/drawing/2014/main" id="{221B706C-9F7B-EADE-6BED-799EE3B73A12}"/>
              </a:ext>
            </a:extLst>
          </p:cNvPr>
          <p:cNvSpPr>
            <a:spLocks noChangeArrowheads="1"/>
          </p:cNvSpPr>
          <p:nvPr/>
        </p:nvSpPr>
        <p:spPr bwMode="auto">
          <a:xfrm>
            <a:off x="7753350" y="3119438"/>
            <a:ext cx="814388"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26" name="Rectangle 112">
            <a:extLst>
              <a:ext uri="{FF2B5EF4-FFF2-40B4-BE49-F238E27FC236}">
                <a16:creationId xmlns:a16="http://schemas.microsoft.com/office/drawing/2014/main" id="{0F1ABF83-1985-83D6-296A-E63D13D602EC}"/>
              </a:ext>
            </a:extLst>
          </p:cNvPr>
          <p:cNvSpPr>
            <a:spLocks noChangeArrowheads="1"/>
          </p:cNvSpPr>
          <p:nvPr/>
        </p:nvSpPr>
        <p:spPr bwMode="auto">
          <a:xfrm>
            <a:off x="8578850" y="2836863"/>
            <a:ext cx="11113" cy="273050"/>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27" name="Rectangle 113">
            <a:extLst>
              <a:ext uri="{FF2B5EF4-FFF2-40B4-BE49-F238E27FC236}">
                <a16:creationId xmlns:a16="http://schemas.microsoft.com/office/drawing/2014/main" id="{B2B60D18-C113-CF28-7C68-56C0E374D749}"/>
              </a:ext>
            </a:extLst>
          </p:cNvPr>
          <p:cNvSpPr>
            <a:spLocks noChangeArrowheads="1"/>
          </p:cNvSpPr>
          <p:nvPr/>
        </p:nvSpPr>
        <p:spPr bwMode="auto">
          <a:xfrm>
            <a:off x="8578850" y="3119438"/>
            <a:ext cx="11113"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28" name="Rectangle 114">
            <a:extLst>
              <a:ext uri="{FF2B5EF4-FFF2-40B4-BE49-F238E27FC236}">
                <a16:creationId xmlns:a16="http://schemas.microsoft.com/office/drawing/2014/main" id="{903105A2-22E9-2B57-0231-E4E488493981}"/>
              </a:ext>
            </a:extLst>
          </p:cNvPr>
          <p:cNvSpPr>
            <a:spLocks noChangeArrowheads="1"/>
          </p:cNvSpPr>
          <p:nvPr/>
        </p:nvSpPr>
        <p:spPr bwMode="auto">
          <a:xfrm>
            <a:off x="8578850" y="3119438"/>
            <a:ext cx="11113" cy="11112"/>
          </a:xfrm>
          <a:prstGeom prst="rect">
            <a:avLst/>
          </a:prstGeom>
          <a:solidFill>
            <a:srgbClr val="D989B8"/>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endParaRPr lang="tr-TR" altLang="tr-TR" b="0" i="0"/>
          </a:p>
        </p:txBody>
      </p:sp>
      <p:sp>
        <p:nvSpPr>
          <p:cNvPr id="64629" name="Rectangle 115">
            <a:extLst>
              <a:ext uri="{FF2B5EF4-FFF2-40B4-BE49-F238E27FC236}">
                <a16:creationId xmlns:a16="http://schemas.microsoft.com/office/drawing/2014/main" id="{B741FD07-7FB0-7CCE-EC48-9C88B0665541}"/>
              </a:ext>
            </a:extLst>
          </p:cNvPr>
          <p:cNvSpPr>
            <a:spLocks noChangeArrowheads="1"/>
          </p:cNvSpPr>
          <p:nvPr/>
        </p:nvSpPr>
        <p:spPr bwMode="auto">
          <a:xfrm>
            <a:off x="6149975" y="2805113"/>
            <a:ext cx="1749425"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b="0" i="0">
                <a:solidFill>
                  <a:schemeClr val="bg2"/>
                </a:solidFill>
              </a:rPr>
              <a:t>35 ve &lt; 45</a:t>
            </a:r>
          </a:p>
        </p:txBody>
      </p:sp>
      <p:sp>
        <p:nvSpPr>
          <p:cNvPr id="64630" name="Rectangle 116">
            <a:extLst>
              <a:ext uri="{FF2B5EF4-FFF2-40B4-BE49-F238E27FC236}">
                <a16:creationId xmlns:a16="http://schemas.microsoft.com/office/drawing/2014/main" id="{9969394E-EA75-C68F-C8F5-77AE39431863}"/>
              </a:ext>
            </a:extLst>
          </p:cNvPr>
          <p:cNvSpPr>
            <a:spLocks noChangeArrowheads="1"/>
          </p:cNvSpPr>
          <p:nvPr/>
        </p:nvSpPr>
        <p:spPr bwMode="auto">
          <a:xfrm>
            <a:off x="8004175" y="2805113"/>
            <a:ext cx="315913"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1900" b="0" i="0">
                <a:solidFill>
                  <a:schemeClr val="bg2"/>
                </a:solidFill>
              </a:rPr>
              <a:t>2</a:t>
            </a:r>
          </a:p>
        </p:txBody>
      </p:sp>
      <p:sp>
        <p:nvSpPr>
          <p:cNvPr id="64631" name="Rectangle 117">
            <a:extLst>
              <a:ext uri="{FF2B5EF4-FFF2-40B4-BE49-F238E27FC236}">
                <a16:creationId xmlns:a16="http://schemas.microsoft.com/office/drawing/2014/main" id="{214F5E0C-1C88-7777-4A7E-FB54E38F8988}"/>
              </a:ext>
            </a:extLst>
          </p:cNvPr>
          <p:cNvSpPr>
            <a:spLocks noChangeArrowheads="1"/>
          </p:cNvSpPr>
          <p:nvPr/>
        </p:nvSpPr>
        <p:spPr bwMode="auto">
          <a:xfrm>
            <a:off x="381000" y="3048000"/>
            <a:ext cx="1839913"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spcBef>
                <a:spcPct val="50000"/>
              </a:spcBef>
            </a:pPr>
            <a:r>
              <a:rPr lang="tr-TR" altLang="tr-TR" sz="2400" i="0">
                <a:solidFill>
                  <a:schemeClr val="bg2"/>
                </a:solidFill>
              </a:rPr>
              <a:t>Frekans</a:t>
            </a:r>
            <a:endParaRPr lang="tr-TR" altLang="tr-TR" sz="2400" b="0" i="0">
              <a:solidFill>
                <a:schemeClr val="bg2"/>
              </a:solidFill>
            </a:endParaRPr>
          </a:p>
          <a:p>
            <a:pPr>
              <a:spcBef>
                <a:spcPct val="50000"/>
              </a:spcBef>
            </a:pPr>
            <a:r>
              <a:rPr lang="tr-TR" altLang="tr-TR" sz="2400" b="0" i="0">
                <a:solidFill>
                  <a:schemeClr val="bg2"/>
                </a:solidFill>
              </a:rPr>
              <a:t>Bağıl Frekans</a:t>
            </a:r>
          </a:p>
          <a:p>
            <a:pPr>
              <a:spcBef>
                <a:spcPct val="50000"/>
              </a:spcBef>
            </a:pPr>
            <a:r>
              <a:rPr lang="tr-TR" altLang="tr-TR" sz="2400" b="0" i="0">
                <a:solidFill>
                  <a:schemeClr val="bg2"/>
                </a:solidFill>
              </a:rPr>
              <a:t>Yüzde</a:t>
            </a:r>
          </a:p>
        </p:txBody>
      </p:sp>
      <p:sp>
        <p:nvSpPr>
          <p:cNvPr id="64632" name="Line 118">
            <a:extLst>
              <a:ext uri="{FF2B5EF4-FFF2-40B4-BE49-F238E27FC236}">
                <a16:creationId xmlns:a16="http://schemas.microsoft.com/office/drawing/2014/main" id="{99988CF4-94E4-AFD8-6276-7DFF4A3DCFD0}"/>
              </a:ext>
            </a:extLst>
          </p:cNvPr>
          <p:cNvSpPr>
            <a:spLocks noChangeShapeType="1"/>
          </p:cNvSpPr>
          <p:nvPr/>
        </p:nvSpPr>
        <p:spPr bwMode="auto">
          <a:xfrm flipV="1">
            <a:off x="2071688" y="2503488"/>
            <a:ext cx="354012" cy="557212"/>
          </a:xfrm>
          <a:prstGeom prst="line">
            <a:avLst/>
          </a:prstGeom>
          <a:noFill/>
          <a:ln w="12700">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tr-TR"/>
          </a:p>
        </p:txBody>
      </p:sp>
      <p:sp>
        <p:nvSpPr>
          <p:cNvPr id="64633" name="Rectangle 119">
            <a:extLst>
              <a:ext uri="{FF2B5EF4-FFF2-40B4-BE49-F238E27FC236}">
                <a16:creationId xmlns:a16="http://schemas.microsoft.com/office/drawing/2014/main" id="{F6240A77-299D-D1B7-9DDB-1623CAB00A99}"/>
              </a:ext>
            </a:extLst>
          </p:cNvPr>
          <p:cNvSpPr>
            <a:spLocks noChangeArrowheads="1"/>
          </p:cNvSpPr>
          <p:nvPr/>
        </p:nvSpPr>
        <p:spPr bwMode="auto">
          <a:xfrm>
            <a:off x="2362200" y="2133600"/>
            <a:ext cx="17494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r>
              <a:rPr lang="tr-TR" altLang="tr-TR" sz="2400" i="0">
                <a:solidFill>
                  <a:schemeClr val="bg2"/>
                </a:solidFill>
              </a:rPr>
              <a:t>Adet</a:t>
            </a:r>
          </a:p>
        </p:txBody>
      </p:sp>
      <p:sp>
        <p:nvSpPr>
          <p:cNvPr id="64634" name="Text Box 123">
            <a:extLst>
              <a:ext uri="{FF2B5EF4-FFF2-40B4-BE49-F238E27FC236}">
                <a16:creationId xmlns:a16="http://schemas.microsoft.com/office/drawing/2014/main" id="{CB79AA26-15D3-E566-6C75-9F6B02DA41E1}"/>
              </a:ext>
            </a:extLst>
          </p:cNvPr>
          <p:cNvSpPr txBox="1">
            <a:spLocks noChangeArrowheads="1"/>
          </p:cNvSpPr>
          <p:nvPr/>
        </p:nvSpPr>
        <p:spPr bwMode="auto">
          <a:xfrm>
            <a:off x="304800" y="914400"/>
            <a:ext cx="8534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algn="just" eaLnBrk="1" hangingPunct="1">
              <a:spcBef>
                <a:spcPct val="50000"/>
              </a:spcBef>
            </a:pPr>
            <a:r>
              <a:rPr lang="tr-TR" altLang="tr-TR" sz="2400" b="0" i="0"/>
              <a:t>Dikdörtgenlerin üst kenarlarının orta noktaları birleştirilerek elde edilen grafiğe frekans poligonu denir.</a:t>
            </a:r>
          </a:p>
        </p:txBody>
      </p:sp>
      <p:sp>
        <p:nvSpPr>
          <p:cNvPr id="64635"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75</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Histogram: Sınıf Sayısı Neden Önemli?</a:t>
            </a:r>
            <a:endParaRPr lang="tr-TR" altLang="tr-TR" sz="3600" dirty="0">
              <a:solidFill>
                <a:srgbClr val="92D050"/>
              </a:solidFill>
            </a:endParaRPr>
          </a:p>
        </p:txBody>
      </p:sp>
      <p:pic>
        <p:nvPicPr>
          <p:cNvPr id="43012" name="Picture 43011" descr="hist_sinif_sayisi.png"/>
          <p:cNvPicPr>
            <a:picLocks noChangeAspect="1"/>
          </p:cNvPicPr>
          <p:nvPr/>
        </p:nvPicPr>
        <p:blipFill>
          <a:blip r:embed="rId2"/>
          <a:stretch>
            <a:fillRect/>
          </a:stretch>
        </p:blipFill>
        <p:spPr>
          <a:xfrm>
            <a:off x="150000" y="1450000"/>
            <a:ext cx="8844000" cy="2800600"/>
          </a:xfrm>
          <a:prstGeom prst="rect">
            <a:avLst/>
          </a:prstGeom>
        </p:spPr>
      </p:pic>
      <p:sp>
        <p:nvSpPr>
          <p:cNvPr id="43013" name="TextBox 43012"/>
          <p:cNvSpPr txBox="1"/>
          <p:nvPr/>
        </p:nvSpPr>
        <p:spPr>
          <a:xfrm>
            <a:off x="457200" y="4600000"/>
            <a:ext cx="8229600" cy="700000"/>
          </a:xfrm>
          <a:prstGeom prst="rect">
            <a:avLst/>
          </a:prstGeom>
          <a:noFill/>
        </p:spPr>
        <p:txBody>
          <a:bodyPr wrap="square">
            <a:spAutoFit/>
          </a:bodyPr>
          <a:lstStyle/>
          <a:p>
            <a:r>
              <a:rPr sz="1800" b="0" i="0"/>
              <a:t>Çok az sınıf dağılımın şeklini gizler; çok fazla sınıf ise gürültüyü öne çıkarır.</a:t>
            </a:r>
          </a:p>
        </p:txBody>
      </p:sp>
      <p:sp>
        <p:nvSpPr>
          <p:cNvPr id="43014"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76</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Gövde ve Yaprak Grafiği</a:t>
            </a:r>
            <a:endParaRPr lang="tr-TR" altLang="tr-TR" sz="3600" dirty="0">
              <a:solidFill>
                <a:srgbClr val="92D050"/>
              </a:solidFill>
            </a:endParaRPr>
          </a:p>
        </p:txBody>
      </p:sp>
      <p:sp>
        <p:nvSpPr>
          <p:cNvPr id="43012" name="Rectangle 3">
            <a:extLst>
              <a:ext uri="{FF2B5EF4-FFF2-40B4-BE49-F238E27FC236}">
                <a16:creationId xmlns:a16="http://schemas.microsoft.com/office/drawing/2014/main" id="{2B3B72A8-077D-4EF5-E711-69D1A798579B}"/>
              </a:ext>
            </a:extLst>
          </p:cNvPr>
          <p:cNvSpPr>
            <a:spLocks noGrp="1" noChangeArrowheads="1"/>
          </p:cNvSpPr>
          <p:nvPr>
            <p:ph type="body" idx="1"/>
          </p:nvPr>
        </p:nvSpPr>
        <p:spPr>
          <a:xfrm>
            <a:off x="76200" y="1600200"/>
            <a:ext cx="8915400" cy="5181600"/>
          </a:xfrm>
        </p:spPr>
        <p:txBody>
          <a:bodyPr>
            <a:noAutofit/>
          </a:bodyPr>
          <a:lstStyle/>
          <a:p>
            <a:pPr algn="l" eaLnBrk="1" hangingPunct="1">
              <a:lnSpc>
                <a:spcPct val="125000"/>
              </a:lnSpc>
            </a:pPr>
            <a:r>
              <a:rPr lang="tr-TR" altLang="tr-TR" sz="2400" dirty="0"/>
              <a:t>Her gözlem gövde ve yaprak değerlerine ayrıştırılır.</a:t>
            </a:r>
          </a:p>
          <a:p>
            <a:pPr algn="l" eaLnBrk="1" hangingPunct="1">
              <a:lnSpc>
                <a:spcPct val="125000"/>
              </a:lnSpc>
            </a:pPr>
            <a:r>
              <a:rPr lang="tr-TR" altLang="tr-TR" sz="2400" dirty="0"/>
              <a:t>Dindarlık puanlarında sayının onlar basamağı gövde, birler basamağı yapraktır. Örnek: 37 → gövde 3, yaprak 7.</a:t>
            </a:r>
          </a:p>
          <a:p>
            <a:pPr algn="l" eaLnBrk="1" hangingPunct="1">
              <a:lnSpc>
                <a:spcPct val="125000"/>
              </a:lnSpc>
            </a:pPr>
            <a:r>
              <a:rPr lang="tr-TR" altLang="tr-TR" sz="2400" dirty="0"/>
              <a:t>Her gövdenin yaprakları sayılarak o sınıfın frekansı bulunur.</a:t>
            </a:r>
          </a:p>
          <a:p>
            <a:pPr algn="l" eaLnBrk="1" hangingPunct="1">
              <a:lnSpc>
                <a:spcPct val="125000"/>
              </a:lnSpc>
            </a:pPr>
            <a:r>
              <a:rPr lang="tr-TR" altLang="tr-TR" sz="2400" dirty="0"/>
              <a:t>Histogramdan farkı: Ham veri kaybolmaz, her puan grafikte görünür.</a:t>
            </a:r>
          </a:p>
        </p:txBody>
      </p:sp>
      <p:sp>
        <p:nvSpPr>
          <p:cNvPr id="4301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77</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Gövde ve Yaprak Grafiği: Dindarlık Puanı</a:t>
            </a:r>
            <a:endParaRPr lang="tr-TR" altLang="tr-TR" sz="3600" dirty="0">
              <a:solidFill>
                <a:srgbClr val="92D050"/>
              </a:solidFill>
            </a:endParaRPr>
          </a:p>
        </p:txBody>
      </p:sp>
      <p:sp>
        <p:nvSpPr>
          <p:cNvPr id="43012" name="TextBox 43011"/>
          <p:cNvSpPr txBox="1"/>
          <p:nvPr/>
        </p:nvSpPr>
        <p:spPr>
          <a:xfrm>
            <a:off x="1000000" y="1600000"/>
            <a:ext cx="7500000" cy="2800000"/>
          </a:xfrm>
          <a:prstGeom prst="rect">
            <a:avLst/>
          </a:prstGeom>
          <a:noFill/>
        </p:spPr>
        <p:txBody>
          <a:bodyPr wrap="square">
            <a:spAutoFit/>
          </a:bodyPr>
          <a:lstStyle/>
          <a:p>
            <a:r>
              <a:rPr sz="2600" b="0" i="0">
                <a:latin typeface="Courier New"/>
              </a:rPr>
              <a:t>1 | 78                      (2)</a:t>
            </a:r>
          </a:p>
          <a:p>
            <a:r>
              <a:rPr sz="2600" b="0" i="0">
                <a:latin typeface="Courier New"/>
              </a:rPr>
              <a:t>2 | 111233444667788         (15)</a:t>
            </a:r>
          </a:p>
          <a:p>
            <a:r>
              <a:rPr sz="2600" b="0" i="0">
                <a:latin typeface="Courier New"/>
              </a:rPr>
              <a:t>3 | 0001123344456667888899  (22)</a:t>
            </a:r>
          </a:p>
          <a:p>
            <a:r>
              <a:rPr sz="2600" b="0" i="0">
                <a:latin typeface="Courier New"/>
              </a:rPr>
              <a:t>4 | 01122233499             (11)</a:t>
            </a:r>
          </a:p>
        </p:txBody>
      </p:sp>
      <p:sp>
        <p:nvSpPr>
          <p:cNvPr id="43013" name="TextBox 43012"/>
          <p:cNvSpPr txBox="1"/>
          <p:nvPr/>
        </p:nvSpPr>
        <p:spPr>
          <a:xfrm>
            <a:off x="1000000" y="4600000"/>
            <a:ext cx="7500000" cy="900000"/>
          </a:xfrm>
          <a:prstGeom prst="rect">
            <a:avLst/>
          </a:prstGeom>
          <a:noFill/>
        </p:spPr>
        <p:txBody>
          <a:bodyPr wrap="square">
            <a:spAutoFit/>
          </a:bodyPr>
          <a:lstStyle/>
          <a:p>
            <a:r>
              <a:rPr sz="1600" b="0" i="1">
                <a:solidFill>
                  <a:srgbClr val="595959"/>
                </a:solidFill>
              </a:rPr>
              <a:t>Parantez içindeki sayı o gövdenin frekansıdır. Tabloyla karşılaştırın: sınıflar farklı olsa da şekil benzerdir.</a:t>
            </a:r>
          </a:p>
        </p:txBody>
      </p:sp>
      <p:sp>
        <p:nvSpPr>
          <p:cNvPr id="43014"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5 Slayt Numarası Yer Tutucusu">
            <a:extLst>
              <a:ext uri="{FF2B5EF4-FFF2-40B4-BE49-F238E27FC236}">
                <a16:creationId xmlns:a16="http://schemas.microsoft.com/office/drawing/2014/main" id="{D3139BF9-2A3E-C83D-9C1C-B2A284DF0DF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0AFA475-3293-4A95-8FA0-7C2C7D59A3EB}" type="slidenum">
              <a:rPr lang="tr-TR" altLang="tr-TR" b="0" i="0"/>
              <a:pPr eaLnBrk="1" hangingPunct="1"/>
              <a:t>78</a:t>
            </a:fld>
            <a:endParaRPr lang="tr-TR" altLang="tr-TR" b="0" i="0"/>
          </a:p>
        </p:txBody>
      </p:sp>
      <p:sp>
        <p:nvSpPr>
          <p:cNvPr id="4098" name="Rectangle 2">
            <a:extLst>
              <a:ext uri="{FF2B5EF4-FFF2-40B4-BE49-F238E27FC236}">
                <a16:creationId xmlns:a16="http://schemas.microsoft.com/office/drawing/2014/main" id="{F0139987-DAAB-9343-CAB5-9A3BA0F3C192}"/>
              </a:ext>
            </a:extLst>
          </p:cNvPr>
          <p:cNvSpPr>
            <a:spLocks noGrp="1" noChangeArrowheads="1"/>
          </p:cNvSpPr>
          <p:nvPr>
            <p:ph type="ctrTitle"/>
          </p:nvPr>
        </p:nvSpPr>
        <p:spPr>
          <a:xfrm>
            <a:off x="533400" y="1752600"/>
            <a:ext cx="7772400" cy="1470025"/>
          </a:xfrm>
        </p:spPr>
        <p:txBody>
          <a:bodyPr/>
          <a:lstStyle/>
          <a:p>
            <a:pPr eaLnBrk="1" hangingPunct="1">
              <a:defRPr/>
            </a:pPr>
            <a:r>
              <a:rPr lang="tr-TR" sz="6000" b="1" u="sng">
                <a:effectLst>
                  <a:outerShdw blurRad="38100" dist="38100" dir="2700000" algn="tl">
                    <a:srgbClr val="C0C0C0"/>
                  </a:outerShdw>
                </a:effectLst>
              </a:rPr>
              <a:t>5. Yapay Zeka ile Çalışma</a:t>
            </a:r>
          </a:p>
        </p:txBody>
      </p:sp>
      <p:sp>
        <p:nvSpPr>
          <p:cNvPr id="11267"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79</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Yapay Zeka ile Çalışmanın Üç Yolu</a:t>
            </a:r>
            <a:endParaRPr lang="tr-TR" altLang="tr-TR" sz="3600" dirty="0">
              <a:solidFill>
                <a:srgbClr val="92D050"/>
              </a:solidFill>
            </a:endParaRPr>
          </a:p>
        </p:txBody>
      </p:sp>
      <p:sp>
        <p:nvSpPr>
          <p:cNvPr id="43012" name="Rectangle 3">
            <a:extLst>
              <a:ext uri="{FF2B5EF4-FFF2-40B4-BE49-F238E27FC236}">
                <a16:creationId xmlns:a16="http://schemas.microsoft.com/office/drawing/2014/main" id="{2B3B72A8-077D-4EF5-E711-69D1A798579B}"/>
              </a:ext>
            </a:extLst>
          </p:cNvPr>
          <p:cNvSpPr>
            <a:spLocks noGrp="1" noChangeArrowheads="1"/>
          </p:cNvSpPr>
          <p:nvPr>
            <p:ph type="body" idx="1"/>
          </p:nvPr>
        </p:nvSpPr>
        <p:spPr>
          <a:xfrm>
            <a:off x="76200" y="1600200"/>
            <a:ext cx="8915400" cy="5181600"/>
          </a:xfrm>
        </p:spPr>
        <p:txBody>
          <a:bodyPr>
            <a:noAutofit/>
          </a:bodyPr>
          <a:lstStyle/>
          <a:p>
            <a:pPr algn="l" eaLnBrk="1" hangingPunct="1">
              <a:lnSpc>
                <a:spcPct val="125000"/>
              </a:lnSpc>
            </a:pPr>
            <a:r>
              <a:rPr lang="tr-TR" altLang="tr-TR" sz="2400" dirty="0"/>
              <a:t>Anlatıcı: “Aralık ölçeğini din psikolojisinden bir örnekle anlat.” Anlamadığınız kavramı kendi alanınızdan örnekle yeniden anlattırın.</a:t>
            </a:r>
          </a:p>
          <a:p>
            <a:pPr algn="l" eaLnBrk="1" hangingPunct="1">
              <a:lnSpc>
                <a:spcPct val="125000"/>
              </a:lnSpc>
            </a:pPr>
            <a:r>
              <a:rPr lang="tr-TR" altLang="tr-TR" sz="2400" dirty="0"/>
              <a:t>Hesaplayıcı: Tabloyu ve grafiği ona yaptırın; ama hesabı kodla (Python) yapmasını isteyin ve sonucu kendi hesabınızla karşılaştırın.</a:t>
            </a:r>
          </a:p>
          <a:p>
            <a:pPr algn="l" eaLnBrk="1" hangingPunct="1">
              <a:lnSpc>
                <a:spcPct val="125000"/>
              </a:lnSpc>
            </a:pPr>
            <a:r>
              <a:rPr lang="tr-TR" altLang="tr-TR" sz="2400" dirty="0"/>
              <a:t>Denetlenen kaynak: Verdiği her cevabı bir iddia olarak görün. Denetleyemediğiniz cevabı kullanmayın.</a:t>
            </a:r>
          </a:p>
        </p:txBody>
      </p:sp>
      <p:sp>
        <p:nvSpPr>
          <p:cNvPr id="4301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80</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Etkinlik Verisi: Dindarlık Puanları</a:t>
            </a:r>
            <a:endParaRPr lang="tr-TR" altLang="tr-TR" sz="3600" dirty="0">
              <a:solidFill>
                <a:srgbClr val="92D050"/>
              </a:solidFill>
            </a:endParaRPr>
          </a:p>
        </p:txBody>
      </p:sp>
      <p:graphicFrame>
        <p:nvGraphicFramePr>
          <p:cNvPr id="43012" name="Table 43011"/>
          <p:cNvGraphicFramePr>
            <a:graphicFrameLocks noGrp="1"/>
          </p:cNvGraphicFramePr>
          <p:nvPr/>
        </p:nvGraphicFramePr>
        <p:xfrm>
          <a:off x="500000" y="1600000"/>
          <a:ext cx="8144000" cy="3200000"/>
        </p:xfrm>
        <a:graphic>
          <a:graphicData uri="http://schemas.openxmlformats.org/drawingml/2006/table">
            <a:tbl>
              <a:tblPr firstRow="1" bandRow="1">
                <a:tableStyleId>{5C22544A-7EE6-4342-B048-85BDC9FD1C3A}</a:tableStyleId>
              </a:tblPr>
              <a:tblGrid>
                <a:gridCol w="814400">
                  <a:extLst>
                    <a:ext uri="{9D8B030D-6E8A-4147-A177-3AD203B41FA5}">
                      <a16:colId xmlns:a16="http://schemas.microsoft.com/office/drawing/2014/main" val="20000"/>
                    </a:ext>
                  </a:extLst>
                </a:gridCol>
                <a:gridCol w="814400">
                  <a:extLst>
                    <a:ext uri="{9D8B030D-6E8A-4147-A177-3AD203B41FA5}">
                      <a16:colId xmlns:a16="http://schemas.microsoft.com/office/drawing/2014/main" val="20001"/>
                    </a:ext>
                  </a:extLst>
                </a:gridCol>
                <a:gridCol w="814400">
                  <a:extLst>
                    <a:ext uri="{9D8B030D-6E8A-4147-A177-3AD203B41FA5}">
                      <a16:colId xmlns:a16="http://schemas.microsoft.com/office/drawing/2014/main" val="20002"/>
                    </a:ext>
                  </a:extLst>
                </a:gridCol>
                <a:gridCol w="814400">
                  <a:extLst>
                    <a:ext uri="{9D8B030D-6E8A-4147-A177-3AD203B41FA5}">
                      <a16:colId xmlns:a16="http://schemas.microsoft.com/office/drawing/2014/main" val="20003"/>
                    </a:ext>
                  </a:extLst>
                </a:gridCol>
                <a:gridCol w="814400">
                  <a:extLst>
                    <a:ext uri="{9D8B030D-6E8A-4147-A177-3AD203B41FA5}">
                      <a16:colId xmlns:a16="http://schemas.microsoft.com/office/drawing/2014/main" val="20004"/>
                    </a:ext>
                  </a:extLst>
                </a:gridCol>
                <a:gridCol w="814400">
                  <a:extLst>
                    <a:ext uri="{9D8B030D-6E8A-4147-A177-3AD203B41FA5}">
                      <a16:colId xmlns:a16="http://schemas.microsoft.com/office/drawing/2014/main" val="20005"/>
                    </a:ext>
                  </a:extLst>
                </a:gridCol>
                <a:gridCol w="814400">
                  <a:extLst>
                    <a:ext uri="{9D8B030D-6E8A-4147-A177-3AD203B41FA5}">
                      <a16:colId xmlns:a16="http://schemas.microsoft.com/office/drawing/2014/main" val="20006"/>
                    </a:ext>
                  </a:extLst>
                </a:gridCol>
                <a:gridCol w="814400">
                  <a:extLst>
                    <a:ext uri="{9D8B030D-6E8A-4147-A177-3AD203B41FA5}">
                      <a16:colId xmlns:a16="http://schemas.microsoft.com/office/drawing/2014/main" val="20007"/>
                    </a:ext>
                  </a:extLst>
                </a:gridCol>
                <a:gridCol w="814400">
                  <a:extLst>
                    <a:ext uri="{9D8B030D-6E8A-4147-A177-3AD203B41FA5}">
                      <a16:colId xmlns:a16="http://schemas.microsoft.com/office/drawing/2014/main" val="20008"/>
                    </a:ext>
                  </a:extLst>
                </a:gridCol>
                <a:gridCol w="814400">
                  <a:extLst>
                    <a:ext uri="{9D8B030D-6E8A-4147-A177-3AD203B41FA5}">
                      <a16:colId xmlns:a16="http://schemas.microsoft.com/office/drawing/2014/main" val="20009"/>
                    </a:ext>
                  </a:extLst>
                </a:gridCol>
              </a:tblGrid>
              <a:tr h="640000">
                <a:tc>
                  <a:txBody>
                    <a:bodyPr/>
                    <a:lstStyle/>
                    <a:p>
                      <a:pPr algn="ctr"/>
                      <a:r>
                        <a:rPr sz="2000" b="1"/>
                        <a:t>30</a:t>
                      </a:r>
                    </a:p>
                  </a:txBody>
                  <a:tcPr marT="20000" marB="20000" anchor="ctr"/>
                </a:tc>
                <a:tc>
                  <a:txBody>
                    <a:bodyPr/>
                    <a:lstStyle/>
                    <a:p>
                      <a:pPr algn="ctr"/>
                      <a:r>
                        <a:rPr sz="2000" b="1"/>
                        <a:t>33</a:t>
                      </a:r>
                    </a:p>
                  </a:txBody>
                  <a:tcPr marT="20000" marB="20000" anchor="ctr"/>
                </a:tc>
                <a:tc>
                  <a:txBody>
                    <a:bodyPr/>
                    <a:lstStyle/>
                    <a:p>
                      <a:pPr algn="ctr"/>
                      <a:r>
                        <a:rPr sz="2000" b="1"/>
                        <a:t>42</a:t>
                      </a:r>
                    </a:p>
                  </a:txBody>
                  <a:tcPr marT="20000" marB="20000" anchor="ctr"/>
                </a:tc>
                <a:tc>
                  <a:txBody>
                    <a:bodyPr/>
                    <a:lstStyle/>
                    <a:p>
                      <a:pPr algn="ctr"/>
                      <a:r>
                        <a:rPr sz="2000" b="1"/>
                        <a:t>42</a:t>
                      </a:r>
                    </a:p>
                  </a:txBody>
                  <a:tcPr marT="20000" marB="20000" anchor="ctr"/>
                </a:tc>
                <a:tc>
                  <a:txBody>
                    <a:bodyPr/>
                    <a:lstStyle/>
                    <a:p>
                      <a:pPr algn="ctr"/>
                      <a:r>
                        <a:rPr sz="2000" b="1"/>
                        <a:t>26</a:t>
                      </a:r>
                    </a:p>
                  </a:txBody>
                  <a:tcPr marT="20000" marB="20000" anchor="ctr"/>
                </a:tc>
                <a:tc>
                  <a:txBody>
                    <a:bodyPr/>
                    <a:lstStyle/>
                    <a:p>
                      <a:pPr algn="ctr"/>
                      <a:r>
                        <a:rPr sz="2000" b="1"/>
                        <a:t>36</a:t>
                      </a:r>
                    </a:p>
                  </a:txBody>
                  <a:tcPr marT="20000" marB="20000" anchor="ctr"/>
                </a:tc>
                <a:tc>
                  <a:txBody>
                    <a:bodyPr/>
                    <a:lstStyle/>
                    <a:p>
                      <a:pPr algn="ctr"/>
                      <a:r>
                        <a:rPr sz="2000" b="1"/>
                        <a:t>38</a:t>
                      </a:r>
                    </a:p>
                  </a:txBody>
                  <a:tcPr marT="20000" marB="20000" anchor="ctr"/>
                </a:tc>
                <a:tc>
                  <a:txBody>
                    <a:bodyPr/>
                    <a:lstStyle/>
                    <a:p>
                      <a:pPr algn="ctr"/>
                      <a:r>
                        <a:rPr sz="2000" b="1"/>
                        <a:t>44</a:t>
                      </a:r>
                    </a:p>
                  </a:txBody>
                  <a:tcPr marT="20000" marB="20000" anchor="ctr"/>
                </a:tc>
                <a:tc>
                  <a:txBody>
                    <a:bodyPr/>
                    <a:lstStyle/>
                    <a:p>
                      <a:pPr algn="ctr"/>
                      <a:r>
                        <a:rPr sz="2000" b="1"/>
                        <a:t>27</a:t>
                      </a:r>
                    </a:p>
                  </a:txBody>
                  <a:tcPr marT="20000" marB="20000" anchor="ctr"/>
                </a:tc>
                <a:tc>
                  <a:txBody>
                    <a:bodyPr/>
                    <a:lstStyle/>
                    <a:p>
                      <a:pPr algn="ctr"/>
                      <a:r>
                        <a:rPr sz="2000" b="1"/>
                        <a:t>42</a:t>
                      </a:r>
                    </a:p>
                  </a:txBody>
                  <a:tcPr marT="20000" marB="20000" anchor="ctr"/>
                </a:tc>
                <a:extLst>
                  <a:ext uri="{0D108BD9-81ED-4DB2-BD59-A6C34878D82A}">
                    <a16:rowId xmlns:a16="http://schemas.microsoft.com/office/drawing/2014/main" val="10000"/>
                  </a:ext>
                </a:extLst>
              </a:tr>
              <a:tr h="640000">
                <a:tc>
                  <a:txBody>
                    <a:bodyPr/>
                    <a:lstStyle/>
                    <a:p>
                      <a:pPr algn="ctr"/>
                      <a:r>
                        <a:rPr sz="2000" b="0"/>
                        <a:t>34</a:t>
                      </a:r>
                    </a:p>
                  </a:txBody>
                  <a:tcPr marT="20000" marB="20000" anchor="ctr"/>
                </a:tc>
                <a:tc>
                  <a:txBody>
                    <a:bodyPr/>
                    <a:lstStyle/>
                    <a:p>
                      <a:pPr algn="ctr"/>
                      <a:r>
                        <a:rPr sz="2000" b="0"/>
                        <a:t>31</a:t>
                      </a:r>
                    </a:p>
                  </a:txBody>
                  <a:tcPr marT="20000" marB="20000" anchor="ctr"/>
                </a:tc>
                <a:tc>
                  <a:txBody>
                    <a:bodyPr/>
                    <a:lstStyle/>
                    <a:p>
                      <a:pPr algn="ctr"/>
                      <a:r>
                        <a:rPr sz="2000" b="0"/>
                        <a:t>33</a:t>
                      </a:r>
                    </a:p>
                  </a:txBody>
                  <a:tcPr marT="20000" marB="20000" anchor="ctr"/>
                </a:tc>
                <a:tc>
                  <a:txBody>
                    <a:bodyPr/>
                    <a:lstStyle/>
                    <a:p>
                      <a:pPr algn="ctr"/>
                      <a:r>
                        <a:rPr sz="2000" b="0"/>
                        <a:t>43</a:t>
                      </a:r>
                    </a:p>
                  </a:txBody>
                  <a:tcPr marT="20000" marB="20000" anchor="ctr"/>
                </a:tc>
                <a:tc>
                  <a:txBody>
                    <a:bodyPr/>
                    <a:lstStyle/>
                    <a:p>
                      <a:pPr algn="ctr"/>
                      <a:r>
                        <a:rPr sz="2000" b="0"/>
                        <a:t>49</a:t>
                      </a:r>
                    </a:p>
                  </a:txBody>
                  <a:tcPr marT="20000" marB="20000" anchor="ctr"/>
                </a:tc>
                <a:tc>
                  <a:txBody>
                    <a:bodyPr/>
                    <a:lstStyle/>
                    <a:p>
                      <a:pPr algn="ctr"/>
                      <a:r>
                        <a:rPr sz="2000" b="0"/>
                        <a:t>38</a:t>
                      </a:r>
                    </a:p>
                  </a:txBody>
                  <a:tcPr marT="20000" marB="20000" anchor="ctr"/>
                </a:tc>
                <a:tc>
                  <a:txBody>
                    <a:bodyPr/>
                    <a:lstStyle/>
                    <a:p>
                      <a:pPr algn="ctr"/>
                      <a:r>
                        <a:rPr sz="2000" b="0"/>
                        <a:t>35</a:t>
                      </a:r>
                    </a:p>
                  </a:txBody>
                  <a:tcPr marT="20000" marB="20000" anchor="ctr"/>
                </a:tc>
                <a:tc>
                  <a:txBody>
                    <a:bodyPr/>
                    <a:lstStyle/>
                    <a:p>
                      <a:pPr algn="ctr"/>
                      <a:r>
                        <a:rPr sz="2000" b="0"/>
                        <a:t>26</a:t>
                      </a:r>
                    </a:p>
                  </a:txBody>
                  <a:tcPr marT="20000" marB="20000" anchor="ctr"/>
                </a:tc>
                <a:tc>
                  <a:txBody>
                    <a:bodyPr/>
                    <a:lstStyle/>
                    <a:p>
                      <a:pPr algn="ctr"/>
                      <a:r>
                        <a:rPr sz="2000" b="0"/>
                        <a:t>24</a:t>
                      </a:r>
                    </a:p>
                  </a:txBody>
                  <a:tcPr marT="20000" marB="20000" anchor="ctr"/>
                </a:tc>
                <a:tc>
                  <a:txBody>
                    <a:bodyPr/>
                    <a:lstStyle/>
                    <a:p>
                      <a:pPr algn="ctr"/>
                      <a:r>
                        <a:rPr sz="2000" b="0"/>
                        <a:t>28</a:t>
                      </a:r>
                    </a:p>
                  </a:txBody>
                  <a:tcPr marT="20000" marB="20000" anchor="ctr"/>
                </a:tc>
                <a:extLst>
                  <a:ext uri="{0D108BD9-81ED-4DB2-BD59-A6C34878D82A}">
                    <a16:rowId xmlns:a16="http://schemas.microsoft.com/office/drawing/2014/main" val="10001"/>
                  </a:ext>
                </a:extLst>
              </a:tr>
              <a:tr h="640000">
                <a:tc>
                  <a:txBody>
                    <a:bodyPr/>
                    <a:lstStyle/>
                    <a:p>
                      <a:pPr algn="ctr"/>
                      <a:r>
                        <a:rPr sz="2000" b="0"/>
                        <a:t>39</a:t>
                      </a:r>
                    </a:p>
                  </a:txBody>
                  <a:tcPr marT="20000" marB="20000" anchor="ctr"/>
                </a:tc>
                <a:tc>
                  <a:txBody>
                    <a:bodyPr/>
                    <a:lstStyle/>
                    <a:p>
                      <a:pPr algn="ctr"/>
                      <a:r>
                        <a:rPr sz="2000" b="0"/>
                        <a:t>32</a:t>
                      </a:r>
                    </a:p>
                  </a:txBody>
                  <a:tcPr marT="20000" marB="20000" anchor="ctr"/>
                </a:tc>
                <a:tc>
                  <a:txBody>
                    <a:bodyPr/>
                    <a:lstStyle/>
                    <a:p>
                      <a:pPr algn="ctr"/>
                      <a:r>
                        <a:rPr sz="2000" b="0"/>
                        <a:t>31</a:t>
                      </a:r>
                    </a:p>
                  </a:txBody>
                  <a:tcPr marT="20000" marB="20000" anchor="ctr"/>
                </a:tc>
                <a:tc>
                  <a:txBody>
                    <a:bodyPr/>
                    <a:lstStyle/>
                    <a:p>
                      <a:pPr algn="ctr"/>
                      <a:r>
                        <a:rPr sz="2000" b="0"/>
                        <a:t>18</a:t>
                      </a:r>
                    </a:p>
                  </a:txBody>
                  <a:tcPr marT="20000" marB="20000" anchor="ctr"/>
                </a:tc>
                <a:tc>
                  <a:txBody>
                    <a:bodyPr/>
                    <a:lstStyle/>
                    <a:p>
                      <a:pPr algn="ctr"/>
                      <a:r>
                        <a:rPr sz="2000" b="0"/>
                        <a:t>30</a:t>
                      </a:r>
                    </a:p>
                  </a:txBody>
                  <a:tcPr marT="20000" marB="20000" anchor="ctr"/>
                </a:tc>
                <a:tc>
                  <a:txBody>
                    <a:bodyPr/>
                    <a:lstStyle/>
                    <a:p>
                      <a:pPr algn="ctr"/>
                      <a:r>
                        <a:rPr sz="2000" b="0"/>
                        <a:t>41</a:t>
                      </a:r>
                    </a:p>
                  </a:txBody>
                  <a:tcPr marT="20000" marB="20000" anchor="ctr"/>
                </a:tc>
                <a:tc>
                  <a:txBody>
                    <a:bodyPr/>
                    <a:lstStyle/>
                    <a:p>
                      <a:pPr algn="ctr"/>
                      <a:r>
                        <a:rPr sz="2000" b="0"/>
                        <a:t>41</a:t>
                      </a:r>
                    </a:p>
                  </a:txBody>
                  <a:tcPr marT="20000" marB="20000" anchor="ctr"/>
                </a:tc>
                <a:tc>
                  <a:txBody>
                    <a:bodyPr/>
                    <a:lstStyle/>
                    <a:p>
                      <a:pPr algn="ctr"/>
                      <a:r>
                        <a:rPr sz="2000" b="0"/>
                        <a:t>43</a:t>
                      </a:r>
                    </a:p>
                  </a:txBody>
                  <a:tcPr marT="20000" marB="20000" anchor="ctr"/>
                </a:tc>
                <a:tc>
                  <a:txBody>
                    <a:bodyPr/>
                    <a:lstStyle/>
                    <a:p>
                      <a:pPr algn="ctr"/>
                      <a:r>
                        <a:rPr sz="2000" b="0"/>
                        <a:t>38</a:t>
                      </a:r>
                    </a:p>
                  </a:txBody>
                  <a:tcPr marT="20000" marB="20000" anchor="ctr"/>
                </a:tc>
                <a:tc>
                  <a:txBody>
                    <a:bodyPr/>
                    <a:lstStyle/>
                    <a:p>
                      <a:pPr algn="ctr"/>
                      <a:r>
                        <a:rPr sz="2000" b="0"/>
                        <a:t>24</a:t>
                      </a:r>
                    </a:p>
                  </a:txBody>
                  <a:tcPr marT="20000" marB="20000" anchor="ctr"/>
                </a:tc>
                <a:extLst>
                  <a:ext uri="{0D108BD9-81ED-4DB2-BD59-A6C34878D82A}">
                    <a16:rowId xmlns:a16="http://schemas.microsoft.com/office/drawing/2014/main" val="10002"/>
                  </a:ext>
                </a:extLst>
              </a:tr>
              <a:tr h="640000">
                <a:tc>
                  <a:txBody>
                    <a:bodyPr/>
                    <a:lstStyle/>
                    <a:p>
                      <a:pPr algn="ctr"/>
                      <a:r>
                        <a:rPr sz="2000" b="0"/>
                        <a:t>23</a:t>
                      </a:r>
                    </a:p>
                  </a:txBody>
                  <a:tcPr marT="20000" marB="20000" anchor="ctr"/>
                </a:tc>
                <a:tc>
                  <a:txBody>
                    <a:bodyPr/>
                    <a:lstStyle/>
                    <a:p>
                      <a:pPr algn="ctr"/>
                      <a:r>
                        <a:rPr sz="2000" b="0"/>
                        <a:t>36</a:t>
                      </a:r>
                    </a:p>
                  </a:txBody>
                  <a:tcPr marT="20000" marB="20000" anchor="ctr"/>
                </a:tc>
                <a:tc>
                  <a:txBody>
                    <a:bodyPr/>
                    <a:lstStyle/>
                    <a:p>
                      <a:pPr algn="ctr"/>
                      <a:r>
                        <a:rPr sz="2000" b="0"/>
                        <a:t>34</a:t>
                      </a:r>
                    </a:p>
                  </a:txBody>
                  <a:tcPr marT="20000" marB="20000" anchor="ctr"/>
                </a:tc>
                <a:tc>
                  <a:txBody>
                    <a:bodyPr/>
                    <a:lstStyle/>
                    <a:p>
                      <a:pPr algn="ctr"/>
                      <a:r>
                        <a:rPr sz="2000" b="0"/>
                        <a:t>22</a:t>
                      </a:r>
                    </a:p>
                  </a:txBody>
                  <a:tcPr marT="20000" marB="20000" anchor="ctr"/>
                </a:tc>
                <a:tc>
                  <a:txBody>
                    <a:bodyPr/>
                    <a:lstStyle/>
                    <a:p>
                      <a:pPr algn="ctr"/>
                      <a:r>
                        <a:rPr sz="2000" b="0"/>
                        <a:t>40</a:t>
                      </a:r>
                    </a:p>
                  </a:txBody>
                  <a:tcPr marT="20000" marB="20000" anchor="ctr"/>
                </a:tc>
                <a:tc>
                  <a:txBody>
                    <a:bodyPr/>
                    <a:lstStyle/>
                    <a:p>
                      <a:pPr algn="ctr"/>
                      <a:r>
                        <a:rPr sz="2000" b="0"/>
                        <a:t>21</a:t>
                      </a:r>
                    </a:p>
                  </a:txBody>
                  <a:tcPr marT="20000" marB="20000" anchor="ctr"/>
                </a:tc>
                <a:tc>
                  <a:txBody>
                    <a:bodyPr/>
                    <a:lstStyle/>
                    <a:p>
                      <a:pPr algn="ctr"/>
                      <a:r>
                        <a:rPr sz="2000" b="0"/>
                        <a:t>27</a:t>
                      </a:r>
                    </a:p>
                  </a:txBody>
                  <a:tcPr marT="20000" marB="20000" anchor="ctr"/>
                </a:tc>
                <a:tc>
                  <a:txBody>
                    <a:bodyPr/>
                    <a:lstStyle/>
                    <a:p>
                      <a:pPr algn="ctr"/>
                      <a:r>
                        <a:rPr sz="2000" b="0"/>
                        <a:t>34</a:t>
                      </a:r>
                    </a:p>
                  </a:txBody>
                  <a:tcPr marT="20000" marB="20000" anchor="ctr"/>
                </a:tc>
                <a:tc>
                  <a:txBody>
                    <a:bodyPr/>
                    <a:lstStyle/>
                    <a:p>
                      <a:pPr algn="ctr"/>
                      <a:r>
                        <a:rPr sz="2000" b="0"/>
                        <a:t>39</a:t>
                      </a:r>
                    </a:p>
                  </a:txBody>
                  <a:tcPr marT="20000" marB="20000" anchor="ctr"/>
                </a:tc>
                <a:tc>
                  <a:txBody>
                    <a:bodyPr/>
                    <a:lstStyle/>
                    <a:p>
                      <a:pPr algn="ctr"/>
                      <a:r>
                        <a:rPr sz="2000" b="0"/>
                        <a:t>37</a:t>
                      </a:r>
                    </a:p>
                  </a:txBody>
                  <a:tcPr marT="20000" marB="20000" anchor="ctr"/>
                </a:tc>
                <a:extLst>
                  <a:ext uri="{0D108BD9-81ED-4DB2-BD59-A6C34878D82A}">
                    <a16:rowId xmlns:a16="http://schemas.microsoft.com/office/drawing/2014/main" val="10003"/>
                  </a:ext>
                </a:extLst>
              </a:tr>
              <a:tr h="640000">
                <a:tc>
                  <a:txBody>
                    <a:bodyPr/>
                    <a:lstStyle/>
                    <a:p>
                      <a:pPr algn="ctr"/>
                      <a:r>
                        <a:rPr sz="2000" b="0"/>
                        <a:t>23</a:t>
                      </a:r>
                    </a:p>
                  </a:txBody>
                  <a:tcPr marT="20000" marB="20000" anchor="ctr"/>
                </a:tc>
                <a:tc>
                  <a:txBody>
                    <a:bodyPr/>
                    <a:lstStyle/>
                    <a:p>
                      <a:pPr algn="ctr"/>
                      <a:r>
                        <a:rPr sz="2000" b="0"/>
                        <a:t>28</a:t>
                      </a:r>
                    </a:p>
                  </a:txBody>
                  <a:tcPr marT="20000" marB="20000" anchor="ctr"/>
                </a:tc>
                <a:tc>
                  <a:txBody>
                    <a:bodyPr/>
                    <a:lstStyle/>
                    <a:p>
                      <a:pPr algn="ctr"/>
                      <a:r>
                        <a:rPr sz="2000" b="0"/>
                        <a:t>21</a:t>
                      </a:r>
                    </a:p>
                  </a:txBody>
                  <a:tcPr marT="20000" marB="20000" anchor="ctr"/>
                </a:tc>
                <a:tc>
                  <a:txBody>
                    <a:bodyPr/>
                    <a:lstStyle/>
                    <a:p>
                      <a:pPr algn="ctr"/>
                      <a:r>
                        <a:rPr sz="2000" b="0"/>
                        <a:t>38</a:t>
                      </a:r>
                    </a:p>
                  </a:txBody>
                  <a:tcPr marT="20000" marB="20000" anchor="ctr"/>
                </a:tc>
                <a:tc>
                  <a:txBody>
                    <a:bodyPr/>
                    <a:lstStyle/>
                    <a:p>
                      <a:pPr algn="ctr"/>
                      <a:r>
                        <a:rPr sz="2000" b="0"/>
                        <a:t>36</a:t>
                      </a:r>
                    </a:p>
                  </a:txBody>
                  <a:tcPr marT="20000" marB="20000" anchor="ctr"/>
                </a:tc>
                <a:tc>
                  <a:txBody>
                    <a:bodyPr/>
                    <a:lstStyle/>
                    <a:p>
                      <a:pPr algn="ctr"/>
                      <a:r>
                        <a:rPr sz="2000" b="0"/>
                        <a:t>49</a:t>
                      </a:r>
                    </a:p>
                  </a:txBody>
                  <a:tcPr marT="20000" marB="20000" anchor="ctr"/>
                </a:tc>
                <a:tc>
                  <a:txBody>
                    <a:bodyPr/>
                    <a:lstStyle/>
                    <a:p>
                      <a:pPr algn="ctr"/>
                      <a:r>
                        <a:rPr sz="2000" b="0"/>
                        <a:t>24</a:t>
                      </a:r>
                    </a:p>
                  </a:txBody>
                  <a:tcPr marT="20000" marB="20000" anchor="ctr"/>
                </a:tc>
                <a:tc>
                  <a:txBody>
                    <a:bodyPr/>
                    <a:lstStyle/>
                    <a:p>
                      <a:pPr algn="ctr"/>
                      <a:r>
                        <a:rPr sz="2000" b="0"/>
                        <a:t>17</a:t>
                      </a:r>
                    </a:p>
                  </a:txBody>
                  <a:tcPr marT="20000" marB="20000" anchor="ctr"/>
                </a:tc>
                <a:tc>
                  <a:txBody>
                    <a:bodyPr/>
                    <a:lstStyle/>
                    <a:p>
                      <a:pPr algn="ctr"/>
                      <a:r>
                        <a:rPr sz="2000" b="0"/>
                        <a:t>30</a:t>
                      </a:r>
                    </a:p>
                  </a:txBody>
                  <a:tcPr marT="20000" marB="20000" anchor="ctr"/>
                </a:tc>
                <a:tc>
                  <a:txBody>
                    <a:bodyPr/>
                    <a:lstStyle/>
                    <a:p>
                      <a:pPr algn="ctr"/>
                      <a:r>
                        <a:rPr sz="2000" b="0"/>
                        <a:t>21</a:t>
                      </a:r>
                    </a:p>
                  </a:txBody>
                  <a:tcPr marT="20000" marB="20000" anchor="ctr"/>
                </a:tc>
                <a:extLst>
                  <a:ext uri="{0D108BD9-81ED-4DB2-BD59-A6C34878D82A}">
                    <a16:rowId xmlns:a16="http://schemas.microsoft.com/office/drawing/2014/main" val="10004"/>
                  </a:ext>
                </a:extLst>
              </a:tr>
            </a:tbl>
          </a:graphicData>
        </a:graphic>
      </p:graphicFrame>
      <p:sp>
        <p:nvSpPr>
          <p:cNvPr id="43013" name="TextBox 43012"/>
          <p:cNvSpPr txBox="1"/>
          <p:nvPr/>
        </p:nvSpPr>
        <p:spPr>
          <a:xfrm>
            <a:off x="500000" y="5000000"/>
            <a:ext cx="8144000" cy="450000"/>
          </a:xfrm>
          <a:prstGeom prst="rect">
            <a:avLst/>
          </a:prstGeom>
          <a:noFill/>
        </p:spPr>
        <p:txBody>
          <a:bodyPr wrap="square">
            <a:spAutoFit/>
          </a:bodyPr>
          <a:lstStyle/>
          <a:p>
            <a:r>
              <a:rPr sz="1800" b="0" i="0">
                <a:solidFill>
                  <a:srgbClr val="595959"/>
                </a:solidFill>
              </a:rPr>
              <a:t>En düşük puan 17, en yüksek puan 49.</a:t>
            </a:r>
          </a:p>
        </p:txBody>
      </p:sp>
      <p:sp>
        <p:nvSpPr>
          <p:cNvPr id="43014"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81</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Etkinlik: Frekans Tablosunu Kim Doğru Çıkardı?</a:t>
            </a:r>
            <a:endParaRPr lang="tr-TR" altLang="tr-TR" sz="3600" dirty="0">
              <a:solidFill>
                <a:srgbClr val="92D050"/>
              </a:solidFill>
            </a:endParaRPr>
          </a:p>
        </p:txBody>
      </p:sp>
      <p:sp>
        <p:nvSpPr>
          <p:cNvPr id="43012" name="Rectangle 3">
            <a:extLst>
              <a:ext uri="{FF2B5EF4-FFF2-40B4-BE49-F238E27FC236}">
                <a16:creationId xmlns:a16="http://schemas.microsoft.com/office/drawing/2014/main" id="{2B3B72A8-077D-4EF5-E711-69D1A798579B}"/>
              </a:ext>
            </a:extLst>
          </p:cNvPr>
          <p:cNvSpPr>
            <a:spLocks noGrp="1" noChangeArrowheads="1"/>
          </p:cNvSpPr>
          <p:nvPr>
            <p:ph type="body" idx="1"/>
          </p:nvPr>
        </p:nvSpPr>
        <p:spPr>
          <a:xfrm>
            <a:off x="76200" y="1600200"/>
            <a:ext cx="8915400" cy="5181600"/>
          </a:xfrm>
        </p:spPr>
        <p:txBody>
          <a:bodyPr>
            <a:noAutofit/>
          </a:bodyPr>
          <a:lstStyle/>
          <a:p>
            <a:pPr algn="l" eaLnBrk="1" hangingPunct="1">
              <a:lnSpc>
                <a:spcPct val="125000"/>
              </a:lnSpc>
            </a:pPr>
            <a:r>
              <a:rPr lang="tr-TR" altLang="tr-TR" sz="2200" dirty="0"/>
              <a:t>1. 50 dindarlık puanını elle sınıflandırın (10'dan başlayan, genişliği 8 olan 5 sınıf).</a:t>
            </a:r>
          </a:p>
          <a:p>
            <a:pPr algn="l" eaLnBrk="1" hangingPunct="1">
              <a:lnSpc>
                <a:spcPct val="125000"/>
              </a:lnSpc>
            </a:pPr>
            <a:r>
              <a:rPr lang="tr-TR" altLang="tr-TR" sz="2200" dirty="0"/>
              <a:t>2. Aynı puanları yapay zekaya verin: “Bu 50 puan için 10 ≤ x &lt; 18 ile başlayan, genişliği 8 olan sınıflarla frekans, relatif frekans ve kümülatif relatif frekans tablosu çıkar.”</a:t>
            </a:r>
          </a:p>
          <a:p>
            <a:pPr algn="l" eaLnBrk="1" hangingPunct="1">
              <a:lnSpc>
                <a:spcPct val="125000"/>
              </a:lnSpc>
            </a:pPr>
            <a:r>
              <a:rPr lang="tr-TR" altLang="tr-TR" sz="2200" dirty="0"/>
              <a:t>3. İki tabloyu karşılaştırın. Frekansların toplamı 50 mi?</a:t>
            </a:r>
          </a:p>
          <a:p>
            <a:pPr algn="l" eaLnBrk="1" hangingPunct="1">
              <a:lnSpc>
                <a:spcPct val="125000"/>
              </a:lnSpc>
            </a:pPr>
            <a:r>
              <a:rPr lang="tr-TR" altLang="tr-TR" sz="2200" dirty="0"/>
              <a:t>4. Farklıysa yapay zekadan hesabı Python koduyla yapmasını isteyin. Sonuç değişti mi?</a:t>
            </a:r>
          </a:p>
        </p:txBody>
      </p:sp>
      <p:sp>
        <p:nvSpPr>
          <p:cNvPr id="4301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82</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Etkinlik: Kaç Sınıf?</a:t>
            </a:r>
            <a:endParaRPr lang="tr-TR" altLang="tr-TR" sz="3600" dirty="0">
              <a:solidFill>
                <a:srgbClr val="92D050"/>
              </a:solidFill>
            </a:endParaRPr>
          </a:p>
        </p:txBody>
      </p:sp>
      <p:sp>
        <p:nvSpPr>
          <p:cNvPr id="43012" name="Rectangle 3">
            <a:extLst>
              <a:ext uri="{FF2B5EF4-FFF2-40B4-BE49-F238E27FC236}">
                <a16:creationId xmlns:a16="http://schemas.microsoft.com/office/drawing/2014/main" id="{2B3B72A8-077D-4EF5-E711-69D1A798579B}"/>
              </a:ext>
            </a:extLst>
          </p:cNvPr>
          <p:cNvSpPr>
            <a:spLocks noGrp="1" noChangeArrowheads="1"/>
          </p:cNvSpPr>
          <p:nvPr>
            <p:ph type="body" idx="1"/>
          </p:nvPr>
        </p:nvSpPr>
        <p:spPr>
          <a:xfrm>
            <a:off x="76200" y="1600200"/>
            <a:ext cx="8915400" cy="5181600"/>
          </a:xfrm>
        </p:spPr>
        <p:txBody>
          <a:bodyPr>
            <a:noAutofit/>
          </a:bodyPr>
          <a:lstStyle/>
          <a:p>
            <a:pPr algn="l" eaLnBrk="1" hangingPunct="1">
              <a:lnSpc>
                <a:spcPct val="125000"/>
              </a:lnSpc>
            </a:pPr>
            <a:r>
              <a:rPr lang="tr-TR" altLang="tr-TR" sz="2600" dirty="0"/>
              <a:t>1. Dindarlık puanlarıyla 3, 5 ve 15 sınıflı histogram çizdirin.</a:t>
            </a:r>
          </a:p>
          <a:p>
            <a:pPr algn="l" eaLnBrk="1" hangingPunct="1">
              <a:lnSpc>
                <a:spcPct val="125000"/>
              </a:lnSpc>
            </a:pPr>
            <a:r>
              <a:rPr lang="tr-TR" altLang="tr-TR" sz="2600" dirty="0"/>
              <a:t>2. Hangisi dağılımın şeklini en iyi gösteriyor? Neden?</a:t>
            </a:r>
          </a:p>
          <a:p>
            <a:pPr algn="l" eaLnBrk="1" hangingPunct="1">
              <a:lnSpc>
                <a:spcPct val="125000"/>
              </a:lnSpc>
            </a:pPr>
            <a:r>
              <a:rPr lang="tr-TR" altLang="tr-TR" sz="2600" dirty="0"/>
              <a:t>3. Yapay zekaya “en uygun sınıf sayısı kaçtır?” diye sorun. Cevabını “Frekans Dağılımı Tablosunun Adımları” slaytındaki kuralla karşılaştırın.</a:t>
            </a:r>
          </a:p>
        </p:txBody>
      </p:sp>
      <p:sp>
        <p:nvSpPr>
          <p:cNvPr id="4301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83</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Yapay Zeka ve Araştırma Etiği</a:t>
            </a:r>
            <a:endParaRPr lang="tr-TR" altLang="tr-TR" sz="3600" dirty="0">
              <a:solidFill>
                <a:srgbClr val="92D050"/>
              </a:solidFill>
            </a:endParaRPr>
          </a:p>
        </p:txBody>
      </p:sp>
      <p:sp>
        <p:nvSpPr>
          <p:cNvPr id="43012" name="Rectangle 3">
            <a:extLst>
              <a:ext uri="{FF2B5EF4-FFF2-40B4-BE49-F238E27FC236}">
                <a16:creationId xmlns:a16="http://schemas.microsoft.com/office/drawing/2014/main" id="{2B3B72A8-077D-4EF5-E711-69D1A798579B}"/>
              </a:ext>
            </a:extLst>
          </p:cNvPr>
          <p:cNvSpPr>
            <a:spLocks noGrp="1" noChangeArrowheads="1"/>
          </p:cNvSpPr>
          <p:nvPr>
            <p:ph type="body" idx="1"/>
          </p:nvPr>
        </p:nvSpPr>
        <p:spPr>
          <a:xfrm>
            <a:off x="76200" y="1600200"/>
            <a:ext cx="8915400" cy="5181600"/>
          </a:xfrm>
        </p:spPr>
        <p:txBody>
          <a:bodyPr>
            <a:noAutofit/>
          </a:bodyPr>
          <a:lstStyle/>
          <a:p>
            <a:pPr algn="l" eaLnBrk="1" hangingPunct="1">
              <a:lnSpc>
                <a:spcPct val="125000"/>
              </a:lnSpc>
            </a:pPr>
            <a:r>
              <a:rPr lang="tr-TR" altLang="tr-TR" sz="2200" dirty="0"/>
              <a:t>Katılımcının kimliğini belli eden bilgileri (ad, telefon, öğrenci numarası) yapay zekaya yüklemeyin; önce anonimleştirin.</a:t>
            </a:r>
          </a:p>
          <a:p>
            <a:pPr algn="l" eaLnBrk="1" hangingPunct="1">
              <a:lnSpc>
                <a:spcPct val="125000"/>
              </a:lnSpc>
            </a:pPr>
            <a:r>
              <a:rPr lang="tr-TR" altLang="tr-TR" sz="2200" dirty="0"/>
              <a:t>Etik kurul izninizin verinin üçüncü taraf hizmetlerde işlenmesini kapsayıp kapsamadığını kontrol edin (KVKK).</a:t>
            </a:r>
          </a:p>
          <a:p>
            <a:pPr algn="l" eaLnBrk="1" hangingPunct="1">
              <a:lnSpc>
                <a:spcPct val="125000"/>
              </a:lnSpc>
            </a:pPr>
            <a:r>
              <a:rPr lang="tr-TR" altLang="tr-TR" sz="2200" dirty="0"/>
              <a:t>Yapay zeka var olmayan kaynak üretebilir: Verdiği her atfı kendiniz bulup okuyun.</a:t>
            </a:r>
          </a:p>
          <a:p>
            <a:pPr algn="l" eaLnBrk="1" hangingPunct="1">
              <a:lnSpc>
                <a:spcPct val="125000"/>
              </a:lnSpc>
            </a:pPr>
            <a:r>
              <a:rPr lang="tr-TR" altLang="tr-TR" sz="2200" dirty="0"/>
              <a:t>Tezde yapay zekayı nerede ve nasıl kullandığınızı açıkça belirtin; enstitünüzün kuralına bakın.</a:t>
            </a:r>
          </a:p>
        </p:txBody>
      </p:sp>
      <p:sp>
        <p:nvSpPr>
          <p:cNvPr id="4301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5 Slayt Numarası Yer Tutucusu">
            <a:extLst>
              <a:ext uri="{FF2B5EF4-FFF2-40B4-BE49-F238E27FC236}">
                <a16:creationId xmlns:a16="http://schemas.microsoft.com/office/drawing/2014/main" id="{10446393-D037-7845-3678-F7426495FF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i="1">
                <a:solidFill>
                  <a:schemeClr val="tx1"/>
                </a:solidFill>
                <a:latin typeface="Arial" panose="020B0604020202020204" pitchFamily="34" charset="0"/>
              </a:defRPr>
            </a:lvl1pPr>
            <a:lvl2pPr marL="742950" indent="-285750" eaLnBrk="0" hangingPunct="0">
              <a:defRPr b="1" i="1">
                <a:solidFill>
                  <a:schemeClr val="tx1"/>
                </a:solidFill>
                <a:latin typeface="Arial" panose="020B0604020202020204" pitchFamily="34" charset="0"/>
              </a:defRPr>
            </a:lvl2pPr>
            <a:lvl3pPr marL="1143000" indent="-228600" eaLnBrk="0" hangingPunct="0">
              <a:defRPr b="1" i="1">
                <a:solidFill>
                  <a:schemeClr val="tx1"/>
                </a:solidFill>
                <a:latin typeface="Arial" panose="020B0604020202020204" pitchFamily="34" charset="0"/>
              </a:defRPr>
            </a:lvl3pPr>
            <a:lvl4pPr marL="1600200" indent="-228600" eaLnBrk="0" hangingPunct="0">
              <a:defRPr b="1" i="1">
                <a:solidFill>
                  <a:schemeClr val="tx1"/>
                </a:solidFill>
                <a:latin typeface="Arial" panose="020B0604020202020204" pitchFamily="34" charset="0"/>
              </a:defRPr>
            </a:lvl4pPr>
            <a:lvl5pPr marL="2057400" indent="-228600" eaLnBrk="0" hangingPunct="0">
              <a:defRPr b="1" i="1">
                <a:solidFill>
                  <a:schemeClr val="tx1"/>
                </a:solidFill>
                <a:latin typeface="Arial" panose="020B0604020202020204" pitchFamily="34" charset="0"/>
              </a:defRPr>
            </a:lvl5pPr>
            <a:lvl6pPr marL="2514600" indent="-228600" eaLnBrk="0" fontAlgn="base" hangingPunct="0">
              <a:spcBef>
                <a:spcPct val="0"/>
              </a:spcBef>
              <a:spcAft>
                <a:spcPct val="0"/>
              </a:spcAft>
              <a:defRPr b="1" i="1">
                <a:solidFill>
                  <a:schemeClr val="tx1"/>
                </a:solidFill>
                <a:latin typeface="Arial" panose="020B0604020202020204" pitchFamily="34" charset="0"/>
              </a:defRPr>
            </a:lvl6pPr>
            <a:lvl7pPr marL="2971800" indent="-228600" eaLnBrk="0" fontAlgn="base" hangingPunct="0">
              <a:spcBef>
                <a:spcPct val="0"/>
              </a:spcBef>
              <a:spcAft>
                <a:spcPct val="0"/>
              </a:spcAft>
              <a:defRPr b="1" i="1">
                <a:solidFill>
                  <a:schemeClr val="tx1"/>
                </a:solidFill>
                <a:latin typeface="Arial" panose="020B0604020202020204" pitchFamily="34" charset="0"/>
              </a:defRPr>
            </a:lvl7pPr>
            <a:lvl8pPr marL="3429000" indent="-228600" eaLnBrk="0" fontAlgn="base" hangingPunct="0">
              <a:spcBef>
                <a:spcPct val="0"/>
              </a:spcBef>
              <a:spcAft>
                <a:spcPct val="0"/>
              </a:spcAft>
              <a:defRPr b="1" i="1">
                <a:solidFill>
                  <a:schemeClr val="tx1"/>
                </a:solidFill>
                <a:latin typeface="Arial" panose="020B0604020202020204" pitchFamily="34" charset="0"/>
              </a:defRPr>
            </a:lvl8pPr>
            <a:lvl9pPr marL="3886200" indent="-228600" eaLnBrk="0" fontAlgn="base" hangingPunct="0">
              <a:spcBef>
                <a:spcPct val="0"/>
              </a:spcBef>
              <a:spcAft>
                <a:spcPct val="0"/>
              </a:spcAft>
              <a:defRPr b="1" i="1">
                <a:solidFill>
                  <a:schemeClr val="tx1"/>
                </a:solidFill>
                <a:latin typeface="Arial" panose="020B0604020202020204" pitchFamily="34" charset="0"/>
              </a:defRPr>
            </a:lvl9pPr>
          </a:lstStyle>
          <a:p>
            <a:pPr eaLnBrk="1" hangingPunct="1"/>
            <a:fld id="{25657613-392C-4921-A2C4-22144E37C170}" type="slidenum">
              <a:rPr lang="tr-TR" altLang="tr-TR" b="0" i="0"/>
              <a:pPr eaLnBrk="1" hangingPunct="1"/>
              <a:t>84</a:t>
            </a:fld>
            <a:endParaRPr lang="tr-TR" altLang="tr-TR" b="0" i="0"/>
          </a:p>
        </p:txBody>
      </p:sp>
      <p:sp>
        <p:nvSpPr>
          <p:cNvPr id="43011" name="Rectangle 2">
            <a:extLst>
              <a:ext uri="{FF2B5EF4-FFF2-40B4-BE49-F238E27FC236}">
                <a16:creationId xmlns:a16="http://schemas.microsoft.com/office/drawing/2014/main" id="{A066D4F1-6232-E532-61AF-A16C0D8C7A87}"/>
              </a:ext>
            </a:extLst>
          </p:cNvPr>
          <p:cNvSpPr>
            <a:spLocks noGrp="1" noChangeArrowheads="1"/>
          </p:cNvSpPr>
          <p:nvPr>
            <p:ph type="title"/>
          </p:nvPr>
        </p:nvSpPr>
        <p:spPr>
          <a:xfrm>
            <a:off x="457200" y="274638"/>
            <a:ext cx="8229600" cy="868362"/>
          </a:xfrm>
        </p:spPr>
        <p:txBody>
          <a:bodyPr/>
          <a:lstStyle/>
          <a:p>
            <a:pPr eaLnBrk="1" hangingPunct="1"/>
            <a:r>
              <a:rPr lang="tr-TR" altLang="tr-TR" sz="3600" b="1" dirty="0">
                <a:solidFill>
                  <a:srgbClr val="92D050"/>
                </a:solidFill>
              </a:rPr>
              <a:t>Kendini Dene</a:t>
            </a:r>
            <a:endParaRPr lang="tr-TR" altLang="tr-TR" sz="3600" dirty="0">
              <a:solidFill>
                <a:srgbClr val="92D050"/>
              </a:solidFill>
            </a:endParaRPr>
          </a:p>
        </p:txBody>
      </p:sp>
      <p:sp>
        <p:nvSpPr>
          <p:cNvPr id="43012" name="Rectangle 3">
            <a:extLst>
              <a:ext uri="{FF2B5EF4-FFF2-40B4-BE49-F238E27FC236}">
                <a16:creationId xmlns:a16="http://schemas.microsoft.com/office/drawing/2014/main" id="{2B3B72A8-077D-4EF5-E711-69D1A798579B}"/>
              </a:ext>
            </a:extLst>
          </p:cNvPr>
          <p:cNvSpPr>
            <a:spLocks noGrp="1" noChangeArrowheads="1"/>
          </p:cNvSpPr>
          <p:nvPr>
            <p:ph type="body" idx="1"/>
          </p:nvPr>
        </p:nvSpPr>
        <p:spPr>
          <a:xfrm>
            <a:off x="76200" y="1600200"/>
            <a:ext cx="8915400" cy="5181600"/>
          </a:xfrm>
        </p:spPr>
        <p:txBody>
          <a:bodyPr>
            <a:noAutofit/>
          </a:bodyPr>
          <a:lstStyle/>
          <a:p>
            <a:pPr algn="l" eaLnBrk="1" hangingPunct="1">
              <a:lnSpc>
                <a:spcPct val="125000"/>
              </a:lnSpc>
            </a:pPr>
            <a:r>
              <a:rPr lang="tr-TR" altLang="tr-TR" sz="2200" dirty="0"/>
              <a:t>1. “Mezhep” değişkeni hangi ölçektedir?</a:t>
            </a:r>
          </a:p>
          <a:p>
            <a:pPr algn="l" eaLnBrk="1" hangingPunct="1">
              <a:lnSpc>
                <a:spcPct val="125000"/>
              </a:lnSpc>
            </a:pPr>
            <a:r>
              <a:rPr lang="tr-TR" altLang="tr-TR" sz="2200" dirty="0"/>
              <a:t>2. Dindarlık puanı 40 olan öğrencinin dindarlığı, 20 olanın iki katı mıdır? Neden?</a:t>
            </a:r>
          </a:p>
          <a:p>
            <a:pPr algn="l" eaLnBrk="1" hangingPunct="1">
              <a:lnSpc>
                <a:spcPct val="125000"/>
              </a:lnSpc>
            </a:pPr>
            <a:r>
              <a:rPr lang="tr-TR" altLang="tr-TR" sz="2200" dirty="0"/>
              <a:t>3. Namaz sıklığı için histogram çizilir mi? Hangi grafik uygundur?</a:t>
            </a:r>
          </a:p>
          <a:p>
            <a:pPr algn="l" eaLnBrk="1" hangingPunct="1">
              <a:lnSpc>
                <a:spcPct val="125000"/>
              </a:lnSpc>
            </a:pPr>
            <a:r>
              <a:rPr lang="tr-TR" altLang="tr-TR" sz="2200" dirty="0"/>
              <a:t>4. Örneğimizdeki ortalama dindarlık puanı (32,8) parametre midir, istatistik midir?</a:t>
            </a:r>
          </a:p>
          <a:p>
            <a:pPr algn="l" eaLnBrk="1" hangingPunct="1">
              <a:lnSpc>
                <a:spcPct val="125000"/>
              </a:lnSpc>
            </a:pPr>
            <a:r>
              <a:rPr lang="tr-TR" altLang="tr-TR" sz="2200" dirty="0"/>
              <a:t>5. Anketi yalnızca ilahiyat fakültesi WhatsApp gruplarında paylaştınız. Sonucu “Van'daki üniversite öğrencileri” için genelleyebilir misiniz?</a:t>
            </a:r>
          </a:p>
        </p:txBody>
      </p:sp>
      <p:sp>
        <p:nvSpPr>
          <p:cNvPr id="43013" name="yazar_dipnot"/>
          <p:cNvSpPr txBox="1"/>
          <p:nvPr/>
        </p:nvSpPr>
        <p:spPr>
          <a:xfrm>
            <a:off x="300000" y="6600000"/>
            <a:ext cx="4800000" cy="230000"/>
          </a:xfrm>
          <a:prstGeom prst="rect">
            <a:avLst/>
          </a:prstGeom>
          <a:noFill/>
        </p:spPr>
        <p:txBody>
          <a:bodyPr wrap="square">
            <a:spAutoFit/>
          </a:bodyPr>
          <a:lstStyle/>
          <a:p>
            <a:pPr algn="l"/>
            <a:r>
              <a:rPr sz="800" b="0">
                <a:solidFill>
                  <a:srgbClr val="7F7F7F"/>
                </a:solidFill>
              </a:rPr>
              <a:t>Doç. Dr. M. Hanifi VAN · Veri Analizi, 1. Bölüm</a:t>
            </a:r>
          </a:p>
        </p:txBody>
      </p:sp>
    </p:spTree>
  </p:cSld>
  <p:clrMapOvr>
    <a:masterClrMapping/>
  </p:clrMapOvr>
</p:sld>
</file>

<file path=ppt/theme/theme1.xml><?xml version="1.0" encoding="utf-8"?>
<a:theme xmlns:a="http://schemas.openxmlformats.org/drawingml/2006/main" name="Varsayılan Tasarım">
  <a:themeElements>
    <a:clrScheme name="Varsayılan Tasarı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Varsayılan Tasarım">
      <a:majorFont>
        <a:latin typeface="Arial"/>
        <a:ea typeface=""/>
        <a:cs typeface=""/>
      </a:majorFont>
      <a:minorFont>
        <a:latin typeface="Arial"/>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r-TR" sz="1800" b="1" i="1"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r-TR" sz="1800" b="1" i="1" u="none" strike="noStrike" cap="none" normalizeH="0" baseline="0" smtClean="0">
            <a:ln>
              <a:noFill/>
            </a:ln>
            <a:solidFill>
              <a:schemeClr val="tx1"/>
            </a:solidFill>
            <a:effectLst/>
            <a:latin typeface="Arial" pitchFamily="34" charset="0"/>
          </a:defRPr>
        </a:defPPr>
      </a:lstStyle>
    </a:lnDef>
  </a:objectDefaults>
  <a:extraClrSchemeLst>
    <a:extraClrScheme>
      <a:clrScheme name="Varsayılan Tasarı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Varsayılan Tasarı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Varsayılan Tasarı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Varsayılan Tasarı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Varsayılan Tasarı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Varsayılan Tasarı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Varsayılan Tasarı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Varsayılan Tasarı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Varsayılan Tasarı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Varsayılan Tasarı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Varsayılan Tasarı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Varsayılan Tasarı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1218</TotalTime>
  <Words>4373</Words>
  <Application>Microsoft Macintosh PowerPoint</Application>
  <PresentationFormat>On-screen Show (4:3)</PresentationFormat>
  <Paragraphs>851</Paragraphs>
  <Slides>84</Slides>
  <Notes>9</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4</vt:i4>
      </vt:variant>
      <vt:variant>
        <vt:lpstr>Slide Titles</vt:lpstr>
      </vt:variant>
      <vt:variant>
        <vt:i4>84</vt:i4>
      </vt:variant>
    </vt:vector>
  </HeadingPairs>
  <TitlesOfParts>
    <vt:vector size="96" baseType="lpstr">
      <vt:lpstr>;</vt:lpstr>
      <vt:lpstr>Arial</vt:lpstr>
      <vt:lpstr>Arial Black</vt:lpstr>
      <vt:lpstr>Courier New</vt:lpstr>
      <vt:lpstr>Symbol</vt:lpstr>
      <vt:lpstr>Times New Roman</vt:lpstr>
      <vt:lpstr>Wingdings</vt:lpstr>
      <vt:lpstr>Varsayılan Tasarım</vt:lpstr>
      <vt:lpstr>Denklem</vt:lpstr>
      <vt:lpstr>Resim</vt:lpstr>
      <vt:lpstr>Çalışma Sayfası</vt:lpstr>
      <vt:lpstr>Klip</vt:lpstr>
      <vt:lpstr>İSTATİSTİK  </vt:lpstr>
      <vt:lpstr>1. Araştırma ve Veri</vt:lpstr>
      <vt:lpstr>Bir Araştırma Sorusuyla Başlayalım</vt:lpstr>
      <vt:lpstr>Araştırmamızın Verisi</vt:lpstr>
      <vt:lpstr>İstatistik Nedir?</vt:lpstr>
      <vt:lpstr>PowerPoint Presentation</vt:lpstr>
      <vt:lpstr>PowerPoint Presentation</vt:lpstr>
      <vt:lpstr>İstatistik Araştırmanın Hangi Adımında?</vt:lpstr>
      <vt:lpstr>İstatistik Din Bilimlerinde</vt:lpstr>
      <vt:lpstr>PowerPoint Presentation</vt:lpstr>
      <vt:lpstr>2. Anakütle ve Örnek</vt:lpstr>
      <vt:lpstr>Anakütle (Populasyon)</vt:lpstr>
      <vt:lpstr>İstatistiksel Anlamda Anakütle</vt:lpstr>
      <vt:lpstr>Örnek</vt:lpstr>
      <vt:lpstr>Parametre</vt:lpstr>
      <vt:lpstr>PowerPoint Presentation</vt:lpstr>
      <vt:lpstr>Örnek İstatistiği</vt:lpstr>
      <vt:lpstr>Hedef Populasyon – Örneklenen Populasyon</vt:lpstr>
      <vt:lpstr>Örnek Büyük Olsa da Yanlı Olabilir</vt:lpstr>
      <vt:lpstr> Anakütle-Örnek İlişkisi-I</vt:lpstr>
      <vt:lpstr> Anakütle-Örnek İlişkisi-II</vt:lpstr>
      <vt:lpstr> Anakütle-Örnek İlişkisi-III</vt:lpstr>
      <vt:lpstr>Temel Örnekleme Yöntemlerinden Bazıları;</vt:lpstr>
      <vt:lpstr>Basit Şans Örneklemesi</vt:lpstr>
      <vt:lpstr>3. Değişken ve Ölçme</vt:lpstr>
      <vt:lpstr>Değişken</vt:lpstr>
      <vt:lpstr>Şans Değişkeni</vt:lpstr>
      <vt:lpstr>Soyut Kavramdan Ölçüme</vt:lpstr>
      <vt:lpstr>ÖLÇEKLER</vt:lpstr>
      <vt:lpstr>ÖLÇEKLER</vt:lpstr>
      <vt:lpstr>ÖLÇEKLER</vt:lpstr>
      <vt:lpstr>Nominal Ölçek</vt:lpstr>
      <vt:lpstr>Nominal Ölçek</vt:lpstr>
      <vt:lpstr>Nominal Ölçek</vt:lpstr>
      <vt:lpstr>Ordinal (Sıralama) Ölçeği</vt:lpstr>
      <vt:lpstr>Ordinal (Sıralama) Ölçeği</vt:lpstr>
      <vt:lpstr>Ordinal (Sıralama) Ölçeği</vt:lpstr>
      <vt:lpstr>Ordinal (Sıralama) Ölçeği</vt:lpstr>
      <vt:lpstr>ÖLÇEKLER</vt:lpstr>
      <vt:lpstr>Aralık Ölçeği</vt:lpstr>
      <vt:lpstr>Aralık Ölçeği</vt:lpstr>
      <vt:lpstr>Aralık Ölçeği</vt:lpstr>
      <vt:lpstr>ÖLÇEKLER</vt:lpstr>
      <vt:lpstr>Oran Ölçeği</vt:lpstr>
      <vt:lpstr>Likert Ölçeği Hangi Ölçektir?</vt:lpstr>
      <vt:lpstr>Likert Ölçeği: Uygulamada</vt:lpstr>
      <vt:lpstr>PowerPoint Presentation</vt:lpstr>
      <vt:lpstr>Kesikli Şans Değişkeni</vt:lpstr>
      <vt:lpstr>Sürekli Şans Değişkeni</vt:lpstr>
      <vt:lpstr>Kategorik Şans Değişkeni</vt:lpstr>
      <vt:lpstr>Veri Setimizde Ölçekler</vt:lpstr>
      <vt:lpstr>Etkinlik: Değişkenim Hangi Ölçekte?</vt:lpstr>
      <vt:lpstr>4. Verinin Düzenlenmesi ve Sunumu</vt:lpstr>
      <vt:lpstr>VERİLERİN DERLENMESİ VE SUNUMU</vt:lpstr>
      <vt:lpstr>Verilerin Organizasyonu</vt:lpstr>
      <vt:lpstr>Hangi Değişkene Hangi Tablo ve Grafik?</vt:lpstr>
      <vt:lpstr>PowerPoint Presentation</vt:lpstr>
      <vt:lpstr>Basit Seri</vt:lpstr>
      <vt:lpstr>Basit Seri Grafikleri </vt:lpstr>
      <vt:lpstr>Gruplanmış Seri: Kardeş Sayısı</vt:lpstr>
      <vt:lpstr>Gruplanmış Seri Grafiği: Çubuk</vt:lpstr>
      <vt:lpstr>Bu Grafikte Ne Yanlış?</vt:lpstr>
      <vt:lpstr>Kategorik Verinin Grafikleri</vt:lpstr>
      <vt:lpstr>Sınıflanmış Seri </vt:lpstr>
      <vt:lpstr>Sınıflanmış Seri Tabloları-I </vt:lpstr>
      <vt:lpstr>Ağırlık Verileri</vt:lpstr>
      <vt:lpstr>Sınıflanmış Seri Tabloları-II </vt:lpstr>
      <vt:lpstr>Sınıflanmış Seri Grafiği</vt:lpstr>
      <vt:lpstr>Frekans Dağılımı Tablosu</vt:lpstr>
      <vt:lpstr>Bağıl Frekans &amp;  % Yüzde Dağılımı Tabloları</vt:lpstr>
      <vt:lpstr>Frekans Dağılımı Tablosunun Adımları </vt:lpstr>
      <vt:lpstr>Frekans Dağılımı Tablosu Örneği</vt:lpstr>
      <vt:lpstr>PowerPoint Presentation</vt:lpstr>
      <vt:lpstr>PowerPoint Presentation</vt:lpstr>
      <vt:lpstr>Histogram: Sınıf Sayısı Neden Önemli?</vt:lpstr>
      <vt:lpstr>Gövde ve Yaprak Grafiği</vt:lpstr>
      <vt:lpstr>Gövde ve Yaprak Grafiği: Dindarlık Puanı</vt:lpstr>
      <vt:lpstr>5. Yapay Zeka ile Çalışma</vt:lpstr>
      <vt:lpstr>Yapay Zeka ile Çalışmanın Üç Yolu</vt:lpstr>
      <vt:lpstr>Etkinlik Verisi: Dindarlık Puanları</vt:lpstr>
      <vt:lpstr>Etkinlik: Frekans Tablosunu Kim Doğru Çıkardı?</vt:lpstr>
      <vt:lpstr>Etkinlik: Kaç Sınıf?</vt:lpstr>
      <vt:lpstr>Yapay Zeka ve Araştırma Etiği</vt:lpstr>
      <vt:lpstr>Kendini Dene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İstatistik 1. Bölüm: Temel Kavramlar ve Verinin Düzenlenmesi</dc:title>
  <dc:creator>Doç. Dr. M. Hanifi VAN</dc:creator>
  <cp:lastModifiedBy>Doç. Dr. M. Hanifi VAN</cp:lastModifiedBy>
  <cp:revision>161</cp:revision>
  <cp:lastPrinted>1601-01-01T00:00:00Z</cp:lastPrinted>
  <dcterms:created xsi:type="dcterms:W3CDTF">1601-01-01T00:00:00Z</dcterms:created>
  <dcterms:modified xsi:type="dcterms:W3CDTF">2026-09-29T09:16:28Z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